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4" r:id="rId8"/>
    <p:sldId id="263" r:id="rId9"/>
    <p:sldId id="265" r:id="rId10"/>
    <p:sldId id="266" r:id="rId11"/>
    <p:sldId id="268" r:id="rId12"/>
    <p:sldId id="267" r:id="rId13"/>
    <p:sldId id="269" r:id="rId14"/>
    <p:sldId id="271" r:id="rId15"/>
    <p:sldId id="259" r:id="rId16"/>
    <p:sldId id="272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F40FD-FB75-4BBC-A542-8FCC66B05262}" v="18" dt="2025-11-22T15:27:38.50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AE0EE9-CA73-4584-B70D-41EBBF0ADDF8}" type="doc">
      <dgm:prSet loTypeId="urn:microsoft.com/office/officeart/2005/8/layout/hierarchy1" loCatId="hierarchy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525C2A-2051-4D55-BCCE-C7B207208C82}">
      <dgm:prSet/>
      <dgm:spPr/>
      <dgm:t>
        <a:bodyPr/>
        <a:lstStyle/>
        <a:p>
          <a:r>
            <a:rPr lang="tr-TR"/>
            <a:t>Bir şarkının başarısını sadece sanatçının ünü mü belirler, yoksa şarkının teknik özellikleri (hız, ton) de etkili midir?</a:t>
          </a:r>
          <a:endParaRPr lang="en-US"/>
        </a:p>
      </dgm:t>
    </dgm:pt>
    <dgm:pt modelId="{39F6CA12-F9DC-490D-8D44-4B055AF49F2C}" type="parTrans" cxnId="{F08D0CB7-2CEE-4145-8DF6-FF08CAADA729}">
      <dgm:prSet/>
      <dgm:spPr/>
      <dgm:t>
        <a:bodyPr/>
        <a:lstStyle/>
        <a:p>
          <a:endParaRPr lang="en-US"/>
        </a:p>
      </dgm:t>
    </dgm:pt>
    <dgm:pt modelId="{AE8F6E44-C558-462D-965C-F80A29661697}" type="sibTrans" cxnId="{F08D0CB7-2CEE-4145-8DF6-FF08CAADA729}">
      <dgm:prSet/>
      <dgm:spPr/>
      <dgm:t>
        <a:bodyPr/>
        <a:lstStyle/>
        <a:p>
          <a:endParaRPr lang="en-US"/>
        </a:p>
      </dgm:t>
    </dgm:pt>
    <dgm:pt modelId="{DF277AC9-F6E6-484A-AEB3-64851D08CC55}">
      <dgm:prSet/>
      <dgm:spPr/>
      <dgm:t>
        <a:bodyPr/>
        <a:lstStyle/>
        <a:p>
          <a:r>
            <a:rPr lang="tr-TR"/>
            <a:t>Şarkının Temposunun (Hız) ve Modunun (Ton) popülerlik puanı üzerindeki etkisini istatistiksel olarak analiz etmek ve müzik yapımcıları için veriye dayalı bir öneri sunmaktır.</a:t>
          </a:r>
          <a:endParaRPr lang="en-US"/>
        </a:p>
      </dgm:t>
    </dgm:pt>
    <dgm:pt modelId="{AD426474-DB7C-4482-B06B-24E64C55214E}" type="parTrans" cxnId="{3FE863D7-7993-431C-B285-0BFE82CD8C05}">
      <dgm:prSet/>
      <dgm:spPr/>
      <dgm:t>
        <a:bodyPr/>
        <a:lstStyle/>
        <a:p>
          <a:endParaRPr lang="en-US"/>
        </a:p>
      </dgm:t>
    </dgm:pt>
    <dgm:pt modelId="{2092579D-8EFF-4C13-9E60-460DDD9578D9}" type="sibTrans" cxnId="{3FE863D7-7993-431C-B285-0BFE82CD8C05}">
      <dgm:prSet/>
      <dgm:spPr/>
      <dgm:t>
        <a:bodyPr/>
        <a:lstStyle/>
        <a:p>
          <a:endParaRPr lang="en-US"/>
        </a:p>
      </dgm:t>
    </dgm:pt>
    <dgm:pt modelId="{FEB42520-77CE-4A1D-BFB1-8819769203C5}" type="pres">
      <dgm:prSet presAssocID="{6DAE0EE9-CA73-4584-B70D-41EBBF0ADD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1B9410-65E7-4C77-885F-C8959676CA96}" type="pres">
      <dgm:prSet presAssocID="{E4525C2A-2051-4D55-BCCE-C7B207208C82}" presName="hierRoot1" presStyleCnt="0"/>
      <dgm:spPr/>
    </dgm:pt>
    <dgm:pt modelId="{3BF970B3-11B1-4A1C-958D-01E73467A8D3}" type="pres">
      <dgm:prSet presAssocID="{E4525C2A-2051-4D55-BCCE-C7B207208C82}" presName="composite" presStyleCnt="0"/>
      <dgm:spPr/>
    </dgm:pt>
    <dgm:pt modelId="{18A5B7EC-D153-4439-8403-96DADD4A5BE1}" type="pres">
      <dgm:prSet presAssocID="{E4525C2A-2051-4D55-BCCE-C7B207208C82}" presName="background" presStyleLbl="node0" presStyleIdx="0" presStyleCnt="2"/>
      <dgm:spPr/>
    </dgm:pt>
    <dgm:pt modelId="{F2B96EA4-E9A2-444C-A5BF-75675BAA1AA1}" type="pres">
      <dgm:prSet presAssocID="{E4525C2A-2051-4D55-BCCE-C7B207208C82}" presName="text" presStyleLbl="fgAcc0" presStyleIdx="0" presStyleCnt="2">
        <dgm:presLayoutVars>
          <dgm:chPref val="3"/>
        </dgm:presLayoutVars>
      </dgm:prSet>
      <dgm:spPr/>
    </dgm:pt>
    <dgm:pt modelId="{78571924-D1AE-483C-87E1-D04F850186F3}" type="pres">
      <dgm:prSet presAssocID="{E4525C2A-2051-4D55-BCCE-C7B207208C82}" presName="hierChild2" presStyleCnt="0"/>
      <dgm:spPr/>
    </dgm:pt>
    <dgm:pt modelId="{755D2731-DE49-4087-9F8C-0E8A4D64BDB5}" type="pres">
      <dgm:prSet presAssocID="{DF277AC9-F6E6-484A-AEB3-64851D08CC55}" presName="hierRoot1" presStyleCnt="0"/>
      <dgm:spPr/>
    </dgm:pt>
    <dgm:pt modelId="{2A5F7D64-2D5D-42B0-9E3C-16101A574BC7}" type="pres">
      <dgm:prSet presAssocID="{DF277AC9-F6E6-484A-AEB3-64851D08CC55}" presName="composite" presStyleCnt="0"/>
      <dgm:spPr/>
    </dgm:pt>
    <dgm:pt modelId="{09B04A34-D9E5-4370-A876-C72E0112BB82}" type="pres">
      <dgm:prSet presAssocID="{DF277AC9-F6E6-484A-AEB3-64851D08CC55}" presName="background" presStyleLbl="node0" presStyleIdx="1" presStyleCnt="2"/>
      <dgm:spPr/>
    </dgm:pt>
    <dgm:pt modelId="{04E721F6-BB89-4465-8E61-1A4EB30D3CBD}" type="pres">
      <dgm:prSet presAssocID="{DF277AC9-F6E6-484A-AEB3-64851D08CC55}" presName="text" presStyleLbl="fgAcc0" presStyleIdx="1" presStyleCnt="2">
        <dgm:presLayoutVars>
          <dgm:chPref val="3"/>
        </dgm:presLayoutVars>
      </dgm:prSet>
      <dgm:spPr/>
    </dgm:pt>
    <dgm:pt modelId="{20D95A36-CDC0-4E5D-8244-AA312DC6D5AA}" type="pres">
      <dgm:prSet presAssocID="{DF277AC9-F6E6-484A-AEB3-64851D08CC55}" presName="hierChild2" presStyleCnt="0"/>
      <dgm:spPr/>
    </dgm:pt>
  </dgm:ptLst>
  <dgm:cxnLst>
    <dgm:cxn modelId="{DFFEDB03-DD56-4C3A-B7B7-D4AEF8B3F861}" type="presOf" srcId="{E4525C2A-2051-4D55-BCCE-C7B207208C82}" destId="{F2B96EA4-E9A2-444C-A5BF-75675BAA1AA1}" srcOrd="0" destOrd="0" presId="urn:microsoft.com/office/officeart/2005/8/layout/hierarchy1"/>
    <dgm:cxn modelId="{BFFAEFB5-857E-4273-A854-336E6CEF4508}" type="presOf" srcId="{6DAE0EE9-CA73-4584-B70D-41EBBF0ADDF8}" destId="{FEB42520-77CE-4A1D-BFB1-8819769203C5}" srcOrd="0" destOrd="0" presId="urn:microsoft.com/office/officeart/2005/8/layout/hierarchy1"/>
    <dgm:cxn modelId="{F08D0CB7-2CEE-4145-8DF6-FF08CAADA729}" srcId="{6DAE0EE9-CA73-4584-B70D-41EBBF0ADDF8}" destId="{E4525C2A-2051-4D55-BCCE-C7B207208C82}" srcOrd="0" destOrd="0" parTransId="{39F6CA12-F9DC-490D-8D44-4B055AF49F2C}" sibTransId="{AE8F6E44-C558-462D-965C-F80A29661697}"/>
    <dgm:cxn modelId="{301885CC-5DD5-4BCE-B19F-062E7AAA0715}" type="presOf" srcId="{DF277AC9-F6E6-484A-AEB3-64851D08CC55}" destId="{04E721F6-BB89-4465-8E61-1A4EB30D3CBD}" srcOrd="0" destOrd="0" presId="urn:microsoft.com/office/officeart/2005/8/layout/hierarchy1"/>
    <dgm:cxn modelId="{3FE863D7-7993-431C-B285-0BFE82CD8C05}" srcId="{6DAE0EE9-CA73-4584-B70D-41EBBF0ADDF8}" destId="{DF277AC9-F6E6-484A-AEB3-64851D08CC55}" srcOrd="1" destOrd="0" parTransId="{AD426474-DB7C-4482-B06B-24E64C55214E}" sibTransId="{2092579D-8EFF-4C13-9E60-460DDD9578D9}"/>
    <dgm:cxn modelId="{48CB3B6A-9B0C-4FCE-B1DE-E4DF89315649}" type="presParOf" srcId="{FEB42520-77CE-4A1D-BFB1-8819769203C5}" destId="{4B1B9410-65E7-4C77-885F-C8959676CA96}" srcOrd="0" destOrd="0" presId="urn:microsoft.com/office/officeart/2005/8/layout/hierarchy1"/>
    <dgm:cxn modelId="{BD2E4DEE-1469-44EF-9615-3424B8635112}" type="presParOf" srcId="{4B1B9410-65E7-4C77-885F-C8959676CA96}" destId="{3BF970B3-11B1-4A1C-958D-01E73467A8D3}" srcOrd="0" destOrd="0" presId="urn:microsoft.com/office/officeart/2005/8/layout/hierarchy1"/>
    <dgm:cxn modelId="{D14BC461-3707-439D-96D6-E13FFC33A9BE}" type="presParOf" srcId="{3BF970B3-11B1-4A1C-958D-01E73467A8D3}" destId="{18A5B7EC-D153-4439-8403-96DADD4A5BE1}" srcOrd="0" destOrd="0" presId="urn:microsoft.com/office/officeart/2005/8/layout/hierarchy1"/>
    <dgm:cxn modelId="{66C22A6A-560A-4CD4-8291-9FBB11410473}" type="presParOf" srcId="{3BF970B3-11B1-4A1C-958D-01E73467A8D3}" destId="{F2B96EA4-E9A2-444C-A5BF-75675BAA1AA1}" srcOrd="1" destOrd="0" presId="urn:microsoft.com/office/officeart/2005/8/layout/hierarchy1"/>
    <dgm:cxn modelId="{D9637FEE-A731-4657-9387-4842C653A4E3}" type="presParOf" srcId="{4B1B9410-65E7-4C77-885F-C8959676CA96}" destId="{78571924-D1AE-483C-87E1-D04F850186F3}" srcOrd="1" destOrd="0" presId="urn:microsoft.com/office/officeart/2005/8/layout/hierarchy1"/>
    <dgm:cxn modelId="{E4EF05D6-1A85-40AB-8093-3A9CEDD0A6A8}" type="presParOf" srcId="{FEB42520-77CE-4A1D-BFB1-8819769203C5}" destId="{755D2731-DE49-4087-9F8C-0E8A4D64BDB5}" srcOrd="1" destOrd="0" presId="urn:microsoft.com/office/officeart/2005/8/layout/hierarchy1"/>
    <dgm:cxn modelId="{E124A1FF-32A1-4C01-93E0-37703284572C}" type="presParOf" srcId="{755D2731-DE49-4087-9F8C-0E8A4D64BDB5}" destId="{2A5F7D64-2D5D-42B0-9E3C-16101A574BC7}" srcOrd="0" destOrd="0" presId="urn:microsoft.com/office/officeart/2005/8/layout/hierarchy1"/>
    <dgm:cxn modelId="{D5263355-C767-480A-8A3C-B473411CB6BA}" type="presParOf" srcId="{2A5F7D64-2D5D-42B0-9E3C-16101A574BC7}" destId="{09B04A34-D9E5-4370-A876-C72E0112BB82}" srcOrd="0" destOrd="0" presId="urn:microsoft.com/office/officeart/2005/8/layout/hierarchy1"/>
    <dgm:cxn modelId="{FCA20229-35EB-42DF-94CF-3982C31573C8}" type="presParOf" srcId="{2A5F7D64-2D5D-42B0-9E3C-16101A574BC7}" destId="{04E721F6-BB89-4465-8E61-1A4EB30D3CBD}" srcOrd="1" destOrd="0" presId="urn:microsoft.com/office/officeart/2005/8/layout/hierarchy1"/>
    <dgm:cxn modelId="{4C4D95CA-515E-47A4-8ABE-27BBFB406357}" type="presParOf" srcId="{755D2731-DE49-4087-9F8C-0E8A4D64BDB5}" destId="{20D95A36-CDC0-4E5D-8244-AA312DC6D5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5B7EC-D153-4439-8403-96DADD4A5BE1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2B96EA4-E9A2-444C-A5BF-75675BAA1AA1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Bir şarkının başarısını sadece sanatçının ünü mü belirler, yoksa şarkının teknik özellikleri (hız, ton) de etkili midir?</a:t>
          </a:r>
          <a:endParaRPr lang="en-US" sz="2500" kern="1200"/>
        </a:p>
      </dsp:txBody>
      <dsp:txXfrm>
        <a:off x="585701" y="1066737"/>
        <a:ext cx="4337991" cy="2693452"/>
      </dsp:txXfrm>
    </dsp:sp>
    <dsp:sp modelId="{09B04A34-D9E5-4370-A876-C72E0112BB82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E721F6-BB89-4465-8E61-1A4EB30D3CBD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Şarkının Temposunun (Hız) ve Modunun (Ton) popülerlik puanı üzerindeki etkisini istatistiksel olarak analiz etmek ve müzik yapımcıları için veriye dayalı bir öneri sunmaktır.</a:t>
          </a:r>
          <a:endParaRPr lang="en-US" sz="2500" kern="1200"/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6.3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14 128,'0'0'787,"0"-10"-139,0 7-364,0 6-88,0 15 8,0 29 6,0 345 1679,0-226-5016,0-176 1924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7.2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69 435 144,'-20'0'902,"20"-2"-497,0-2-282,-1 3-103,1-1 1,0 0-1,0 0 0,0 1 1,0-1-1,0 0 1,0 0-1,1 1 0,-1-1 1,0 0-1,1 0 1,-1 1-1,2-3 1,24-22 38,-22 22-42,1 0 0,-1 0-1,0 0 1,0-1 0,0 0 0,0 0-1,-1 0 1,0 0 0,0 0 0,0-1-1,0 0 1,1-6 0,-1 3 5,1 1-1,0 0 1,0 0-1,1 0 1,-1 1 0,2-1-1,5-6 1,13-19 64,10-19-1,-31 48-66,0 0 0,0 0-1,0-1 1,-1 0 0,2-5 0,-2 6-4,0-1 1,0 1 0,1 0 0,5-8 0,-7 10-9,1 0-1,-1 0 0,0-1 1,0 1-1,0 0 0,0-1 1,2-4-1,4-10 39,0 9-24,-6 7-13,-1 0 0,1 0-1,0 0 1,0 0 0,0 0-1,-1 0 1,1-1-1,0 1 1,-1 0 0,1 0-1,-1 0 1,1-1-1,-1 1 1,0 0 0,0 0-1,1-1 1,-1 1-1,0 0 1,0-3 0,1-13 122,0 24-119,-1-4-12,0 0 1,0-1-1,0 1 0,-1 0 0,1 0 0,0 0 1,-1-1-1,0 1 0,-2 5 0,-2-1 5,0 1 1,0 0-1,1 1 0,-5 10 0,-16 37 15,11-29-33,11-23 23,0 1-1,0 0 1,0 0-1,1 0 0,0 0 1,-2 8-1,-1 1 5,-1 1-1,0-1 1,-1-1-1,-15 23 0,3-4 36,5-10-35,-4 8 19,14-15-10,4-12-20,-1-1 0,1 0 1,-1 1-1,0-1 0,0 0 0,0 1 1,0-1-1,0 0 0,0 0 0,0 0 0,-1 0 1,-1 2-1,-36 55 182,37-57-178,1 0 1,0 0-1,-1 1 0,1-1 0,0 0 1,0 1-1,-1 4 0,-5 10 27,0-8-16,6-8-16,0 0 1,0 0-1,0 0 0,0 0 0,1 0 1,-1 0-1,0 0 0,1 0 0,-1 0 1,1 1-1,-1-1 0,1 0 0,0 0 1,-1 0-1,1 1 0,0-1 0,0 3 1,0-4-3,0 1 0,0-1 1,0 0-1,0 1 0,0-1 0,0 1 1,0-1-1,0 0 0,0 1 1,0-1-1,0 0 0,0 1 0,-1-1 1,1 1-1,0-1 0,0 0 1,0 1-1,0-1 0,0 0 0,-1 1 1,1-1-1,0 0 0,0 0 1,-1 1-1,1-1 0,0 0 0,-1 0 1,1 1-1,0-1 0,0 0 1,-1 0-1,1 0 0,0 1 0,-1-1 1,1 0-1,-1 0 0,1 0 2,-1 0 0,1 0 0,0 1-1,-1-1 1,1 0 0,-1 0 0,1 0 0,0 1-1,-1-1 1,1 0 0,0 0 0,-1 1-1,1-1 1,0 0 0,0 1 0,-1-1 0,1 0-1,0 1 1,0-1 0,0 0 0,-1 1 0,1-1-1,0 1 1,0-1 0,0 1 0,0-1-1,0 0 1,0 1 0,0-1 0,0 1 0,0-1-1,0 1 1,0-1 0,0 0 0,0 1 0,0 0-1,0-1 1,0 0 0,0 0 0,0 0 0,0 0 0,0 1 0,0-1 0,0 0 0,0 0 0,0 0 0,0 0 0,0 0 0,1 1 0,-1-1 0,0 0 0,0 0 0,0 0 0,0 0 0,0 0 0,0 0 0,0 0 0,0 0 0,0 1 0,1-1 0,-1 0 0,0 0 0,0 0 0,0 0 0,0 0 0,0 0 0,0 0 0,1 0 0,-1 0 0,0 0 0,0 0 0,0 0 0,0 0 0,0 0 0,1 0 0,-1 0 0,0 0 0,0 0 0,0 0 0,0 0 0,0 0 0,1 0 0,10-6-25,-9 5 5,0-1 0,0 0 0,0 1 0,0-1 0,0 0 0,0 0 0,0-1 0,2-3 0,-2 4 12,-1 0 1,1 0-1,-1 0 1,1 0 0,0 0-1,0 0 1,0 1-1,0-1 1,0 1-1,0 0 1,0-1-1,0 1 1,4-1-1,12-8-22,20-30-102,-19 19 93,-16 17 24,0 0 0,0 1 0,1-1 0,-1 1 0,1 0 0,7-6 0,15-8-78,-13 9 55,0 0 0,22-11 0,-31 18 34,1 0 1,-1 0-1,1 0 0,0 1 0,0 0 0,0 0 0,-1 0 0,6 1 0,15 0 19,-23 0-10,0 0 1,0-1 0,-1 1 0,1 0-1,-1 0 1,1 0 0,0 0-1,-1 0 1,0 0 0,1 1 0,-1-1-1,0 0 1,0 1 0,1-1-1,-1 1 1,0-1 0,0 1 0,0 0-1,-1-1 1,1 1 0,0 0-1,-1 0 1,1 0 0,-1 0 0,1 0-1,-1-1 1,0 1 0,0 4-1,0-5 0,0 0 0,0 0 0,1 1 0,-1-1 0,0 0 0,1 0-1,-1 0 1,0 0 0,1 0 0,-1 0 0,1 0 0,-1 0 0,1 0-1,0 0 1,0 0 0,-1 0 0,1 0 0,0 0 0,1 1 0,4 5 26,2 17 70,-7-20-85,0-1 1,0 1-1,1 0 1,-1-1-1,1 1 0,3 5 1,0-3 8,-4-5-22,0 0-1,0 0 0,0 0 1,0 0-1,0 1 1,0-1-1,-1 0 0,1 0 1,0 1-1,-1-1 1,1 0-1,-1 1 0,1-1 1,-1 0-1,0 1 0,0-1 1,1 1-1,-1 2 1,-1 1 1,1-4-4,0 0 0,0 1 0,0-1 0,-1 1 0,1-1 0,0 0 0,1 1 0,-1-1 0,0 0 0,0 1 0,1-1 0,-1 0 0,0 1 0,1-1 0,0 2 0,1 0 2,-1 0 1,1 0-1,-1 0 1,0 0-1,0 0 0,0 0 1,0 1-1,0-1 0,-1 0 1,1 1-1,-1-1 1,0 0-1,0 1 0,0 5 1,0 2-12,0 16-402,0-26 381,0-1 0,0 1-1,0 0 1,0-1 0,-1 1-1,1-1 1,0 1 0,0-1-1,0 1 1,0-1 0,-1 1-1,1-1 1,0 1 0,-1-1 0,1 1-1,0-1 1,-1 1 0,1-1-1,0 0 1,-1 1 0,1-1-1,-1 1 1,1-1 0,-1 0-1,1 0 1,-1 1 0,1-1 0,-1 0-1,1 0 1,-1 0 0,1 1-1,-1-1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7.6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72 208,'-2'0'526,"1"0"-493,1 0 1,0 0-1,0 0 1,0 0-1,-1 0 1,1 0-1,0-1 1,0 1-1,-1 0 1,1 0-1,0 0 1,0 0-1,0 0 1,-1 0-1,1 1 1,0-1 0,0 0-1,-1 0 1,1 0-1,0 0 1,0 0-1,0 0 1,-1 0-1,1 0 1,0 0-1,0 1 1,0-1-1,-1 0 1,1 0-1,0 0 1,0 0-1,0 1 1,0-1-1,0 0 1,-1 1-1,7 5 648,-4-5-821,3 1 287,7-1-56,-1-2 1,0 0 0,1 0-1,-1-1 1,15-5-1,37-19-31,-39 15-45,2 1 0,-1 2 0,28-6 1,-47 12-12,0 1 0,0 1 0,1-1 0,-1 1 0,7 1 1,16 0 2,4-1-480,-33 31-922,-3-23 957,-8-6-26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7.9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1 224,'-1'0'51,"-1"1"1,1 0-1,-1 0 0,1 0 0,0 0 1,0 0-1,0 0 0,-1 0 0,1 1 1,0-1-1,0 0 0,1 1 0,-1-1 1,-1 3-1,1-1 53,0 1 1,1-1-1,-1 0 0,1 1 1,0-1-1,0 4 1,0 1-63,0 1 54,-1 0-1,0 0 1,-3 13 0,2-13-5,0 1 1,1 0 0,-1 16 0,1-22-56,1 1 1,-1-1-1,0 1 0,0 0 1,0-1-1,-1 0 0,-1 6 1,1-6-5,0 0 0,0 1 0,1-1 0,0 0 0,0 1 0,0 0 0,0 5 0,1 43 211,0 132-2044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9.2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90 117 208,'0'0'1414,"-3"0"-1190,3 1-210,-1-1 1,0 0-1,1 0 0,-1 1 1,0-1-1,1 0 0,-1 1 1,1-1-1,-1 1 0,1-1 0,-1 0 1,1 1-1,-1-1 0,1 1 1,-1 0-1,1-1 0,-1 1 0,1-1 1,0 1-1,-1 0 0,1-1 1,0 1-1,0 0 0,-1-1 0,1 1 1,0 0-1,0 0 0,0-1 1,0 1-1,0 0 0,0 0 1,0 0-1,0 37 459,1-19-268,-1 3-13,1-13-116,0 1 0,-1-1 0,0 1-1,-1-1 1,0 1 0,-3 8 0,-4-5 2,7-12-71,0 0 0,1 0 0,-1 0 1,0 0-1,0 0 0,1 0 0,-1 1 1,1-1-1,-1 0 0,1 0 0,-1 1 1,1-1-1,0 0 0,0 0 0,-1 1 1,1-1-1,0 3 0,0 107 41,0-107-187,4-4-45,13 0-344,-17-1 510,1 1-1,0 0 0,-1 0 1,1 0-1,-1-1 1,1 1-1,-1 0 1,1-1-1,-1 1 0,1 0 1,-1-1-1,1 1 1,-1-1-1,1 1 1,-1-1-1,1 1 0,-1-1 1,0 1-1,1-1 1,-1 0-1,0 1 1,0-1-1,1 1 0,-1-1 1,0 0-1,0 1 1,0-2-1,3-16-133,-3 16 139,0 1-1,0-1 1,0 0 0,0 1-1,1-1 1,-1 0 0,1 1 0,-1-1-1,1 1 1,-1-1 0,1 1 0,0-1-1,0 1 1,0-1 0,2-1 0,-2 1 7,0 1 0,0 0 0,0-1 1,0 1-1,-1 0 0,1-1 0,0 1 1,-1-1-1,1 0 0,-1 1 0,1-1 1,-1 1-1,1-1 0,-1 0 0,0-3 1,0-118 2,0 122 7,0 0 0,0-1 0,0 1 0,0-1 0,-1 1 0,1 0 0,0-1 0,-1 1 0,1 0 0,0-1 0,-1 1 0,0 0 0,1 0 0,-1 0 0,0-1 0,0 1 0,1 0 0,-1 0 0,0 0 0,0 0 0,-2-1 0,-1-2 17,3 3-16,1 1-1,-1-1 0,1 0 1,-1 0-1,1 0 0,-1 0 1,1 0-1,0 0 0,-1 0 1,1 0-1,0 0 0,0 0 1,0 0-1,0 0 0,0 0 1,0 0-1,0 0 0,0-1 1,-1-8 11,-2 1-2,2 5-6,-1-1-1,1 1 1,0-1-1,0 0 1,0 0 0,0 0-1,1-9 1,-1 2-2,1 7 3,0 0 0,-1-1-1,2 1 1,-1 0-1,0 0 1,3-10-1,0 10-7,0 0-1,1-1 0,-1 1 1,1 1-1,0-1 0,0 0 0,1 1 1,-1 0-1,9-5 0,-8 7 1,1 1 0,-1 0 0,1 1 0,0 0 0,-1 0 1,9 1-1,9 0 10,-22-1-10,0-1 1,-1 1-1,1 0 1,0 1 0,-1-1-1,1 0 1,-1 0-1,1 0 1,0 0-1,-1 0 1,1 1-1,-1-1 1,1 0 0,0 0-1,-1 1 1,1-1-1,-1 1 1,1-1-1,-1 0 1,1 1-1,-1-1 1,0 1-1,1-1 1,-1 1 0,1 0-1,-1-1 1,0 1-1,0-1 1,1 1-1,-1 1 1,2 26 114,-2-13-59,0-3-21,1-8-23,-1 0 0,0 0 0,0 0 1,0-1-1,0 1 0,0 0 1,-1 0-1,0 0 0,0-1 0,-1 5 1,-12 5 66,8 4 7,6-14-75,-1-1 0,0 1 1,0-1-1,0 1 0,0-1 0,0 1 1,-1-1-1,-2 4 0,1-2 5,0 0-1,1 0 0,-1 0 1,1 0-1,-2 6 1,0-1 18,3-8-30,0 1 1,0-1 0,0 0 0,-1 0 0,1 0-1,0 1 1,0-1 0,-1 0 0,1 0 0,0-1 0,-3 2-1,-8 8 19,12-9-19,-1 0 0,1-1 0,-1 1 0,1 0 0,0 0 0,-1 0-1,1 0 1,0 0 0,0 0 0,0 0 0,-1 0 0,1 0 0,0 0 0,1 2 0,-1 0 52,3-3-39,23 0-27,-4-1 11,1 1 0,-1 2 1,24 4-1,-45-6-2,-1 0 0,1 0 0,-1 0 0,1 0 0,0 0 0,-1 0 0,1 0 0,-1 1 0,1-1 0,0 0-1,-1 0 1,1 1 0,-1-1 0,1 0 0,-1 1 0,1-1 0,-1 1 0,1-1 0,-1 1 0,0-1 0,1 1 0,-1-1 0,0 1-1,1-1 1,-1 1 0,0-1 0,1 1 0,-1 0 0,0-1 0,0 1 0,0 1 0,4 8 2,6 4 8,-7-11-6,-1 0 0,1 0 1,-1 0-1,0 1 1,0-1-1,3 8 0,-4-6-1,1 0 0,0 0 0,1 0 1,-1 0-1,1-1 0,3 6 0,-5-9 0,-1 0 1,1 0 0,-1 0 0,1 0-1,-1 0 1,1 1 0,-1-1-1,0 0 1,1 0 0,-1 1 0,0-1-1,0 0 1,0 0 0,0 1-1,0-1 1,0 0 0,0 0 0,-1 2-1,1 2 23,0 102 563,-1-106-584,1 0 0,0 0 0,0 0-1,-1 0 1,1 0 0,0 0 0,-1 0-1,1 0 1,-1-1 0,1 1 0,-1 0-1,1 0 1,-1-1 0,1 1 0,-1 0-1,0-1 1,1 1 0,-1 0 0,0-1-1,0 1 1,1-1 0,-1 1 0,0-1 0,0 0-1,0 1 1,0-1 0,1 0 0,-1 0-1,0 0 1,0 1 0,0-1 0,-1 0-1,-8 3 90,5-1-66,1-1-1,-1 1 1,0-1 0,0 0 0,1 0-1,-1-1 1,-7 1 0,-43-2 9,32 0-42,17 1-32,1-1 1,-1 0-1,1 0 1,0 0-1,-1 0 1,1-1 0,0 0-1,0 0 1,0-1-1,0 1 1,0-1 0,1 0-1,-7-6 1,-20-11-506,25 16 415,-22-14-219,26 17 301,1 0 0,0-1-1,0 1 1,-1 0 0,1 0 0,0-1 0,0 1 0,0-1 0,0 1-1,1-1 1,-1 1 0,0-1 0,1 0 0,-1 1 0,0-1 0,1 0-1,0 0 1,-1-2 0,1 2-31,0 0-1,0-1 1,0 1 0,-1 0-1,1 0 1,0 0 0,-2-4-1,-15-25-665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2:59.6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0 128,'0'0'1177,"4"1"-895,10 5-98,-11-5-42,-3 3-38,0 172 1302,0-168-1346,1-1 0,0 1 0,0 0 0,3 9 0,-2-11-7,-1 2-1,1-1 1,-1 0-1,0 9 1,-1 117 694,0-128-729,0 0 1,1 0 0,-1 0-1,1 0 1,0 0-1,1 0 1,-1 0 0,3 4-1,-2-4-1,0-1 0,-1 1-1,0-1 1,1 1 0,-2 0 0,1-1 0,0 11-1,-1 35 59,0-47-72,0-1 0,1 1 0,-1 0 0,0-1 0,1 1 0,0 0 0,-1-1 0,1 1 0,3 4 0,-3-5-15,-1 0-1,1 0 0,0 0 1,0 0-1,-1 0 0,1 1 1,-1-1-1,0 0 1,1 4-1,-1-6-19,0 1 0,0-1-1,0 1 1,0-1 0,0 1 0,0-1-1,1 0 1,-1 1 0,0-1 0,0 1 0,0-1-1,1 1 1,-1-1 0,0 0 0,0 1-1,1-1 1,-1 0 0,0 1 0,1-1 0,-1 0-1,0 0 1,1 1 0,-1-1 0,1 0 0,-1 0-1,0 0 1,1 1 0,-1-1 0,1 0-1,-1 0 1,1 0 0,-1 0 0,0 0 0,1 0-1,-1 0 1,1 0 0,-1 0 0,1 0 0,-1 0-1,0 0 1,1-1 0,0 1 0,2 0 64,0 0-563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00.0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43 240,'0'13'1361,"-1"0"-1181,0-10-146,1 1 0,-1 0 0,1-1-1,0 1 1,0 0 0,1-1 0,-1 1 0,1-1 0,-1 1 0,1 0 0,2 5 0,7 8 60,9 25 1,-8-21-23,-9-19-68,-1 0 0,0 0 0,0-1 0,0 1 0,0 0 0,0 0-1,0 0 1,-1 0 0,1 0 0,-1 1 0,1-1 0,-1 0 0,0 0 0,0 3 0,0-2 3,1-1 0,-1 0 0,0 0 0,1 0 0,-1 1 1,1-1-1,0 0 0,-1 0 0,1 0 0,0 0 0,0 0 0,0 0 0,1 0 0,-1-1 1,0 1-1,1 0 0,-1-1 0,1 1 0,-1-1 0,1 1 0,0-1 0,-1 0 0,1 0 1,0 0-1,0 0 0,2 1 0,-3-2-7,0 0 1,-1 0-1,1 0 1,-1 0-1,1 1 0,-1-1 1,1 0-1,0 0 1,-1 0-1,1 1 0,-1-1 1,1 0-1,-1 0 1,1 1-1,-1-1 1,1 1-1,-1-1 0,1 0 1,-1 1-1,0-1 1,1 1-1,-1-1 0,0 1 1,1-1-1,-1 1 1,0-1-1,0 1 0,1 0 1,4 8 8,-1-7-5,0 0-1,1 1 1,0-2-1,-1 1 1,1 0 0,0-1-1,0 0 1,8 0-1,19-1-3,-31 0-1,0 0 1,0 0-1,0 0 0,0 0 0,0 0 0,0-1 0,0 1 0,0 0 1,0-1-1,0 1 0,0-1 0,0 0 0,0 1 0,0-1 1,0 0-1,0 1 0,1-2 0,1-1 0,8-3 2,-10 6-1,0 0 0,1-1 0,-1 1 0,0-1 1,1 0-1,-1 1 0,0-1 0,1 0 1,-1 0-1,0 0 0,0 0 0,0 0 0,0 0 1,0 0-1,0-1 0,0 1 0,0 0 1,-1 0-1,1-1 0,0 1 0,-1-1 0,2-1 1,-2 1 2,0 1 1,0 0-1,0-1 1,1 1-1,-1 0 1,0-1-1,1 1 1,-1 0-1,1 0 1,-1-1-1,1 1 1,1-2-1,-1 2-1,0 0-1,0-1 0,-1 1 1,1 0-1,0-1 0,-1 1 0,1-1 1,-1 1-1,0-1 0,1 1 1,-1-1-1,0 1 0,0-3 1,0-104 216,0 103-211,-1 0 0,-1 0-1,1 1 1,-1-1 0,0 0-1,0 1 1,0-1 0,0 1-1,-1-1 1,1 1 0,-1 0-1,0 0 1,-5-4 0,-11-15 28,18 21-30,0-1-1,0 1 1,-1 0 0,1 0-1,-1 0 1,0 0 0,0 1-1,1-1 1,-1 0-1,0 1 1,0-1 0,0 1-1,-1 0 1,1 0 0,0 0-1,0 0 1,-1 0 0,1 0-1,0 1 1,-1-1 0,1 1-1,0 0 1,-5 0-1,-8-1 32,-25 1 19,38 0-53,1 0-1,-1 0 0,0 0 0,0 0 0,0 1 0,0-1 0,1 1 1,-1-1-1,0 1 0,0 0 0,1 0 0,-1 0 0,0 0 1,1 0-1,-3 2 0,-1 9 0,4-10-2,0-1 0,1 1 0,-1 0 0,0 0 0,0-1 0,0 1 0,0 0-1,0-1 1,-1 1 0,-1 1 0,2-1-1,-2-1 1,1 1 0,-1 1 1,1-1-1,0 0 0,0 1 1,0-1-1,0 1 0,0-1 1,0 1-1,1 0 0,-1 0 1,1 0-1,0 0 0,0 0 1,0 0-1,0 0 0,0 1 1,1-1-1,-1 6 0,1-5-17,-1 1 0,1-1-1,-1 0 1,0 0 0,0 0-1,0 0 1,-4 7 0,3-6-20,1-1-1,-1 0 1,1 0 0,0 1 0,0-1 0,0 0 0,0 10 0,1 65-1466,0-76 911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00.6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0 400,'0'0'1526,"0"1"-1438,-1 25 93,1-15-107,-1 0 1,1 0-1,1 0 0,-1 0 1,4 12-1,-2-15-43,0 0-2,0 1 0,0-1 0,-1 1 0,1 12 0,-2-15-13,1 1 0,0-1 0,0 1 0,0-1 0,1 1 0,3 7 0,-3-8-1,0-1 0,-1 1 0,1 0 0,-1 0 0,0 0 0,0 8-1,-2 11 30,0-18-35,1 1 0,-1-1 0,2 0 0,-1 1 0,1-1 0,2 9 0,-3-14-8,3 8 18,0 1 0,-1 0 0,-1 0 0,1 16 0,-2-25-13,1 0 0,-1 0-1,0 0 1,0 0 0,1 0 0,-1 0 0,1 0-1,0 0 1,0 0 0,-1 0 0,1-1-1,0 1 1,0 0 0,2 1 0,3 8 25,-1 2-4,-4-12-26,0 1 1,-1 0-1,1 0 0,0-1 1,0 1-1,-1-1 1,1 1-1,1-1 0,-1 1 1,0-1-1,0 1 1,2 0-1,-1 0 2,0 0 1,1 0-1,-1-1 1,1 1 0,-1-1-1,1 1 1,0-1-1,0 0 1,-1 0-1,1 0 1,4 0-1,33 1 22,-30-2-23,-8 0-7,0-1-1,0 0 0,1 0 1,-1 0-1,0 0 1,0 0-1,-1-1 0,1 1 1,0-1-1,0 1 0,-1-1 1,1 0-1,-1 1 1,1-1-1,-1 0 0,0 0 1,1 0-1,0-4 1,0 3-1,0 0 0,0 0 1,0 0-1,0 0 1,1 0-1,4-4 0,-6 6 4,0-1 0,1 1 0,-1 0 0,0-1-1,0 1 1,0 0 0,0-1 0,0 0 0,0 1-1,0-1 1,0 1 0,0-1 0,-1 0 0,1 0-1,-1 0 1,1 1 0,-1-1 0,0 0 0,1 0-1,-1-2 1,0 2 8,-3 5 7,-4 9 5,1 0 0,-1 0 0,-7 23 0,13-33-12,0 1 0,0 0-1,-1-1 1,1 1 0,-1-1 0,0 0 0,-3 5-1,3-6-4,1 1 0,-1-1 0,1 1-1,0 0 1,0 0 0,-1 0-1,1 0 1,0 0 0,1 0-1,-1 0 1,0 0 0,0 0-1,1 0 1,-1 0 0,1 0-1,0 1 1,-1 3 0,1 107 449,0-112-436,0 1 0,0-1 0,0 0 0,1 1 0,-1-1 0,0 0-1,0 1 1,1-1 0,-1 0 0,1 0 0,-1 1 0,1-1-1,0 0 1,-1 0 0,1 0 0,0 0 0,-1 0 0,1 0 0,1 1-1,5 7 65,-2 2-6,-4-9-64,-1-1-1,1 1 1,0-1 0,0 0-1,-1 1 1,1-1 0,0 0-1,0 0 1,0 1-1,0-1 1,0 0 0,0 0-1,2 1 1,-2-1-3,1 1 0,0 0 0,0 0 0,-1 0 0,1 0 0,-1 0 0,2 3 0,4 7 27,-6-11-30,0-1 0,0 1 0,0 0 0,0 0-1,-1-1 1,1 1 0,0-1 0,0 1 0,0-1 0,0 1 0,1-1 0,-1 0-1,0 1 1,0-1 0,2 0 0,10 4 0,-12-3-2,0 0 0,1 0 0,-1 0 0,0 0 0,0 0 0,0 0 1,0 0-1,0 0 0,0 1 0,0-1 0,1 3 0,-2-3-3,0 0 0,1-1-1,-1 1 1,0 0 0,1 0 0,-1-1 0,1 1 0,0 0-1,-1 0 1,1-1 0,-1 1 0,1-1 0,0 1 0,0-1 0,-1 1-1,1-1 1,0 1 0,0-1 0,-1 0 0,1 1 0,0-1-1,0 0 1,0 0 0,0 0 0,-1 1 0,1-1 0,0 0 0,1-1-1,30 1-1020,-31 0 978,0 0 1,0 0-1,0 0 0,0 0 1,0 0-1,0-1 0,0 1 1,0 0-1,0-1 0,-1 1 1,1-1-1,0 1 0,0-1 1,0 1-1,-1-1 0,1 0 1,0 1-1,0-1 0,-1 0 1,1 0-1,-1 1 0,1-1 1,0-1-1,0 1-59,-1-1 32,1 1-1,-1 0 0,1-1 0,-1 1 0,0 0 0,1-1 1,-1 1-1,0-1 0,0 1 0,0-1 0,0-1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01.1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0 288,'-4'0'622,"-9"0"-107,9 0 26,4 2-386,0 0-142,3 21 359,-3-22-365,1 0 0,-1 0 0,1 0 0,-1-1 0,1 1 0,-1 0-1,1 0 1,0-1 0,-1 1 0,1 0 0,0-1 0,0 1 0,0-1-1,-1 1 1,1-1 0,0 0 0,0 1 0,0-1 0,0 0 0,0 1-1,1-1 1,32 15 108,50 6-155,-65-18-349,0-1 1,39-1-1,-47-1-70,4 0-8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01.3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0 160,'0'23'2012,"0"-23"-2005,0 1 1,0-1-1,0 1 1,0-1 0,0 0-1,0 1 1,0-1-1,0 1 1,1-1 0,-1 1-1,0-1 1,0 0 0,0 1-1,1-1 1,-1 0-1,0 1 1,1-1 0,-1 0-1,0 1 1,0-1-1,1 0 1,-1 0 0,1 1-1,-1-1 1,0 0-1,1 0 1,-1 0 0,0 0-1,1 1 1,-1-1-1,1 0 1,-1 0 0,0 0-1,1 0 1,0 0-1,6 2 93,-2 4 67,-4-6-158,-1 0-1,0 1 1,1-1 0,-1 1 0,1-1 0,-1 0 0,0 1 0,1-1 0,-1 0 0,1 0-1,-1 1 1,1-1 0,-1 0 0,1 0 0,-1 0 0,1 1 0,-1-1 0,1 0-1,-1 0 1,1 0 0,-1 0 0,1 0 0,-1 0 0,1 0 0,0-1 0,121 1 183,-116 0-345,0-1 1,1 0 0,-1-1-1,0 0 1,9-3-1,-8 2-138,8-7-485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1.1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107 0 176,'0'0'1331,"0"2"-1245,0 35 58,0-36-140,0 0 1,0 0-1,0 0 1,-1 0-1,1 0 1,0-1-1,0 1 1,-1 0 0,1 0-1,-1 0 1,1 0-1,-1 0 1,1 0-1,-1 0 1,0-1-1,1 1 1,-1 0-1,0 0 1,1-1-1,-1 1 1,-2 0-1,2 0 1,0 0 0,1-1 0,-1 1 0,0 0 0,0 0-1,0 0 1,0 0 0,1 0 0,-1 0 0,0 0 0,1 0-1,-1 0 1,1 0 0,-1 0 0,1 0 0,0 0 0,-1 0-1,1 0 1,0 0 0,0 1 0,-1-1 0,1 1 0,0 57 211,0-58-212,1 0 0,-2 0 0,1 0 1,0 0-1,0 0 0,0 0 0,0-1 0,-1 1 1,1 0-1,0 0 0,-1 0 0,1 0 1,-1 0-1,1 0 0,-1 0 0,1-1 0,-1 1 1,0 0-1,0 1 0,-5 6 18,4-1-2,1 1 0,0 0 0,0 0 0,1 0-1,0 0 1,1 11 0,0 7 103,0-9-31,0-11-60,-1 0 1,0 0-1,0 1 1,0-1-1,0 0 1,-1 0-1,0 0 1,-3 9-1,-4 0 37,4-9-41,0 0 0,0 1 0,1-1-1,0 1 1,1 0 0,-1-1 0,1 1-1,1 0 1,-2 10 0,3 75-50,-4-90-111,3-3 123,1 1 0,-1 0 0,0 0 0,0 0 0,1 0 0,-1 0 0,0 0 0,0 0 0,1 1 0,-1-1 0,0 0 0,1 0 0,-1 1 0,0-1 0,1 0 0,-1 1-1,0-1 1,1 0 0,-1 1 0,1-1 0,-1 1 0,1-1 0,-1 1 0,1-1 0,-1 1 0,0 1 0,-2 25-1210,3-26 1116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1.9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18 512 192,'0'0'395,"4"0"72,0 0-370,-3 0-82,0 0 0,0 0 0,-1 0 0,1 0 1,0 0-1,0 0 0,0 0 0,-1 0 0,1 0 0,0-1 0,0 1 0,-1 0 0,1 0 1,0-1-1,-1 1 0,1-1 0,0 1 0,-1-1 0,1 1 0,-1-1 0,1 1 0,0-1 0,-1 1 1,1-1-1,-1 1 0,0-1 0,2-1 0,0 0-2,0 0-1,0 0 1,1 0 0,-1 0-1,1 0 1,0 1 0,-1-1-1,1 1 1,0 0 0,0 0-1,5-2 1,-7 3-12,0 0 0,0 0 0,-1 0-1,1 0 1,0 0 0,-1 0 0,1 0 0,0-1 0,-1 1-1,1 0 1,0 0 0,-1-1 0,1 1 0,-1 0-1,1-1 1,0 1 0,-1-1 0,1 1 0,-1-1 0,1 1-1,-1-1 1,0 1 0,1-1 0,-1 1 0,1-1-1,-1 0 1,0 1 0,1-1 0,-1 1 0,0-2 0,5-9 5,9-3-3,-11 12-3,-1 1 1,0-1-1,-1 0 1,1 0-1,0 0 1,0 0-1,-1 0 1,1 0-1,-1 0 1,1-3-1,0 1 2,1-5 3,0 1 0,0-1 0,1 1 0,7-12 0,-7 14-5,0 0-1,-1 0 1,0 0 0,3-10 0,-4 10-2,0 1 1,0 0 0,0 0-1,1 0 1,0 1 0,6-9-1,-5 6 2,0 1-1,0-1 0,-1-1 1,0 1-1,0 0 0,0-1 1,-1 1-1,1-11 0,13-32 4,-8 35 4,-6 13-7,-1 0 0,0 1 1,1-1-1,-1 0 0,0-1 1,0 1-1,-1 0 0,1 0 1,0 0-1,-1 0 0,1-1 0,-1 1 1,0-4-1,0-98-3,0 102-15,0 6 23,1-2-4,-1-1-1,0 1-1,0-1 0,1 0 0,-1 1 0,0-1 0,0 0 0,0 1 1,0-1-1,0 0 0,-1 1 0,1-1 0,0 0 0,-1 1 0,1-1 0,0 0 1,-1 1-1,0-1 0,1 0 0,-2 1 0,-3 3 14,1 0-1,0 1 1,0-1 0,0 1 0,0 0-1,1 0 1,-3 7 0,-17 39 161,-20 67 1,26-71-76,4-15-25,12-29-65,-2 1 0,1-1-1,0 1 1,-1-1-1,-4 6 1,4-8-5,1 1 1,1 0 0,-1-1-1,0 1 1,1 0-1,-1 0 1,1 0 0,0 0-1,0 0 1,0 0 0,0 0-1,0 0 1,1 0 0,-1 1-1,1 3 1,1 1 11,-1 1 0,0 0 1,-1-1-1,0 1 0,0 0 0,-1-1 1,0 1-1,-1-1 0,1 0 0,-7 13 1,-1-5 31,6-11-42,1 0 0,0 0 1,0 0-1,1 1 0,-1-1 1,1 1-1,0 0 0,0-1 0,1 1 1,-1 8-1,2-13-5,0 1 0,0-1 0,0 0 0,0 0 0,-1 0-1,1 0 1,0 1 0,0-1 0,-1 0 0,1 0 0,-1 0 0,1 0 0,-1 0 0,0 0 0,1 0 0,-1 0 0,0 0 0,1 0 0,-1 0-1,0 0 1,0-1 0,0 1 0,-2 1 0,-4 4 4,6-3-5,0 0 0,0 0 0,0 0 0,0 0 1,1 0-1,-1 1 0,1-1 0,0 0 1,0 1-1,0-1 0,0 0 0,2 5 0,-2 6 3,-2 3 8,2-17-10,0 0-1,0 1 0,-1-1 0,1 1 1,0-1-1,-1 0 0,1 1 0,-1-1 1,1 0-1,0 0 0,-1 1 1,1-1-1,-1 0 0,1 0 0,-1 0 1,1 1-1,-1-1 0,1 0 0,0 0 1,-1 0-1,1 0 0,-1 0 1,1 0-1,-1 0 0,1 0 0,-1 0 1,-2 0-12,2-10 4,1 8 5,0 1 0,0 0 1,-1-1-1,1 1 1,0 0-1,0-1 1,1 1-1,-1 0 1,0-1-1,0 1 1,1 0-1,-1-1 1,1 1-1,-1 0 0,2-2 1,2-2-4,-3 4 2,0 0 1,-1 0-1,1 0 1,0 0-1,0 0 1,-1 0-1,1 0 1,0-1-1,-1 1 0,1 0 1,-1 0-1,0-1 1,1 1-1,-1 0 1,0 0-1,0-1 1,0-2-1,0 3 2,0 0 0,0 0-1,0-1 1,1 1 0,-1 0-1,0 0 1,1 0 0,-1-1-1,0 1 1,1 0 0,-1 0-1,1 0 1,0 0 0,-1 0 0,1 0-1,0 0 1,0 0 0,0 0-1,-1 0 1,1 0 0,0 1-1,0-1 1,0 0 0,1 1-1,-1-1 1,0 0 0,1 0-1,0 0-6,0 0-1,0 0 0,0-1 0,0 1 0,0-1 0,0 1 0,0-1 0,1-2 0,3-4-36,-4 4 33,1 1-1,-1-1 1,1 0 0,0 1-1,0 0 1,0 0-1,1 0 1,-1 0-1,1 1 1,6-4-1,-9 5 8,1 0 0,-1 0 0,1 0 0,-1 0-1,1 0 1,-1 0 0,1 0 0,-1-1-1,0 1 1,0 0 0,1-1 0,-1 1-1,0-1 1,0 1 0,-1-1 0,1 1 0,0-1-1,0-2 1,1-1-5,0 2 3,0 1-1,0-1 1,1 1-1,-1-1 1,0 1-1,1 0 1,-1 0-1,1 0 1,0 0-1,0 0 1,0 1-1,0-1 1,4-1-1,9-5-4,-5 3 2,-1 1 1,1 1-1,0-1 1,0 2 0,0 0-1,0 0 1,1 1-1,-1 0 1,0 1 0,18 1-1,-1 0 42,-26-1-23,0 0 0,1 1 0,-1-1 0,0 1 0,0 0 0,0-1 0,0 1 0,0 0 0,0 0 1,0 0-1,0 1 0,-1-1 0,1 0 0,0 1 0,-1-1 0,1 1 0,1 2 0,9 6 81,-1-6-15,-4 5-19,0-5-34,-6-3-16,0-1-1,0 1 1,0-1 0,0 1-1,0 0 1,0 0 0,0-1-1,0 1 1,-1 0 0,1 0-1,0 0 1,0 0 0,-1 0-1,1 0 1,-1 0 0,1 0 0,-1 0-1,1 1 1,-1-1 0,1 1-1,15 20 129,-14-20-121,0 0-1,0 0 0,0 0 1,0 0-1,-1 1 0,1-1 0,-1 0 1,1 1-1,-1-1 0,0 1 1,0-1-1,0 1 0,-1 0 0,1-1 1,0 4-1,-1 96-1295,0-113 506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2.3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0 176,'0'0'475,"0"3"67,0-2-520,0 0 0,0 0 0,1-1 0,-1 1 1,0 0-1,0 0 0,1 0 0,-1 0 1,0 0-1,1 0 0,-1-1 0,1 1 0,-1 0 1,1 0-1,0 0 0,-1-1 0,1 1 1,0-1-1,-1 1 0,1 0 0,0-1 0,0 1 1,-1-1-1,1 1 0,0-1 0,0 0 1,0 1-1,0-1 0,1 0 0,4 2 14,1-1 0,-1 0 0,1 0-1,11-1 1,375 0 10,-389 0-188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2.6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1 160,'0'319'2913,"1"-316"-2905,-1 1 0,0-1 0,1 0 0,0 0 0,0 0 0,-1 0 0,2 0 0,-1 0 0,0-1 0,4 6 0,-4-6-5,1 1-1,-1 0 0,1 0 0,-1 0 0,0 0 0,0 0 1,0 1-1,0-1 0,-1 0 0,1 6 0,-1 63-604,0-70 169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3.5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0 240,'0'0'2001,"4"0"-1988,341 0-157,-342 0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3.8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0 272,'0'55'1494,"-3"-46"-1387,0-4-70,1 1 0,0-1 0,0 1-1,1 0 1,-1-1 0,1 1 0,0 0 0,1 0 0,0 0 0,0 0 0,0 5 0,0 236-152,0-245-146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4.2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1 224 64,'0'2'22,"0"0"-1,0 0 1,1 0 0,-1 0-1,1 0 1,-1-1 0,1 1-1,0 0 1,-1 0 0,1-1 0,0 1-1,0 0 1,0-1 0,0 1-1,1-1 1,-1 1 0,2 1-1,9 11 472,-8-10-425,0 0 0,0-1 0,0 0-1,0 0 1,1 0 0,-1 0 0,1-1 0,6 3 0,21 13 52,-31-17-115,0 0-1,0 0 0,1 0 1,-1 0-1,0-1 1,0 1-1,1 0 1,-1-1-1,1 1 1,-1-1-1,3 1 1,4 2 0,-2 0-3,0-1 1,0 0-1,0 0 0,1-1 1,-1 1-1,1-1 0,-1-1 1,1 1-1,11-2 0,-11 1-1,-6 0-1,1 0 0,-1 0 0,1 0 0,0-1 0,-1 1 0,1 0 0,-1-1 0,1 1 0,-1-1 0,0 0 0,1 1 0,-1-1 0,0 0 0,1 0 0,-1 0 0,0 0 0,0 0 0,0 0 0,0 0 0,0-1 0,0 1 0,2-3 0,-2 1 0,1 0 0,-1-1 0,1 1-1,-1-1 1,0 1 0,-1-1-1,1 0 1,0 1 0,-1-1-1,0-4 1,0-132 51,0 138-50,0 0 1,0-1 0,-1 1-1,1 0 1,-1-1 0,1 1-1,-1 0 1,0 0-1,0 0 1,0 0 0,0 0-1,0 0 1,0 0-1,-3-3 1,-3-7 25,-1-6 21,8 16-43,-1 0-1,1 0 0,-1 0 1,1 1-1,-1-1 0,0 0 1,0 1-1,0-1 0,0 1 1,0-1-1,0 1 0,0-1 1,-3-1-1,-3-3 11,4 4-3,1 1-1,-1-1 1,1 0-1,0-1 1,0 1-1,-3-5 1,3 5-7,0-1 0,0 1 0,-1 0 0,1 0 0,-1 0 0,1 0 0,-1 1 0,1-1 0,-1 1 0,0-1 1,0 1-1,0 0 0,1 0 0,-1 0 0,0 1 0,0-1 0,-1 1 0,1-1 0,0 1 0,0 0 0,0 0 0,0 1 0,0-1 0,0 0 0,0 1 0,-4 1 0,-6 2 9,0 0 0,0 1 0,0 1 0,-19 10-1,31-15-12,-1 0-1,0 0 0,1 0 0,0 0 0,-1 0 1,1 0-1,-1 0 0,1 0 0,0 1 0,0-1 1,0 0-1,0 1 0,0-1 0,-1 3 0,1-1 0,0 1 0,1-1 0,-1 1-1,1 0 1,0-1 0,0 6-1,0-2 0,0 110-1205,0-115 734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4.4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1 320,'0'14'700,"-1"-9"-612,1 0-1,-1-1 1,1 1 0,1-1-1,-1 1 1,1 0 0,-1-1-1,3 6 1,0-1-53,0 0 0,-1 0 0,0 0 0,0 0 0,-1 0 0,0 1 0,-1-1 0,0 11 0,0-15-25,1 1-1,0-1 1,0 0 0,0 0 0,1 0 0,-1 0 0,4 5 0,-3-5-1,0 0 1,0 0-1,0 0 1,-1 0-1,0 0 1,0 0-1,0 6 0,-1-6-6,1 0 0,-1-1-1,1 1 1,0-1-1,0 1 1,3 8-1,2 5 4,1 16-6,2-18-8,-8-14 1,1 0 1,-1 0 0,0 0-1,0 0 1,0 0 0,0 0 0,0 0-1,-1 0 1,1 0 0,-1 0-1,1 0 1,-1 4 0,0 19-1179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4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0 109 192,'0'-82'1470,"1"81"-1469,-1 0 0,0 1 0,1-1 0,-1 0 0,0 1 0,1-1 0,-1 1 0,1-1 0,-1 1 0,1-1 0,-1 1 0,1-1 0,0 1 0,-1 0 0,1-1 0,0 1 0,-1 0 0,1-1 0,0 1 0,0 0 0,21-8 9,-11 4 7,-8 3-14,-1 0 0,0 1 0,0-1 0,1 0 1,-1 1-1,1 0 0,-1 0 0,1-1 0,-1 1 0,0 0 0,1 1 0,-1-1 0,3 1 0,3 0 5,6-2 4,-13 1-11,0 0-1,0-1 1,0 1 0,0 0 0,0 0-1,0 0 1,0 0 0,0 0 0,0 0 0,0 0-1,1 0 1,-1 1 0,0-1 0,0 0-1,0 1 1,0-1 0,-1 0 0,1 1 0,0-1-1,0 1 1,0 0 0,0-1 0,0 1-1,0 0 1,-1-1 0,1 1 0,0 0 0,-1 0-1,1 0 1,-1-1 0,1 1 0,0 0-1,-1 0 1,0 0 0,1 1 0,1 4 9,-1-3-1,1 1 0,-1-1 0,1 0 0,-1 0 0,1 1 0,0-1 1,3 3-1,0-2 11,-3-2-8,-1-1-1,1 1 0,-1 0 1,1-1-1,-1 1 0,1 0 1,-1 0-1,0 0 0,0 0 1,0 0-1,0 0 0,1 5 1,2 3 26,-2-5-23,0 0 1,-1 0-1,1 0 0,-1 0 0,-1 0 1,1 0-1,0 0 0,-1 6 1,0 78 200,0-88-214,0 0-1,-1-1 1,1 1 0,0 0 0,0-1-1,0 1 1,0 0 0,-1-1 0,1 1 0,0-1-1,-1 1 1,1 0 0,0-1 0,-1 1 0,1-1-1,-1 1 1,1-1 0,-1 1 0,1-1-1,-1 0 1,1 1 0,-1-1 0,0 0 0,1 1-1,-1-1 1,1 0 0,-2 1 0,-1 0-13,0-1 1,1 1 0,-1-1-1,0 1 1,0-1 0,0 0-1,-3 0 1,2 0-26,1 0 1,0 0-1,0-1 1,0 1-1,0-1 0,0 0 1,0 0-1,0 0 1,0 0-1,0 0 1,0-1-1,1 1 0,-6-4 1,-26-21-851,33 25 805,0-1-1,1 1 0,-1-1 1,1 1-1,0-1 1,-1 0-1,1 1 0,0-1 1,0 1-1,0-1 1,0-2-1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5.0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1 192,'-1'18'433,"0"-14"-333,1 1 0,-1 0 1,1 0-1,0 0 0,1 0 0,-1-1 1,1 1-1,0 0 0,3 7 0,3 0-28,-5-10-60,-1 0 0,0 0 0,1 0 0,-1 0 0,0 0 0,0 0 0,0 0 0,0 0 0,-1 0-1,1 1 1,-1-1 0,1 0 0,-1 0 0,0 3 0,0 357 114,0-359-545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5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181 109 128,'0'-2'41,"0"1"0,0 0 0,0-1 0,0 1 0,0-1 1,1 1-1,-1-1 0,0 1 0,1-1 0,-1 1 0,1 0 0,0-1 0,-1 1 0,1 0 0,0-1 0,0 1 0,0 0 0,0 0 1,0 0-1,0 0 0,0 0 0,2-2 0,2-1 39,-4 2-47,0 0 0,0 0 0,0 0 0,-1 0 0,1-1 0,-1 1 0,1 0 0,-1 0 0,0-1 0,0 1 0,0 0 1,0 0-1,0 0 0,-1-1 0,1 1 0,-1 0 0,1 0 0,-1 0 0,-2-4 0,-13-7 39,13 11-57,-1 0 0,0 1-1,0-1 1,1 1 0,-1 0 0,0 0 0,0 0-1,0 0 1,0 1 0,0-1 0,0 1-1,0 0 1,0 1 0,-8 0 0,-11 0 35,22-1-47,-1 0 0,1-1 1,-1 1-1,1 0 0,-1 0 0,0 1 0,1-1 0,-1 0 0,1 0 0,-1 1 0,1-1 0,-1 1 0,1-1 1,-1 1-1,1 0 0,0 0 0,-1 0 0,1-1 0,0 1 0,0 0 0,0 0 0,-1 1 0,1-1 0,0 0 0,0 0 1,1 1-1,-1-1 0,0 0 0,0 1 0,1-1 0,-2 3 0,0-1 7,0 0 0,0 0-1,0 0 1,-1-1 0,1 1 0,-1 0 0,-6 3-1,0 2 9,8-6-16,0-1 0,1 1 0,-1-1 0,0 1 0,1-1 0,-1 1 0,1 0 0,-1-1 1,1 1-1,0 0 0,-1-1 0,1 1 0,0 0 0,0-1 0,1 1 0,-1 2 0,-1 11 6,-5-7-9,5-7 1,1-1 0,-1 1 1,0 0-1,1 0 0,-1-1 1,1 1-1,-1 0 0,1 0 1,-1 0-1,1 0 0,0-1 1,-1 1-1,1 0 0,0 0 1,0 0-1,0 0 0,0 0 0,0 0 1,0 2-1,0 90 35,0-92-38,0 1 0,0 0 0,0 0 1,0-1-1,1 1 0,-1 0 0,1 0 0,-1-1 1,1 1-1,0 0 0,-1-1 0,1 1 0,0-1 0,0 1 1,0-1-1,0 1 0,1-1 0,0 2 0,1-1-63,1-2-25,8 1 26,18-2-79,-28 1 135,-1 0 1,0 0-1,0-1 1,0 1 0,0 0-1,1-1 1,-1 1-1,0-1 1,0 0-1,0 1 1,0-1 0,0 0-1,0 1 1,-1-1-1,1 0 1,0 0-1,0 0 1,0 0-1,-1 0 1,1 0 0,0-1-1,0 0 1,1 0 0,-1 0 0,0 0 0,1 0 0,-1 0 0,1 1 0,-1-1 0,1 1-1,0-1 1,2-1 0,-2 2-9,0-1 1,1 0-1,-1 0 0,0 1 0,-1-1 0,1-1 0,0 1 0,-1 0 0,1 0 0,1-4 0,-1 3-1,-1 1-1,0 0 0,1 0 0,0 0 0,-1 0 0,1 1 0,0-1 1,0 0-1,0 1 0,0-1 0,0 1 0,4-3 0,-3 3-4,0-1 0,0 0 0,0 1 0,-1-2 0,1 1 0,-1 0 0,4-5 0,-5 6 21,1 0 1,-1 0 0,0-1-1,1 1 1,-1 0-1,0 0 1,1 0-1,-1 1 1,1-1 0,0 0-1,-1 0 1,1 1-1,0-1 1,-1 1-1,1 0 1,0-1-1,0 1 1,-1 0 0,1 0-1,0 0 1,0 0-1,3 1 1,3-1 34,-4 0 124,-1 3 22,-2-2-165,0 0 0,0 1 1,0-1-1,0 1 0,0 0 0,0-1 1,0 1-1,0 0 0,-1-1 0,1 1 0,-1 0 1,1 0-1,-1 2 0,7 16 38,2-9-22,-8-11-28,0 1 1,0 0-1,0 0 1,0-1-1,-1 1 1,1 0 0,0 0-1,-1 0 1,1 0-1,-1 0 1,1 0-1,-1 0 1,1 0-1,-1 0 1,0 0-1,1 0 1,-1 0-1,0 1 1,0-1-1,0 0 1,0 2-1,0 80 646,-1-112-622,0 19-58,0-1 0,1 1 1,1-1-1,0 1 0,3-16 0,-2 16-16,-1 4 13,1 0 0,-1 0 1,1 0-1,0 0 1,6-9-1,8 1-42,-8-4 5,-8 17 69,0-1 1,0 1-1,1 0 0,-1-1 1,1 1-1,-1 0 1,1-1-1,0 1 1,0 0-1,-1 0 1,1 0-1,0 0 1,0 0-1,0 0 1,0 0-1,0 0 1,2-1-1,23-14-29,-21 15 43,0 1-1,0-1 1,0 1 0,0 0 0,1 0-1,-1 0 1,0 1 0,6 0-1,-11 1-1,1-1 0,0 0 1,-1 1-1,0-1 0,1 0 0,-1 1 0,0-1 0,1 0 0,-1 1 0,0-1 0,0 1 1,0-1-1,0 1 0,0-1 0,-1 0 0,1 3 0,-1-2 0,1 0 0,-1-1-1,1 1 1,0 0 0,0-1 0,0 1 0,0 0-1,0-1 1,0 1 0,1 0 0,-1 0-1,0-1 1,1 1 0,0-1 0,-1 1 0,2 2-1,6 2 22,-7-5-24,0 0 0,0-1-1,0 1 1,0 0 0,0 0 0,0 0 0,0 0-1,-1 0 1,1 0 0,0 0 0,-1 0 0,1 0-1,0 0 1,-1 0 0,0 1 0,1-1 0,-1 0-1,0 0 1,1 0 0,-1 1 0,0-1 0,0 0-1,0 0 1,0 1 0,0-1 0,0 0 0,-1 2-1,1-2-2,0 0 0,0 0 0,0 0 1,0 0-1,0 0 0,0 0 0,0 0 0,0 0 0,0-1 0,1 1 0,-1 0 0,0 0 0,1 0 0,-1 0 0,0 0 0,1 0 0,-1-1 0,1 1 0,0 0 0,-1 0 0,1-1 0,0 1 0,-1 0 0,1-1 0,0 1 0,0-1 0,-1 1 0,1-1 0,2 1 0,-3 1 5,1-1 0,-1 0 0,1 0 1,-1 0-1,0 0 0,0 0 0,1 0 0,-1 0 0,0 0 0,0 1 0,0-1 0,0 0 0,0 0 1,-1 2-1,1-2 17,0-2-27,1 0-1,-1 0 1,0 0 0,0 1 0,1-1 0,-1 0-1,0 0 1,1 0 0,-1 1 0,0-1 0,1 0-1,-1 1 1,1-1 0,0 0 0,-1 1 0,1-1-1,-1 1 1,1-1 0,0 1 0,0-1 0,-1 1-1,1-1 1,1 0 0,6-4-17,-5 2-6,1-1 0,-1 0 1,0 1-1,0-1 0,-1 0 1,1-1-1,3-7 0,-2 4-15,-2 4 35,1 1-1,-1 0 0,1 1 0,0-1 0,0 0 0,0 1 1,5-4-1,2-1-9,-6 3 12,1 0-1,-1 0 1,1 1-1,0-1 1,0 1 0,0 1-1,0-1 1,0 1-1,1 0 1,-1 0 0,1 0-1,-1 1 1,1 0-1,0 0 1,0 0-1,-1 1 1,11 0 0,-15 0 6,-1 0 0,1 0 0,0 0 0,0 0 0,-1 0 0,1 0-1,0 0 1,-1 0 0,1 0 0,0 1 0,0-1 0,-1 0 0,1 0 0,0 1 0,-1-1 0,1 1 0,-1-1 0,1 0 0,0 1 0,-1-1 0,1 1 0,-1-1 0,1 1 0,-1 0 0,1-1 0,-1 1 0,0-1 0,1 2 0,1 25 224,-2-18-188,0 72 358,1-77-372,-1 0-1,0 0 0,1 0 0,0 0 1,0 0-1,0 0 0,3 6 0,-3-7-12,1 1 0,-1-1 0,0 0-1,0 1 1,-1-1 0,1 1 0,0 5-1,-1 63-179,0-70-130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7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0 192,'0'0'640,"25"0"17,-9 0-545,9 9 0,-1 5-112,-7-14 16,24 0-16,-17 0 0,-7 9 0,7-9 0,17 0-48,-24 0-128,7 0-128,-7 0-113,7 0-319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3:57.2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0 480,'25'0'608,"0"0"-159,-9 0-273,9 0-64,-9 0-48,9 0-48,-9 0 16,9 0 16,-9 0-64,9 0-48,15 0-48,-23 0-320,32 0-193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5.5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166 1 192,'-4'0'414,"-10"0"28,10 0 447,4 2-809,0-2-77,0 0 0,0 1 0,0-1 0,0 0 1,0 1-1,0-1 0,0 0 0,0 1 0,-1-1 0,1 1 0,0-1 1,0 0-1,0 0 0,0 1 0,-1-1 0,1 0 0,0 1 0,0-1 0,0 0 1,-1 0-1,1 1 0,0-1 0,-1 0 0,1 0 0,0 0 0,0 1 1,-1-1-1,1 0 0,0 0 0,-1 0 0,1 0 0,-1 0 0,1 1 1,-1-1 1,1 0-1,-1 0 0,1 0 0,0 0 0,-1 0 0,1 1 0,0-1 1,-1 0-1,1 0 0,0 0 0,-1 1 0,1-1 0,0 0 0,0 1 1,-1-1-1,1 0 0,0 1 0,0-1 0,0 0 0,-1 1 0,1-1 1,0 0-1,0 1 0,0-1 0,0 0 0,0 1 0,0-1 0,0 1 1,0-1-1,0 0 0,0 1 0,0 4 36,0-3-29,0 0-1,0-1 1,1 1 0,-1 0-1,-1 0 1,1-1 0,0 1-1,0 0 1,-1 0 0,1-1-1,-1 1 1,1-1 0,-2 3-1,-5 2 3,-1 1-4,5 12 87,3 113 280,0-129-368,-1 1 0,1 0 0,-1 0 0,0 0 0,0-1 0,0 1 0,0 0 0,-1-1 0,-2 5 0,3-6-5,0 0 0,1 0 0,-1 0 0,1 0 0,-1-1 1,1 1-1,0 0 0,-1 0 0,1 0 0,0 0 0,0 0 0,1 0 0,-1 3 0,2 9 39,-2 467 1330,0-481-1374,0 1 1,0-1-1,0 1 0,0-1 1,-1 1-1,1-1 1,0 1-1,0-1 0,0 1 1,0-1-1,-1 1 1,1-1-1,0 0 0,0 1 1,-1-1-1,1 1 1,0-1-1,-1 0 1,1 1-1,0-1 0,-1 0 1,1 1-1,-1-1 1,1 0-1,0 1 0,-1-1 1,1 0-1,-1 0 1,1 0-1,-1 0 0,1 1 1,-1-1-1,0 0 1,-14 8-111,13-5 39,-1 0 0,1 0 0,-1 0 0,1 0 0,0 0 0,0 1 0,-2 4 0,2-7-1,1 1 1,-1 0-1,0 0 1,0 0-1,0-1 0,0 1 1,-1-1-1,1 0 1,0 0-1,-4 2 0,2-1-87,1 0-397,0-2-106,-9 0-38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6.0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0 490 240,'15'0'1286,"-12"0"-1166,3 0-81,-5 0-20,1 1-1,0-1 0,-1 0 1,1 0-1,-1-1 0,1 1 0,0 0 1,-1 0-1,1-1 0,-1 1 1,1-1-1,-1 1 0,1-1 0,-1 0 1,1 0-1,-1 1 0,0-1 1,2-2-1,3-1 1,-3 1-11,-1 1-1,1-1 1,0 0 0,-1 1-1,1-1 1,-1 0-1,4-7 1,-3 4-3,-3 5-2,1-1 0,-1 0 1,1 1-1,0-1 0,0 1 1,0-1-1,0 1 0,0 0 1,0-1-1,0 1 0,0 0 1,0 0-1,1 0 0,-1 0 1,0 0-1,4-2 0,-1-1 5,1 0 0,-1 0 0,0 0 0,0-1 0,0 0 0,-1 0 0,1 0 0,-1 0 0,-1 0 0,5-10 0,-2 5 3,-3 6-8,-1 1 1,1 0-1,-1 0 1,1 1-1,0-1 1,0 0-1,0 1 1,0-1-1,5-3 1,-6 5-2,0-1 1,1 1-1,-1-1 1,0 1-1,0-1 1,0 1-1,0-1 1,0 0-1,-1 1 1,1-1-1,0-4 1,6-10 9,7-4-6,-7-1 4,8-1-2,-7-6 13,-7 21-17,1 0 0,0 1 0,0-1 0,4-9-1,6 2 1,-10 12-3,0 0 1,0 0-1,0-1 0,0 1 0,-1-1 1,1 1-1,-1-1 0,1 0 0,0-3 0,1-20 10,-3 25-9,-1 0 0,1-1 0,0 1 0,0 0 0,1 0 0,-1 0 0,0 0-1,0 0 1,0 0 0,1 0 0,-1 0 0,0 0 0,1 0 0,-1 0 0,1 0 0,-1 0 0,1 0 0,0 0 0,-1 1 0,1-1-1,0 0 1,0 0 0,-1 1 0,3-2 0,-2 1 0,0 1 0,-1-1 0,1 1 0,0-1 0,-1 0 0,1 1 0,0-1 0,-1 0 0,1 0 0,-1 1 0,1-1 0,-1 0 0,1 0 1,-1 0-1,0 0 0,1 0 0,-1 1 0,0-1 0,0 0 0,0 0 0,0 0 0,1 0 0,-1 0 0,-1-2 0,1 0-85,1 1 29,-2-1 1,1 0 0,0 0-1,0 1 1,-1-1 0,0 1 0,0-4-1,-1 9-1,0-1 1,0 1-1,0 0 0,0 0 0,1 0 0,-1 0 0,1 0 1,0 0-1,0 0 0,0 0 0,1 0 0,-1 1 0,1-1 1,-1 0-1,1 0 0,0 1 0,1 3 0,-1 4-412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6.5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74 112,'0'10'1697,"0"-9"-1692,0-1 1,-1 0-1,1 1 1,0-1-1,0 0 0,1 1 1,-1-1-1,0 0 1,0 1-1,0-1 0,0 1 1,0-1-1,0 0 1,0 1-1,0-1 1,1 0-1,-1 0 0,0 1 1,0-1-1,0 0 1,1 1-1,-1-1 0,0 0 1,0 0-1,1 1 1,-1-1-1,0 0 1,1 0-1,14 1 158,-10-1-184,-1 0 25,1-1 0,0-1 0,-1 1 0,1 0 0,0-1 1,-1 0-1,0 0 0,1-1 0,-1 1 0,0-1 0,0 0 1,-1 0-1,1 0 0,-1-1 0,5-5 0,-4 6-1,-1 0 0,0 1 0,1-1 0,-1 1 0,1-1 0,0 1 0,-1 0 0,7-2 0,-5 2 5,-1 0 0,1-1 0,-1 1 0,6-5 0,-9 6-5,0 0-1,0 0 1,0 0 0,0 0-1,0 0 1,0 0 0,1 0-1,-1 1 1,0-1 0,0 1 0,1-1-1,-1 0 1,0 1 0,1 0-1,-1-1 1,0 1 0,1 0-1,-1 0 1,0 0 0,1 0-1,-1 0 1,1 0 0,1 0-1,6 0 17,80 0 269,-89 0-286,0 0 0,0 0 0,1 0 0,-1 0-1,0 0 1,0 0 0,1 0 0,-1 0 0,0 0 0,0 0 0,0 1 0,1-1 0,-1 0 0,0 0 0,0 0 0,0 0-1,1 0 1,-1 0 0,0 0 0,0 0 0,0 1 0,0-1 0,1 0 0,-1 0 0,0 0 0,0 0 0,0 1 0,0-1-1,0 0 1,1 0 0,-1 1 0,1 2 19,-1-2-13,1 0 0,-1 0 0,1 0-1,-1 0 1,1 0 0,0 0-1,-1 0 1,1 0 0,0-1 0,-1 1-1,1 0 1,0 0 0,0-1-1,0 1 1,0 0 0,0-1 0,1 2-1,1-1 16,-1 1 0,1 0 0,-1 0 0,0-1 0,0 2 0,0-1 0,0 0 0,0 0 0,-1 1 0,1-1 0,-1 1 0,1-1 0,-1 1 0,0 0-1,0-1 1,0 1 0,0 0 0,0 0 0,0 5 0,-1-7-15,0 0 1,0 1-1,0-1 0,1 1 0,-1-1 1,0 1-1,1-1 0,-1 1 0,1-1 1,0 0-1,0 0 0,-1 1 0,1-1 1,0 0-1,2 2 0,-2-1 0,0-1 1,0 0-1,0 0 1,0 1-1,0-1 1,0 1-1,0-1 0,-1 0 1,1 1-1,-1 0 1,1-1-1,-1 1 0,1-1 1,-1 1-1,0 0 1,0 1-1,0 158 96,0-160-117,0 0 0,0-1 0,0 1 0,0 0 0,0 0 0,0-1-1,0 1 1,0 0 0,-1 0 0,1-1 0,0 1 0,-1 0 0,1-1 0,0 1 0,-1 0 0,1-1 0,-1 1 0,1 0 0,-1-1-1,1 1 1,-1-1 0,1 1 0,-1-1 0,0 1 0,1-1 0,-1 0 0,0 1 0,0-1 0,-6 4-142,1 3-166,6-6 299,0-1-1,0 0 1,-1 1 0,1-1 0,0 0 0,0 0 0,-1 1 0,1-1-1,0 0 1,0 0 0,-1 1 0,1-1 0,0 0 0,-1 0 0,1 0-1,0 0 1,-1 1 0,1-1 0,-1 0 0,1 0 0,0 0 0,-1 0-1,1 0 1,0 0 0,-1 0 0,1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7.0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1 109 112,'0'0'2161,"0"0"-2159,0 0 1,0 0-1,0 0 1,0-1-1,0 1 1,-1 0-1,1 0 1,0-1-1,0 1 0,0 0 1,0 0-1,0-1 1,0 1-1,0 0 1,0 0-1,0-1 0,0 1 1,0 0-1,0 0 1,0 0-1,0-1 1,1 1-1,-1 0 1,0 0-1,0-1 0,0 1 1,0 0-1,0 0 1,0 0-1,1-1 1,-1 1-1,0 0 0,0 0 1,0 0-1,0 0 1,1-1-1,-1 1 1,0 0-1,0 0 0,0 0 1,1 0-1,-1 0 1,0 0-1,0 0 1,1 0-1,3-3 12,0 0 0,0 0 0,0 1 1,0 0-1,1 0 0,-1 0 0,1 0 0,-1 1 0,1-1 0,7 0 0,-4 1 4,-1-1 0,1 0 1,-1-1-1,13-6 0,-7 3-9,0 1 1,1 0 0,-1 1 0,26-4 0,-18 3-3,18-12 6,30 9-24,-41 6-8,-23 2 4,-1 0-36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7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0 176,'0'309'2932,"0"-306"-2915,0 0 0,1 0-1,-1 0 1,1 0 0,-1 0 0,1 0-1,0 0 1,0-1 0,1 1 0,-1 0 0,2 3-1,-1-4-7,-1 0 0,0 0 0,0 1 0,0-1-1,0 1 1,0-1 0,0 1 0,-1-1 0,1 1-1,-1-1 1,1 4 0,-1 151-199,0-156 167,-1 0 0,1 1 0,0-1 0,0 0 0,0 1 0,-1-1 0,1 0 0,-1 1 0,1-1 0,-1 0 0,1 0 0,-1 0 0,0 1 0,0-1 0,1 0 0,-1 0 0,0 0 0,0 0 0,0 0-1,0-1 1,0 1 0,0 0 0,-1 0 0,0 0 0,-2 1-468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7.7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1 672,'0'2'633,"0"259"1298,0-258-2123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8.0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61 592,'0'0'630,"0"-1"-573,0 0 0,-1-1 0,1 1 0,0 0 0,0 0 0,0 0 1,1-1-1,-1 1 0,0 0 0,0 0 0,1 0 0,-1-1 0,0 1 0,1-1 0,9-1 5,-8 1-55,-1 1 1,1 0-1,-1 0 1,1 0-1,0 0 1,0 0-1,0 0 1,3-1-1,-4 1-2,9-7 38,-10 7-43,1 1 1,-1-1-1,1 0 0,-1 1 1,1-1-1,-1 0 0,1 1 0,0-1 1,-1 1-1,1-1 0,0 1 1,-1-1-1,1 1 0,1-1 1,11-2-35,0 1 1,1-1-1,0 2 1,-1 0-1,19 1 1,-21 0-153,-8 0-25,12 0-1435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8.2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85 656,'0'0'1297,"2"0"-1257,3-1-39,0 0-1,-1 0 1,1 0-1,0-1 1,-1 0 0,1 0-1,-1 0 1,0 0 0,0-1-1,8-5 1,-7 4-1,1 0-1,0 0 1,0 1 0,0 0 0,0 0-1,9-2 1,40-15-53,-38 12 35,-16 7-69,0 1 0,0-1 1,0 0-1,0 1 0,0-1 0,0 1 0,0-1 0,0 1 0,1 0 0,-1 0 0,0-1 0,0 1 0,0 0 0,1 0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8.5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29 208,'0'12'1649,"3"-12"-1505,70 0 499,-23-12-680,-49 12 17,1-1 1,-1 1 0,1 0 0,-1 0 0,0-1 0,1 1 0,-1-1 0,0 1 0,1-1 0,-1 0 0,0 1 0,0-1 0,0 0 0,0 0 0,1 0 0,0-1-1,-1 1-11,0 0-1,0 0 1,0 0-1,-1 1 0,1-1 1,0 0-1,0 1 0,1-1 1,-1 1-1,0-1 1,0 1-1,0-1 0,0 1 1,0 0-1,0 0 0,2-1 1,7 0-417,-8-6-97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8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0 560,'0'0'1041,"0"9"-630,0 403-1380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9.0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0 102 208,'0'0'977,"22"-8"-289,-8-4-560,8 3 0,-1-3-96,-6 0-32,6 4 16,15 8-16,-21-12 0,6 4-48,-7 8 0,8 0-96,-22-12-32,14 12-240,8-8-97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9.5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0 464,'0'0'1219,"0"2"-1066,0 209 628,0-207-777,1-1 1,-1 0-1,1 1 0,-1-1 0,1 0 0,0 1 1,2 4-1,-1-5-2,-1 0-1,0 0 1,0 1 0,0-1 0,-1 0 0,1 0-1,0 6 1,-2 0-9,1-6 6,0 0 0,-1 0-1,1 0 1,1 0 0,-1-1-1,0 1 1,1 0 0,-1 0-1,1 0 1,1 3 0,12 14 14,-6-2 1,-1-12-13,-6-5-2,0-1 0,-1 0 0,1 1 0,0-1-1,-1 1 1,1-1 0,-1 0 0,1 1 0,-1-1-1,1 1 1,-1 0 0,1-1 0,-1 1 0,0-1-1,1 1 1,-1 0 0,0-1 0,1 1 0,-1 0-1,0-1 1,0 1 0,0 0 0,1-1 0,-1 1-1,0 1 1,0-2 0,0 0 0,0 1 0,0-1 0,0 0 0,0 1 0,0-1 0,0 1 0,0-1 0,0 0 0,0 1 0,1-1 0,-1 0 0,0 1 0,0-1 0,0 0 0,1 0-1,-1 1 1,0-1 0,0 0 0,1 1 0,-1-1 0,0 0 0,1 0 0,-1 0 0,0 1 0,1-1 0,-1 0 0,0 0 0,1 0 0,-1 0 0,0 0 0,1 0 0,0 1 0,17-1-35,-6-1 0,-5 2 33,-5-1 1,0 0 1,0 0-1,0 1 1,0-1-1,0-1 1,0 1-1,0 0 1,0 0-1,0-1 1,0 1-1,0-1 1,0 1-1,0-1 1,0 0-1,0 0 1,-1 0-1,1 0 1,2-1-1,10-15-4,-12 16 9,-7 3 4,-3 3 0,7-5-5,0 1 0,0 0-1,0-1 1,0 1 0,0 0 0,1 0-1,-1 0 1,0-1 0,0 1 0,1 0-1,-1 0 1,0 0 0,1 0 0,-1 0-1,1 1 1,-1-1 0,0 2 0,-4 8 30,-8 0 5,12-10-35,0 0 1,-1 0 0,1 0-1,0 0 1,0 0-1,-1 0 1,1 0-1,0 0 1,0 1 0,0-1-1,0 0 1,1 0-1,-1 1 1,0-1 0,0 1-1,1-1 1,-1 1-1,1-1 1,-1 1 0,1-1-1,0 1 1,0 0-1,0 2 1,-1-2 2,1 0 0,0 0 0,-1 0 1,1 0-1,-1 0 0,1 0 0,-1 0 0,0 0 1,0 0-1,0 0 0,0 0 0,-2 2 0,2-2-3,-1-1-1,1 1 0,0 0 1,0 0-1,0 0 1,0 0-1,1 0 0,-1 0 1,0 1-1,1-1 1,0 0-1,-1 3 0,1 71 93,0-75-93,1 0 0,-1-1 0,0 1 0,1 0 0,-1-1-1,0 1 1,1-1 0,-1 1 0,1-1 0,-1 1 0,1-1 0,-1 1 0,1-1 0,-1 1 0,1-1 0,0 0 0,-1 1 0,1-1 0,0 0 0,-1 0 0,1 1 0,0-1 0,-1 0 0,1 0 0,0 0 0,-1 0 0,1 0 0,0 0 0,-1 0 0,2 0 0,36 0-21,-18-1-36,-6 1-29,-13 0 72,-1 0 0,1 0 1,0 0-1,0 0 0,-1 0 0,1-1 0,0 1 1,-1 0-1,1 0 0,0-1 0,-1 1 0,1-1 1,0 1-1,-1-1 0,1 1 0,-1-1 0,1 1 1,-1-1-1,1 1 0,-1-1 0,1 0 0,-1 1 1,0-1-1,1 0 0,-1 0-25,7-8-181,12-24-596,-18 32 756,11-17-526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9.7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0 544,'0'0'619,"0"12"358,0 131 197,0-141-1161,0 0 1,0 0 0,1 0 0,-1 0 0,0 0 0,1 0 0,0-1-1,0 1 1,-1 0 0,2 2 0,-1-2-249,1 0 0,-1 0 0,0 1 0,-1-1-1,1 0 1,0 1 0,-1-1 0,1 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49.9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81 464,'0'0'657,"0"-12"287,0 4-896,22-4-16,-22 4-32,14-5-32,8 5-48,-8-4-496,-14 4-49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0.3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0 112,'0'0'395,"0"2"144,0 1-440,0 0 1,0 0-1,1-1 0,0 1 1,-1 0-1,1 0 1,2 3-1,-2-2-57,1-1-1,-1 1 1,0-1 0,0 0-1,0 1 1,-1 0 0,1 6-1,-1-1 23,-1-5-39,1 0 0,0 0 0,0 0 0,0-1 0,0 1 0,1 0 0,0 0-1,1 6 1,28 44 202,-20-34-151,-6-13-31,-1 0 0,0 1 0,4 12 0,-6-18-37,0 4 14,0 1-1,1-2 1,0 1 0,0 0-1,1 0 1,0-1-1,0 1 1,0-1 0,0 0-1,6 6 1,-3-6-8,-3-2-9,-1-1 0,1 1-1,0-1 1,-1 1 0,0 0 0,1-1 0,-1 1 0,-1 1-1,1-1 1,0 0 0,1 4 0,-1 2 2,-2-7-7,1 0 0,-1-1 0,1 1 0,-1 0 1,1 0-1,0 0 0,0-1 0,0 1 0,0 0 1,0-1-1,0 1 0,0-1 0,1 1 0,-1-1 1,0 1-1,1-1 0,-1 0 0,3 1 1,-3-1 0,0 1 0,0-1 0,0 0 0,0 0 0,0 1 0,0-1 1,0 0-1,0 1 0,0-1 0,-1 1 0,1-1 0,-1 1 1,1 2-1,6 13-15,0-8-4,-6-8 13,0 0 0,0 0 0,0 0 0,0 0 0,-1 0 0,1 0 0,0 0 0,-1 1-1,1-1 1,0 0 0,-1 0 0,0 1 0,1-1 0,-1 1 0,0-1 0,1 2 0,-1-1-1,0-1-1,0 0 1,0 0 0,0 1-1,0-1 1,1 0 0,-1 0-1,0 0 1,1 0-1,-1 1 1,1-1 0,-1 0-1,1 0 1,0 0 0,1 1-1,-1-1-14,-1 1 1,1-1-1,0 0 0,0 0 0,-1 0 0,1 1 1,-1-1-1,1 0 0,-1 1 0,0-1 0,1 0 1,-1 1-1,0-1 0,0 1 0,0 2 0,0 14-1163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0.7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0 154 384,'3'0'470,"194"0"629,-169-4-1099,-20 2 3,-7 1-3,0 1 0,0 0 0,-1 0 0,1 0 0,0 0 0,0 0 0,-1-1 0,1 1 0,0 0 0,-1-1 0,1 1 0,0 0 0,-1-1 0,1 1 1,-1-1-1,1 1 0,0-1 0,-1 0 0,1 1 0,-1-1 0,0 1 0,1-1 0,-1 0 0,1 1 0,-1-1 0,0 0 0,1 1 0,-1-1 0,0 0 1,0 0-1,0 1 0,0-1 0,0 0 0,0 0 0,0 1 0,0-1 0,0 0 0,0 0 0,0 0 0,0 1 0,0-1 0,-1-1 0,1-8 0,0 2-2,0 6 0,1 0 0,-1 0 0,0 0-1,0 0 1,0-1 0,-1 1 0,1 0 0,0 0-1,-1 0 1,0 0 0,1 0 0,-1 0-1,0 0 1,0 0 0,0 0 0,0 0 0,0 0-1,-1 1 1,1-1 0,0 0 0,-3-1 0,-6-5-1,-12-12 16,20 18-12,0 0 0,0-1 0,0 1 0,0 0 0,0 0 0,0 0-1,-1 1 1,1-1 0,-1 0 0,1 1 0,-1 0 0,0-1 0,1 1 0,-1 0-1,-3 0 1,-4-1 5,-1 1 0,1 0 0,-14 1 0,23-1-5,0 1 1,0 0 0,0 0 0,0 0 0,-1 1 0,1-1 0,0 0 0,0 0 0,0 0 0,0 1 0,0-1-1,0 1 1,0-1 0,0 1 0,0-1 0,0 1 0,0-1 0,0 1 0,0 0 0,1 0 0,-1-1-1,-1 3 1,-11 9 29,10-11-25,1 1-1,-1 0 0,1 0 1,-1 0-1,1 0 0,0 0 1,0 1-1,0-1 0,0 1 1,0-1-1,1 1 0,-1 0 1,1-1-1,0 1 0,-1 0 1,1 0-1,-1 5 0,2-7-3,0 0 0,0 0 0,0 0-1,0 0 1,0 0 0,0 0 0,0 0 0,-1 0-1,1 0 1,0 0 0,-1 0 0,1 0 0,0-1-1,-1 1 1,1 0 0,-1 0 0,0 0 0,1-1-1,-1 1 1,1 0 0,-1-1 0,0 1-1,0 0 1,0 0 0,0-1 2,0 1 0,0-1 0,0 1 0,1 0 0,-1 0 0,0-1 0,1 1 0,-1 0 0,0 0 0,1-1 0,-1 1 0,1 0 0,-1 0 0,1 0 0,0 0 0,-1 0 0,1 0 0,0 0 0,0 0 0,0 0-1,0 0 1,-1 0 0,1 0 0,1 1 0,-1 71 367,0-72-363,0 0 0,0 0 0,0 0 0,0 0 0,0 0 0,0 0 0,1 1 0,-1-1 0,0 0 0,1 0 0,-1 0 0,1 0 0,-1-1 1,1 1-1,-1 0 0,1 0 0,0 0 0,-1 0 0,1 0 0,0-1 0,1 2 0,-1-1 8,1 1 0,0-1 0,-1 1 1,1 0-1,-1 0 0,0 0 1,0 0-1,2 2 0,1 7 31,-3-8-37,0 0 0,0 0 0,0 0 1,1-1-1,-1 1 0,1 0 0,0 0 0,0-1 1,0 1-1,0-1 0,0 0 0,0 1 0,5 2 0,1-1-1,0 0 0,0 0 0,1-1 0,-1 0 0,1-1 0,12 3 0,-1-3-219,35 0 0,-51-2 115,0-1 0,0 0 0,1 0-1,-1 0 1,0 0 0,-1-1 0,8-2 0,5-3-307,0 5-159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1.3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166 2 176,'-3'0'299,"-16"-1"497,5 1-425,-28 2-1,38-2-349,0 1-1,0-1 0,0 1 1,1 0-1,-1 1 1,0-1-1,0 1 0,1 0 1,-1 0-1,1 0 1,-6 4-1,-3 4 32,10-8-41,0-1 0,0 0 0,0 1 0,1-1 0,-1 1 0,1-1 0,-1 1 1,1 0-1,-1 0 0,1 0 0,0 0 0,0 0 0,0 0 0,0 0 0,0 0 0,0 0 0,1 0 0,-1 0 0,1 1 0,0-1 0,-1 0 0,1 0 0,0 5 1,0 32 113,1-38-123,-1 0 0,0 1 1,1-1-1,-1 0 0,1 0 0,-1 1 1,1-1-1,0 0 0,-1 0 0,1 0 0,0 0 1,0 0-1,0 0 0,0 0 0,0 0 1,0 0-1,0 0 0,0-1 0,0 1 0,1 0 1,30 15 2,-23-12-12,10 7 11,-14-8 1,0 0 0,1 0 1,-1 0-1,0-1 0,10 3 0,7-2 2,24 6-19,-41-7 10,1-1 2,0 1 0,-1-1 0,1 2 0,-1-1 0,0 0-1,0 1 1,0 0 0,0 0 0,0 1 0,-1-1 0,1 1 0,4 5 0,6 1 18,-14-10-17,0 0 1,0 1 0,0-1-1,-1 0 1,1 1-1,0-1 1,0 1-1,0-1 1,0 1 0,0 0-1,0-1 1,-1 1-1,1 0 1,0 0-1,-1-1 1,1 1 0,0 0-1,-1 0 1,1 0-1,-1 0 1,1 0-1,-1 0 1,0 0 0,1 0-1,-1 1 1,0 13 0,1-9-9,-1-1 0,0 1 0,-1-1 0,0 7 0,1-11 6,-1 1 1,1-1-1,0 0 0,-1 0 0,1 0 0,-1 0 1,0 0-1,1 0 0,-1 0 0,0 0 0,1 0 1,-1 0-1,0 0 0,0 0 0,0-1 0,0 1 1,0 0-1,0 0 0,0-1 0,0 1 1,0-1-1,-2 1 0,-10 3-18,11-3 15,0-1 0,0 1 1,0 0-1,0-1 0,0 1 1,0 0-1,1 0 0,-1 0 1,-2 2-1,2-2 1,1 0-1,-1 1 1,0-1 0,0 0-1,0 0 1,0-1 0,-1 1 0,1 0-1,0-1 1,0 1 0,0-1-1,-5 0 1,-31 0 12,20-1-34,15 1 44,3 1-24,0-1 7,0 1 1,0 0 0,0-1 0,-1 1-1,1-1 1,0 1 0,0 0 0,0-1 0,0 1-1,0-1 1,0 1 0,0 0 0,1-1-1,-1 1 1,0-1 0,0 1 0,0-1-1,0 1 1,1 0 0,-1-1 0,0 1-1,1-1 1,-1 1 0,0-1 0,1 1-1,-1-1 1,1 0 0,-1 1 0,0-1-1,1 1 1,-1-1 0,1 0 0,0 1 0,-1-1-1,1 0 1,0 1 0,6 2 17,29 26 159,-34-28-167,0 0 0,0 0 0,0 0 0,-1 0 1,1 0-1,0 1 0,-1-1 0,1 1 0,-1 0 0,1-1 0,-1 1 0,2 2 0,-3-3-10,1-1-1,0 1 1,0 0-1,0-1 0,0 1 1,0 0-1,0-1 0,0 1 1,0-1-1,1 1 0,-1-1 1,0 0-1,0 0 1,0 1-1,2-1 0,9 4 7,-7 4-6,-5-7-2,0-1 1,1 1-1,-1 0 0,0-1 0,1 1 1,-1-1-1,1 1 0,-1-1 0,1 1 1,-1 0-1,1-1 0,-1 0 0,1 1 0,0-1 1,-1 1-1,1-1 0,-1 0 0,1 1 1,0-1-1,-1 0 0,1 0 0,0 0 1,1 1-1,3 1 25,0-1-58,-1 1-1,0-1 0,1 0 1,-1 0-1,9 1 1,0-2-260,-10 1 198,1-1 0,-1 0 0,1 0 1,-1 0-1,1 0 0,-1-1 1,1 1-1,-1-1 0,1 0 0,-1 0 1,0 0-1,1 0 0,-1 0 0,0-1 1,3-2-1,-6 4 41,1 0 1,-1 0-1,0-1 0,1 1 1,-1 0-1,0-1 1,0 1-1,0-1 0,1 1 1,-1 0-1,0-1 1,0 1-1,0-1 0,0 1 1,0-1-1,1 1 0,-1 0 1,0-1-1,0 1 1,0-1-1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1.5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0 304,'0'11'1489,"0"82"221,1-89-1685,0 1 0,0 0 0,0 0 0,1-1-1,-1 1 1,1-1 0,0 1 0,5 6 0,8 1-4,-14-10-17,0 1 0,1-1 0,-1 0-1,0 0 1,0 1 0,-1-1-1,2 5 1,-1-3-14,0-1 0,0 1 0,1-1 0,-1 1 0,1-1 0,2 5 0,11 8-88,-15-16-7,1 1 0,0-1 1,-1 0-1,1 1 1,0-1-1,0 1 1,0-1-1,-1 0 0,1 0 1,0 0-1,0 1 1,0-1-1,0 0 1,0 0-1,-1 0 0,1 0 1,0 0-1,0 0 1,2-1-1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1.7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0 113 896,'0'-12'929,"0"0"-769,15 4-32,-15-4-48,21 4-32,-21-4-32,15 4-16,6-5-32,-6 5-48,6 8-96,1-12-160,14 4-192,-22 8-529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2.3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28 352,'0'5'119,"1"-1"0,-1 0 0,1 1 0,0-1 0,0 0 0,2 6 0,-1-6-37,-1 1 0,0 0-1,0-1 1,0 1 0,0 0 0,0 6 0,-1-5-45,0 0 0,1-1 0,0 1 0,1-1 0,-1 1 0,1-1 0,3 7 0,6 21 113,-5-18-82,-1-1 1,14 25-1,-18-37-63,0 0 0,-1-1 0,1 1 0,-1 0 0,1 0 0,-1 0 0,0 0 0,0 0 0,0 3 0,2 12 20,3-7-6,-4-8-13,0 1 0,0-1 0,0 0 0,0 1 0,0-1 0,-1 1 0,1-1 0,-1 1 0,0-1 0,1 1 0,-2 4 0,2-28 0,0 12-30,-1 1 1,0 0 0,0-1 0,-1 1-1,-2-13 1,0 7-55,0 1 0,0 0 0,2-1 1,-1-23-1,2-83-229,0 118 307,0 1 0,0-1 1,0 1-1,0-1 0,0 0 1,0 1-1,1-1 0,-1 1 1,1-1-1,-1 1 0,1 0 1,-1-1-1,1 1 0,0 0 1,0-1-1,-1 1 0,1 0 1,0 0-1,0-1 0,0 1 1,1 0-1,-1 0 0,0 0 1,0 0-1,1 1 0,-1-1 1,0 0-1,3-1 0,2 1 31,0 0 1,1-1-1,-1 2 0,1-1 1,11 1-1,-17 0-23,4 2 20,0 1 0,0-1-1,0 1 1,-1 0 0,1 1 0,-1-1-1,0 1 1,0-1 0,7 9 0,-2 5 78,1 0-34,-6-13-46,0 1 0,-1 0 0,0 0 0,0 0 0,0 0 0,0 0 0,-1 1 0,0-1 0,0 1 0,0-1 0,-1 1-1,0 0 1,1 7 0,-2-11-21,0 0 0,0 0 0,0 0 0,1-1-1,-1 1 1,1 0 0,-1 0 0,1 0 0,0 0 0,-1-1-1,1 1 1,0 0 0,0-1 0,2 3 0,-2-2 15,1-1 1,-1 1 0,0 0-1,0 0 1,0 0-1,0 0 1,0 0 0,-1 0-1,1 0 1,-1 1-1,1-1 1,-1 0 0,0 0-1,0 4 1,0-102-475,1 93 431,-1-1-1,0 1 0,1-1 1,0 1-1,0-1 1,3-6-1,-3 7 11,0 0 0,0 0 0,0 0 0,0 0 0,0 0 0,0-6 0,-1 8 13,0 0 0,0 0-1,0 1 1,0-1 0,0 0-1,0 0 1,1 0 0,-1 1 0,0-1-1,1 0 1,-1 0 0,0 1-1,1-1 1,-1 0 0,1 0 0,-1 1-1,1-1 1,-1 1 0,1-1-1,0 0 1,-1 1 0,1-1 0,0 1-1,-1 0 1,1-1 0,1 0-1,4-2 1,1-7 0,1 1 3,-5 7 63,0 2 1,-2 0-62,0 1 0,0-1 0,0 0 1,0 0-1,0 1 0,0-1 0,0 0 0,0 1 0,0-1 0,0 1 0,0-1 0,0 1 0,0-1 0,-1 1 0,1 0 0,0 0 1,0-1-1,-1 1 0,1 0 0,0 0 0,-1 0 0,1 0 0,-1-1 0,1 1 0,-1 0 0,0 0 0,1 0 0,-1 2 1,14 20 276,-8-16-177,-1 1 0,0 0 0,0 1 0,4 9 0,11 25 234,-12-15-184,4-3-68,-9-20-79,0-1-1,-1 1 0,0 0 0,0 0 1,0 0-1,0 0 0,-1 1 0,0-1 1,1 6-1,-2-10-14,0 0-1,0 0 1,0-1 0,0 1-1,1 0 1,-1 0 0,0 0-1,0-1 1,1 1 0,-1 0-1,1 0 1,-1 0 0,0-1-1,1 1 1,0 0 0,-1-1-1,1 1 1,-1-1 0,1 1-1,0 0 1,-1-1-1,1 0 1,0 1 0,-1-1-1,1 1 1,0-1 0,0 0-1,0 1 1,0-1 0,2 1-64,1 1-358,-2-2-206,8 0-382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3.0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49 240,'0'0'1793,"2"0"-1644,173 0 433,-159-1-609,0-1-1,0 0 1,0-1-1,0-1 1,15-6-1,-9 3-225,37-6-1,9 6-1016,-52 7 464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5:53.3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33 288,'0'20'2065,"22"-20"-1905,-8 0 16,8 0-32,14 0-64,-22 0 16,22 0-48,0-12-48,0 4-64,22-4-32,-23 12-176,1-13-144,0 13-224,-14-8-881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5.9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64,'0'0'1974,"-1"1"-1968,1-1 0,0 1 0,0-1 0,0 1 1,0-1-1,0 1 0,0-1 0,0 1 0,0-1 0,0 1 0,0-1 0,0 1 0,0-1 0,0 1 0,0-1 0,0 1 0,0-1 0,1 0 0,-1 1 0,0-1 0,0 1 0,1-1 0,-1 1 0,0-1 0,0 0 0,1 1 1,-1-1-1,0 0 0,1 1 0,14 4 39,-15-4-39,0-1-1,1 0 1,-1 1-1,1-1 1,-1 0-1,0 1 1,1-1-1,-1 1 1,0-1-1,0 1 1,1-1 0,-1 0-1,0 1 1,0-1-1,0 1 1,0-1-1,0 1 1,0-1-1,1 1 1,-1-1-1,0 1 1,0-1 0,0 1-1,-1-1 1,1 1-1,0 0 1,2 9 44,0-7-44,-1-1-2,0-1 1,0 1-1,0-1 0,0 1 1,0-1-1,0 1 0,-1-1 1,1 1-1,-1 0 1,1-1-1,-1 1 0,1 0 1,-1-1-1,0 1 0,0 0 1,0 2-1,0 0-2,-1-2 3,1 0 0,0 1 0,-1-1 0,1 0 0,0 1 0,1-1 0,-1 0 0,0 0 0,1 1 0,-1-1 0,1 0 0,1 4 0,4-3 5,-6-3-8,1 1-1,0-1 0,0 1 0,-1-1 0,1 0 0,0 1 0,0-1 0,-1 1 0,1 0 0,0-1 1,-1 1-1,1 0 0,-1-1 0,1 2 0,1 20 31,-2 335 739,0-355-814,0 8-2054,0-20 859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6.4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2 383 224,'0'0'1913,"0"0"-1909,0 0-1,-1-1 1,1 1-1,0 0 1,0 0 0,0 0-1,0-1 1,0 1-1,0 0 1,0 0 0,0-1-1,0 1 1,0 0-1,0 0 1,0-1 0,0 1-1,0 0 1,0 0-1,0-1 1,0 1-1,0 0 1,0 0 0,0 0-1,0-1 1,0 1-1,0 0 1,1 0 0,-1-1-1,0 1 1,0 0-1,0 0 1,0 0 0,1 0-1,-1-1 1,0 1-1,0 0 1,0 0 0,1 0-1,-1 0 1,0 0-1,0 0 1,0 0 0,1-1-1,-1 1 1,0 0-1,15-13 53,-8-4 16,0 9-33,-5 7-31,-1-1 0,1 0 0,-1 1 0,0-1 0,0 0-1,0 1 1,0-1 0,0 0 0,0 0 0,1-4 0,4-10 22,16-29 1,-20 42-25,-2 1-4,1 0 0,0 0 0,-1 1 0,1-1 0,-1 0 0,0 0 0,1 0 0,-1 0 0,0-3 0,2-14 10,2 9-10,-3 7 1,1 0 0,-1 0 0,0 1 0,-1-1 0,1 0 0,0 0 0,-1 0 0,1-4 0,-1 4-2,0 1 0,0 0 0,1 0 0,-1 0 0,1 0 0,-1 0 0,1 0 0,0 0 0,0 0 0,0 0 0,0 0 0,0 0-1,2-2 1,-2 2 0,0 1 0,0-1 0,0 0-1,0 0 1,0 0 0,0 0 0,0 0-1,-1 0 1,1 0 0,-1 0 0,1 0-1,-1 0 1,0-3 0,0-90 210,0 95-211,0 0 0,0-1 1,0 1-1,0-1 1,0 1-1,0-1 1,0 1-1,0 0 0,0-1 1,1 1-1,-1-1 1,0 1-1,0 0 0,0-1 1,0 1-1,1-1 1,-1 1-1,0 0 1,0-1-1,1 1 0,-1 0 1,0-1-1,1 1 1,-1 0-1,0 0 0,1-1 1,-1 1-1,0 0 1,1 0-1,-1 0 1,0-1-1,1 1 0,-1 0 1,1 0-1,-1 0 1,0 0-1,1 0 0,-1 0 1,1 0-1,-1 0 1,1 0-1,-1 0 1,0 0-1,1 0 0,2 0 0,-3 34-2257,0-15 1641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6.8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75 192,'0'12'1822,"3"-12"-1790,1-1-29,0-1-1,-1 1 1,1-1-1,0 0 1,-1 0 0,1 0-1,-1 0 1,6-6-1,6-3 15,-6 2 9,1-1 50,-2 8-55,-6 2-20,-1 0 0,1 0 0,-1-1 1,1 1-1,-1-1 0,1 1 0,-1-1 1,0 0-1,1 1 0,-1-1 1,0 0-1,0 0 0,0 0 0,3-2 1,-3 2 2,0-1 0,1 0 0,-1 1 0,1-1 0,0 1 0,0-1 0,-1 1 0,1 0 0,0 0 0,0 0 0,0 0 0,0 0 0,0 0 0,1 1 0,-1-1 0,3 0 0,3 0 36,1 0-1,-1 1 1,10 1 0,0-1 72,-17 1-104,0-1 0,0 0 0,1 0 1,-1 1-1,0-1 0,0 0 1,1 1-1,-1-1 0,0 1 0,0 0 1,0-1-1,0 1 0,0 0 1,0 0-1,0 0 0,0 0 0,0-1 1,0 1-1,-1 0 0,1 1 1,0-1-1,-1 0 0,1 0 0,0 0 1,0 2-1,14 18 166,-11-17-126,0 1-1,0-1 1,-1 1 0,0 0-1,1 0 1,-2 1 0,4 5 0,0 6 80,2-9-66,-7-7-56,-1-1-1,1 1 1,0 0 0,0 0-1,-1-1 1,1 1 0,0 0-1,-1 0 1,1 0-1,-1 0 1,1 0 0,-1 0-1,1 0 1,-1 0 0,0-1-1,0 2 1,1-1 0,-1 0-1,0 0 1,0 0-1,0 0 1,0 2 0,0 109-33,0-111-184,0-11-1576,0-8 1114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7.2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1 127 224,'0'0'1430,"3"0"-1294,12 0-32,-15 0-99,1-1 0,0 1-1,0 0 1,0 0 0,0 0-1,-1 0 1,1-1 0,0 1 0,0 0-1,0-1 1,-1 1 0,1-1 0,0 1-1,-1-1 1,1 1 0,0-1-1,-1 1 1,2-2 0,2-2 9,51-16 117,-29 10-60,-23 9-62,1 0 0,-1 0-1,0 0 1,0 0 0,0 0 0,5-4 0,9-5 18,0 1 0,0 1-1,23-7 1,-23 7-16,5-2-3,-2 5-22,-13 3-97,1 0 0,0 0 0,0 1 0,12 0 0,-20 12-638,0-2 303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7.5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0 272,'0'7'181,"0"0"0,0 0 0,1-1-1,0 1 1,0 0 0,0-1 0,1 1 0,5 11 0,-7-17-172,1 0 1,-1 0-1,1 0 1,-1 0 0,1 1-1,-1-1 1,0 0-1,1 1 1,-1-1 0,0 0-1,0 0 1,0 1-1,0-1 1,0 2 0,-1-2-7,1 0 1,0 0 0,0-1-1,0 1 1,0 0-1,0 0 1,0 0 0,1 0-1,-1 0 1,0 0-1,0 0 1,1-1 0,0 2-1,13 19 85,-7 0 24,0-11-48,-6-8-49,0-1 0,1 1 0,-1 0-1,0-1 1,0 1 0,-1 0 0,1 0 0,0 0-1,0 0 1,-1 0 0,0 0 0,1 0-1,-1 0 1,0 2 0,1 1 31,-1 1 1,1-1-1,0 0 0,0 0 1,3 6-1,-3-6-13,1 0-1,-1 0 0,0-1 0,0 1 1,0 7-1,-2 18 100,0-21-109,0 1-1,1 0 0,0 0 0,1 0 1,0 0-1,3 13 0,4-8-16,-6-14-5,-1 1 0,0 0 0,0-1-1,0 1 1,0 0 0,-1 0 0,1 0 0,0 0 0,-1-1 0,1 1 0,-1 0 0,0 0 0,0 3 0,1 13-44,0-11-295,-1 1 0,0-1 0,-2 14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8.1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1 160,'0'2'472,"0"-1"-411,0 0 1,1 1-1,-1-1 0,0 0 0,0 0 0,1 1 1,-1-1-1,1 0 0,-1 0 0,1 0 0,-1 1 0,1-1 1,0 0-1,-1 0 0,1 0 0,0 0 0,0 0 0,1 1 1,5 6 56,-5-4-72,-1-1-1,0 0 1,0 0 0,-1 1 0,1-1 0,-1 0-1,1 1 1,-1-1 0,0 1 0,-1-1 0,1 0-1,-1 4 1,0-2 5,1 0 0,0 0 0,0 0 0,0 0 0,0 0 0,2 7 0,2-1 34,-2 1 0,1-1 0,-2 1 0,1-1 0,-2 15 0,0 205 54,0-230-152,0 0 1,0 0-1,0 0 1,1 0 0,-1 0-1,0 0 1,0 0-1,0 0 1,1 0 0,-1 0-1,1 0 1,-1 0 0,1 0-1,-1 0 1,1 0-1,-1 0 1,1 0 0,0-1-1,-1 1 1,1 0-1,0 0 1,0-1 0,0 1-1,-1 0 1,1-1-1,0 1 1,0-1 0,0 1-1,0-1 1,2 1-1,0 0-312,-3-9-1743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8.4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0 304,'0'0'611,"0"2"-83,1 0-472,-1 0 0,0 0 0,0 0 0,1 0-1,-1 0 1,1 0 0,0-1 0,-1 1 0,1 0-1,0 0 1,0 0 0,0-1 0,0 1 0,2 1-1,-3-2-49,3 10 178,-4 14 54,0-15-129,0 0 0,1 0 0,0 1 0,1-1 0,0 0 0,3 14 0,3-10-29,-5-11-66,0 0 1,-1 0-1,0 0 0,0 0 1,0 0-1,0 0 0,0 0 0,0 1 1,-1-1-1,1 4 0,-2 23 65,0-19-69,1 0 1,1-1-1,2 21 0,7-6 6,-4 4 3,2-15-28,-7-12 5,0-1 0,0 1-1,0 0 1,0-1 0,0 1 0,0 0 0,-1 0 0,1 0 0,-1 0 0,1 0 0,-1 0 0,0 0-1,1 2 1,-1 4-59,0 0 0,0-1-1,1 1 1,1 0 0,-1-1-1,1 1 1,4 9 0,-6-17 31,0 0-25,0 0-1,0 1 1,1-1 0,-1 0-1,0 0 1,0 1 0,0-1-1,0 0 1,1 0 0,-1 1-1,0-1 1,0 0 0,0 1-1,0-1 1,0 0 0,0 1-1,0-1 1,0 0 0,0 1-1,0-1 1,0 0 0,0 1-1,0-1 1,0 0 0,0 0-1,0 1 1,0-1 0,0 0-1,-1 1 1,1-1 0,0 0-1,0 0 1,0 1 0,0-1-1,-1 0 1,1 1 0,-12-1-456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8.6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85 320,'0'0'624,"0"9"273,14-9-561,8 0-240,-8 0-16,8 0-48,-8-9-16,8-3-16,0 4 16,-8-4-48,8 4-32,-8-13-64,22 21-48,-14-12-192,-8 0-160,8 12-561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9.2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203 62 160,'0'-2'65,"0"0"-1,0 0 0,0-1 1,0 1-1,0 0 1,-1 0-1,1 0 1,-1 0-1,1 0 1,-1 0-1,0 0 1,0 0-1,0 0 1,0 0-1,0 0 1,0 1-1,-2-3 1,0 2-30,0 0 1,0 0-1,-1 0 0,1 0 1,0 1-1,-1 0 1,0 0-1,1 0 1,-7-1-1,-13-2 148,0 2 0,0 0 0,-29 3-1,22-1 27,30 10-100,0 145 158,1-153-267,-1 0 0,0 0 0,1 0 0,0-1 0,-1 1 1,1 0-1,0 0 0,0 0 0,0 0 0,0-1 0,0 1 1,1 0-1,-1-1 0,1 1 0,-1-1 0,1 0 0,-1 1 0,1-1 1,-1 0-1,1 0 0,0 0 0,2 1 0,0 0-4,-1 0 0,0 1 0,1-1 1,-1 1-1,0 0 0,4 4 0,-6-4 2,1-1 1,-1 0 0,0 0 0,1 0 1,-1-1-1,1 1 0,-1 0 0,1 0 1,0-1-1,0 1 0,0-1 1,0 0-1,0 0 0,0 1 0,0-1 1,0 0-1,0-1 0,0 1 0,4 1 1,12 2-52,-9-1-44,0 0 1,16 1-1,-23-4 83,-1 0-1,1 1 1,0-1 0,-1 0-1,1-1 1,-1 1 0,1 0-1,-1 0 1,1-1 0,-1 1-1,1-1 1,-1 1-1,1-1 1,-1 1 0,1-1-1,-1 0 1,0 0 0,1 0-1,-1 0 1,0 0 0,0 0-1,2-1 1,1-4-28,-3 6 37,0-1-1,-1 1 0,1-1 0,-1 1 0,1-1 0,-1 0 0,1 1 0,-1-1 0,1 0 0,-1 0 0,0 1 0,1-1 0,-1 0 0,0 0 1,0 1-1,0-1 0,0 0 0,1 0 0,-1 0 0,0 0 0,0-1 0,0 0-1,0 1 1,0-1 0,1 1-1,-1-1 1,0 1 0,1-1-1,0 1 1,-1-1 0,1 1-1,0-1 1,0 1 0,0 0-1,0-1 1,1-1 0,-1 2 4,0 0 0,1-1 0,-1 1 0,-1-1 0,1 1 0,0-1 0,0 1 0,0-1 0,-1 1 0,1-1 0,-1 0 0,0 1 0,1-1 0,-1 0 0,0-2 0,0-137 262,0 140-96,1 1-155,0 1 0,0 0 0,-1 0 0,1 0 0,-1-1 0,1 1 0,0 0 0,-1 0 0,1 0 0,-1 0 0,0 0 0,1 2 0,-1-2 0,1 0-1,-1 0 1,1 0 0,-1 1 0,1-1 0,-1 0 0,1 0-1,0 0 1,0 0 0,-1 0 0,1 0 0,0 0-1,1 1 1,12 8 68,-12-8-59,1 0-1,0 0 1,-1 1 0,0-1 0,1 0 0,-1 1 0,0 0 0,0-1 0,0 1 0,0 0 0,2 5-1,11 29 129,-7-28-113,-7-9-32,0 1 0,0 0 0,-1-1 0,1 1 1,0 0-1,-1-1 0,1 1 0,0 0 0,-1 0 0,1 0 0,-1 0 0,0 0 1,1 0-1,-1-1 0,0 1 0,1 0 0,-1 0 0,0 0 0,0 0 0,0 0 1,0 0-1,0 2 0,0-1 3,1 0 0,-1 0 0,1 1 0,-1-1 0,1 0 0,0 0 1,0 1-1,0-1 0,0 0 0,0 0 0,0 0 0,0 0 0,1 0 0,-1-1 0,1 1 0,-1 0 1,3 1-1,9 13 12,-7-1 1,-5-13-25,-1 1 0,1-1 0,0 0 1,0 0-1,0 0 0,0 0 0,0 0 0,1-1 1,-1 1-1,0 0 0,3 2 0,11 6-116,-11-8-58,-4-15-2239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9.5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0 480,'0'3'150,"1"0"-1,-1 1 0,1-1 1,-1 0-1,1 0 0,0 0 1,2 5-1,-1-5-107,-1 0 0,0 1 0,0-1 0,0 0 0,-1 1 0,1-1 1,0 7-1,-1-5-6,1 1 1,0-1-1,0 1 1,0-1-1,1 0 1,2 7 0,-2-7-14,0 0 1,0 1 0,0-1-1,-1 1 1,0 0-1,0 7 1,0 8 47,0 0 1,1 0-1,6 25 1,-6-20-45,-2-20-16,0-1 1,0 1-1,0 0 1,1-1-1,2 10 1,28 88 25,-25-75-45,1-15-6,-6-11 8,1-1 0,-1 1 0,0 0-1,0 0 1,0-1 0,-1 1-1,1 0 1,0 0 0,-1 0 0,1 0-1,-1 0 1,0 0 0,1 4 0,0 14-144,-1-13-171,1 0 1,-1 0-1,-1 0 0,0 9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49.7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53 384,'0'0'1107,"4"0"-760,3 0-212,0 1-44,-1-1-1,1 0 0,0-1 1,10-1-1,-11-4-31,-6 6-57,0 0 0,1-1 0,-1 1 0,0-1 0,1 1 1,-1 0-1,1-1 0,-1 1 0,1 0 0,-1 0 0,1-1 1,-1 1-1,1 0 0,-1 0 0,1 0 0,-1 0 0,1-1 0,-1 1 1,1 0-1,-1 0 0,1 0 0,-1 0 0,1 0 0,0 0 1,0 1-1,7-2-6,1 0 0,-1 0 1,1-1-1,-1 0 0,13-5 1,-13 4-107,1 0-1,-1 0 1,1 1 0,-1 1 0,16-2 0,-16 4-30,-6-1 67,0 0 1,0 0-1,0 0 1,0 0 0,1 0-1,-1 0 1,0 0 0,0-1-1,0 1 1,3-2-1,-3-8-783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7:50.2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168 14 320,'0'0'472,"-3"-2"3,0 0-417,0 0 0,0 1 0,0 0-1,0-1 1,0 1 0,-1 0 0,1 1 0,0-1-1,-1 1 1,1-1 0,-5 1 0,-48 1 222,31 0-109,-11-1 133,36 0-302,-1 0 0,1 0 0,0 1 0,-1-1 0,1 0 0,0 1 0,0-1 0,-1 0 0,1 1 0,0-1-1,0 0 1,0 1 0,-1-1 0,1 0 0,0 1 0,0-1 0,0 1 0,0-1 0,0 1 0,0-1 0,0 0 0,0 1 0,0-1 0,0 1 0,0-1 0,0 0 0,0 1 0,0-1 0,0 1 0,0-1 0,0 1 0,1 0 4,-1 174 18,0-174-25,0 1 0,0-1 0,0 0 0,1 0 1,-1 1-1,0-1 0,1 0 0,0 0 0,-1 0 0,1 0 0,-1 0 0,1 1 0,0-1 0,0 0 0,0-1 0,0 1 0,0 0 0,0 0 0,0 0 0,0 0 0,0-1 0,2 2 0,13 13 2,-15-14 0,-1 0 0,0-1 0,1 1 0,-1 0 0,1-1 0,-1 1 0,1 0 0,0-1-1,-1 1 1,1 0 0,0-1 0,-1 1 0,1-1 0,0 0 0,-1 1 0,1-1 0,0 1 0,0-1 0,0 0 0,-1 0 0,1 1 0,0-1 0,0 0 0,0 0 0,0 0 0,0 0 0,-1 0-1,1 0 1,0 0 0,1 0 0,18 4-25,-4 0-21,-13-4 19,0 0 0,0 0 0,0 0 0,0 0 0,0-1 0,0 1 0,-1-1 0,1 0 0,0 0 0,0 0 0,-1 0 0,5-2 0,-4 0 7,-1 1 0,1-1 0,-1 0 1,0 1-1,0-1 0,-1 0 1,1 0-1,2-5 0,5-5-34,-3-9 42,1 9 11,-5 10 0,-1 1 0,0-1 0,1 1 0,-1-1 0,0 1 0,0-1 0,-1 0 0,1 0 0,0 1 0,-1-1 0,0-3 0,0-99 179,0 104-174,0 1 1,0-1-1,0 1 1,0 0-1,1-1 1,-1 1-1,0-1 0,0 1 1,0 0-1,0-1 1,0 1-1,0-1 1,1 1-1,-1 0 1,0-1-1,0 1 1,1 0-1,-1-1 1,0 1-1,0 0 1,1-1-1,-1 1 0,0 0 1,1 0-1,-1-1 1,0 1-1,1 0 1,-1 0-1,1 0 1,-1 0-1,0 0 1,1-1-1,-1 1 1,1 0-1,-1 0 1,1 0-1,-1 0 0,0 0 1,1 0-1,-1 0 1,1 0-1,-1 0 1,0 0-1,1 1 1,-1-1-1,1 0 1,-1 0-1,0 0 1,1 0-1,-1 1 1,0-1-1,1 0 0,-1 0 1,0 1-1,1-1 1,-1 0-1,0 1 1,1-1-1,-1 0 1,0 1-1,3 1 20,-2-1-18,1 0 0,-1-1 0,0 1 0,0 0 0,0 0 0,-1 0 0,1 0 0,0 0 0,0 0 0,0 0 0,-1 0 0,1 0 0,0 0 0,-1 0 0,1 0 0,-1 0 0,0 1 0,1-1 0,-1 0 0,0 0 0,1 2 0,-1-2 4,0 0 1,0 0-1,0 0 0,0 0 0,1 0 1,-1 0-1,0 1 0,1-1 0,-1 0 1,1-1-1,-1 1 0,1 0 0,-1 0 1,2 1-1,4 7 73,20 41 487,4 11-112,-22-37-411,-6-17-44,0 1 0,1-1 0,4 10 0,0-10 4,-6-6-15,0 0 0,-1 0 0,1-1 0,0 1 0,0 0-1,0 0 1,-1 0 0,1 0 0,0 0 0,-1 0 0,1 0-1,-1 0 1,0 0 0,1 0 0,-1 1 0,0-1 0,1 0-1,-1 2 1,14-4-1860,-14-6 1072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8:30.6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48,'0'0'1627,"0"0"-1607,-1 1 0,1-1 0,0 1 0,0-1 0,0 1 0,0-1-1,-1 1 1,1-1 0,0 1 0,0 0 0,0-1 0,0 1 0,0-1-1,0 1 1,1-1 0,-1 1 0,0-1 0,0 1 0,0-1-1,0 1 1,1-1 0,-1 1 0,0-1 0,0 1 0,1-1 0,-1 1-1,0-1 1,1 1 0,-1-1 0,1 0 0,-1 1 0,0-1 0,2 1-1,309-1 251,-310 0-270,0 0 0,0 0-1,0 0 1,0-1 0,0 1 0,0 0 0,0-1 0,0 1 0,0 0 0,0-1-1,0 1 1,0-1 0,0 1 0,0-1 0,1-1 0,-1 1-1,1 0 1,0 0 0,-1 0-1,1 0 1,0 0 0,0 0-1,-1 0 1,1 1 0,0-1-1,0 1 1,0-1 0,0 1-1,0 0 1,0 0 0,0 0-1,2 0 1,60 0-91,-61 0 32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28:31.2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1 112,'0'0'2241,"3"0"-2196,190 0 169,-188 0-206,-2 0-16,65 0-1574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29.3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75 80,'0'0'2556,"0"-2"-2505,0 0-48,1 0 0,-1 0 0,0 0 1,1 0-1,-1 0 0,1 0 1,-1 0-1,1 0 0,0 1 1,0-1-1,-1 0 0,1 1 0,0-1 1,0 0-1,0 1 0,0 0 1,0-1-1,2 0 0,24-24-1,-26 25-2,5-2 4,0 1 1,0 0-1,0 0 1,0 1-1,0 0 1,0 0-1,10 2 0,-11-1-13,-5 0 8,0 0 0,0 0 0,0 0 0,1 0 0,-1 0 0,0 0 0,0 0 0,0 0 0,1 0 0,-1 0 0,0 0 0,0 0 0,0 0 0,0 0 0,1 0 0,-1 1 0,0-1 0,0 0 0,0 0 0,0 0 0,0 0 0,1 1 0,-1-1 0,0 0 0,0 0 0,0 0 0,0 1 0,0-1 0,0 0 0,0 0 0,1 1 0,0 2 3,0 1-1,1-1 0,-1 1 1,0-1-1,0 1 0,-1 0 1,1-1-1,0 1 0,-1 0 1,1 0-1,-1 0 0,0 0 1,0 4-1,0-7-1,0 0 1,0 0-1,0 0 1,0 0-1,0-1 1,0 1 0,0 0-1,1 0 1,-1 0-1,0 0 1,0-1-1,1 1 1,-1 0-1,0-1 1,1 1-1,-1 0 1,1-1-1,-1 1 1,0 0-1,1-1 1,-1 1-1,1-1 1,-1 1-1,2 0 1,5 8 7,-6 0 1,1 1 0,-1 0 0,-1-1 0,1 1 0,-1 0 0,-2 18 0,2-5 3,0 57 63,0-78-73,0-1-1,0 1 1,0-1 0,0 0 0,0 1 0,-1-1 0,1 1 0,0-1-1,0 0 1,-1 1 0,1-1 0,0 0 0,-1 1 0,1-1 0,-1 0-1,1 0 1,-1 0 0,0 0 0,1 0 0,-1 1 0,-1 0 0,1 0-2,-1 0 1,1 0-1,0 0 1,0 0-1,0 0 1,0 0-1,0 0 1,-1 4-1,0 0 7,0 0 1,-1 0-1,1 0 1,0 0-1,-1-1 0,0 0 1,0 0-1,-5 7 1,4-9-1,0 1 0,1 1 1,0-1-1,0 1 0,0-1 1,0 1-1,-2 6 0,4-9-3,0 0 0,0 0-1,0 0 1,0 0 0,0 0 0,0 0-1,-1-1 1,-1 3 0,-3 3 8,2 1 1,3-8-13,1 1 0,-1 0 0,1-1 0,0 1 0,-1-1 0,1 1 0,-1-1 0,1 1 0,-1-1 0,1 1 0,-1-1 0,0 0 0,1 1 0,-1-1 0,1 0 0,-1 0 0,0 0 0,1 0 0,-2 0 0,1 1-2,0-1 0,0 1 1,0 0-1,0-1 0,-1 1 0,1 0 0,0 0 0,0 0 1,0 0-1,0 0 0,-1 2 0,1-1 1,0-1 0,0 0-1,0 1 1,0-1 0,0 0-1,0 0 1,-1 0 0,1 0 0,0-1-1,0 1 1,-3 0 0,-10 6 11,11-5 17,6-2-46,1-1 6,0-1-1,0 1 1,0-1-1,0 0 1,6-4-1,4-3 2,-11 8 16,1-1 2,0 0-1,1 0 1,-1 0-1,1 1 1,-1 0-1,1 0 1,8 1-1,-6-2-1,1 1 0,0-2 0,0 0-1,-1 0 1,1-1 0,8-6 0,28-18 137,-10 10-24,-22 13-95,15-6 3,-22 10-14,0-1 0,1 0 0,-1-1 0,5-3 0,-3 1-39,-7 4 3,1 0 1,0 0-1,0 0 0,0 1 1,0-1-1,0 1 0,-1-1 1,1 1-1,0-1 1,0 1-1,0 0 0,0 0 1,0 0-1,1 0 0,-2-15-935,0 5 32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29.9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53 224,'0'0'539,"0"-11"678,0-11-687,0 20-449,0 1-74,0 1-1,0 0 1,0-1 0,0 1 0,0-1 0,0 1 0,0-1 0,0 1 0,-1-1 0,1 1 0,0-1 0,0 1 0,1-1 0,-1 1 0,0-1 0,0 1 0,0-1 0,0 1 0,0 0 0,0-1 0,0 1 0,0-1 0,1 1 0,-1-1 0,0 1 0,0 0 0,0-1 0,1 1 0,-1 0 0,0-1 0,0 1 0,1 0 0,-1-1 0,15 0-1,25 0 5,-38 1-11,0 0 0,0 0 1,0 0-1,-1 1 0,1-1 0,0 1 1,0-1-1,-1 1 0,1 0 0,0 0 1,-1 0-1,1 1 0,-1-1 1,1 0-1,-1 1 0,3 2 0,5 13 2,-8-16-1,0 0-1,0 0 1,0 0 0,0 1-1,-1-1 1,1 1 0,0-1-1,-1 1 1,1-1 0,-1 1-1,1-1 1,-1 1 0,1 0 0,-1-1-1,0 1 1,0 0 0,1-1-1,-1 1 1,0 0 0,0 2-1,0 14 12,1-12-9,-1-1 0,0 1 0,0 0 0,0 0 0,0 0 0,0 0 1,-1-1-1,0 1 0,-1 6 0,-5 0 3,7-11-4,-1 0 0,0 0 0,0 0 1,1 0-1,-1 1 0,0-1 0,1 0 1,-1 1-1,1-1 0,0 1 0,-1-1 0,1 0 1,-1 1-1,1 0 0,0-1 0,0 1 1,0-1-1,0 3 0,0-2-1,0-1 1,0 1-1,0-1 0,-1 1 1,1-1-1,0 1 1,0-1-1,-1 0 0,1 1 1,0-1-1,-1 1 0,1-1 1,-1 0-1,0 1 0,0 0 1,0 0-2,1-1 0,-1 1 1,0-1-1,1 1 0,-1 0 1,1-1-1,-1 1 0,1 0 1,-1 0-1,1-1 0,0 1 0,0 0 1,0 0-1,0 0 0,0 2 1,0 33 17,10-29-23,3 2 9,12 11 2,-24-21-5,0 1-1,0 0 0,-1 0 0,1 0 0,0 0 0,0 0 0,-1 0 1,1 0-1,0 0 0,-1 1 0,1-1 0,-1 0 0,1 0 0,-1 1 1,0-1-1,1 0 0,-1 1 0,0-1 0,1 3 0,-1-3 0,0-1-1,0 1 1,0 0-1,0 0 0,0-1 1,0 1-1,0 0 0,0 0 1,1-1-1,-1 1 1,0 0-1,0-1 0,0 1 1,1 0-1,-1-1 0,0 1 1,1-1-1,-1 1 1,0-1-1,1 1 0,-1 0 1,0-1-1,1 0 0,-1 1 1,1-1-1,-1 1 1,1-1-1,-1 0 0,1 0 1,0 1-1,-1-1 1,1 0-1,-1 1 1,1-1-1,-1 0 1,1 1-1,-1-1 1,1 0-1,-1 1 1,0-1-1,1 1 1,-1-1-1,1 1 1,-1-1-1,0 1 1,1 0-1,-1-1 1,0 1-1,0-1 1,1 1-1,-1 0 1,0-1-1,0 1 1,0 0-1,1 0 1,-1-1-1,0 1 1,0 0-1,0 0 1,0-1-1,0 2 1,0 61 112,0-62-110,0-1-1,0 1 1,0-1 0,0 1 0,0-1 0,0 1 0,-1-1-1,1 1 1,0-1 0,0 1 0,0-1 0,0 1 0,-1-1-1,1 0 1,0 1 0,0-1 0,-1 1 0,1-1 0,0 0-1,0 1 1,-1-1 0,1 0 0,0 1 0,-1-1 0,1 0-1,0 0 1,-1 0 0,1 1 0,0-1 0,-1 0 0,1 0 0,0 0-1,-1 0 1,1 0 0,0 0 0,-1 0 0,-5 3 23,4 11 2,2-13-26,0 0 1,0 0 0,0 0-1,0 0 1,0 0-1,0 0 1,0 0 0,0 0-1,-1 0 1,1 0-1,0 0 1,0-1 0,0 1-1,-1 0 1,1 0-1,0 0 1,-1 0 0,1-1-1,-1 2 1,-9 0 25,9-3-25,0 1 1,-1 0-1,1 0 0,0 0 1,0 1-1,0-1 1,-1 0-1,1 1 1,0-1-1,0 1 0,-1 0 1,1 1-2,0-1 1,0 0-1,0 0 0,-1 0 1,1 0-1,0 0 0,0 0 1,-1 0-1,1 0 0,0 0 1,-1-1-1,1 1 0,0-1 1,-1 0-1,1 1 0,0-1 1,-1 0-1,1 0 0,0-1 1,-1 1-1,-1 0 0,0 0-3,-24 0-279,26-1 246,1 0 0,0 1-1,-1-1 1,1 1 0,0-1-1,0 1 1,0-1 0,0 0-1,-1 1 1,1-1 0,0 0-1,0 1 1,0-1-1,0 0 1,0 1 0,0-1-1,0 0 1,0 1 0,0-1-1,0 0 1,1 0 0,-1 1-44,0-15-825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0.4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26 160,'0'0'17,"0"0"-1,0 0 1,0-1 0,0 1-1,-1 0 1,1 0 0,0-1-1,0 1 1,0 0 0,0 0-1,0-1 1,0 1 0,0 0-1,0 0 1,0-1 0,0 1-1,1 0 1,-1 0 0,0-1-1,0 1 1,0 0 0,0 0-1,0-1 1,0 1-1,0 0 1,0 0 0,0 0-1,0-1 1,1 1 0,-1 0-1,0 0 1,0 0 0,0 0-1,0-1 1,0 1 0,1 0-1,7-4 454,-4-2-144,-3 5-301,-1 0-1,1 1 0,-1-1 1,1 0-1,0 1 1,-1-1-1,1 1 0,0-1 1,0 1-1,-1-1 1,1 1-1,0 0 1,0 0-1,-1-1 0,1 1 1,0 0-1,0 0 1,-1 0-1,1 0 1,0 0-1,0 1 0,-1-1 1,2 0-1,23 0 102,-24 0-125,-1 0 0,1 0 1,-1 1-1,1-1 1,-1 0-1,1 0 0,-1 0 1,1 0-1,-1 1 1,1-1-1,-1 0 0,1 1 1,-1-1-1,1 1 0,-1-1 1,1 1-1,-1-1 1,1 1-1,-1-1 0,0 1 1,1 0-1,-1-1 0,0 1 1,1 0-1,-1-1 1,0 1-1,0 0 0,1 0 1,-1 0-1,5 11 38,2-4-25,-5-5-3,0-1-1,0 1 1,0 0-1,0-1 1,0 1-1,0 0 1,2 7-1,-3-5 7,1-1 0,-1 1-1,1-1 1,0 0-1,3 6 1,-1-3 4,-3-5-15,-1-1 1,1 0 0,-1 1-1,1-1 1,-1 0 0,1 1-1,-1-1 1,0 1 0,0-1-1,0 1 1,1-1-1,-1 1 1,0-1 0,0 1-1,0 0 1,-1-1 0,1 1-1,0 1 1,-1 5 24,1-4-13,1 1 1,-1 0-1,0 0 0,1 0 1,0 0-1,0-1 0,1 6 1,-1-5 2,1 0 0,-1 0 0,-1 1 0,1-1 0,0 0 0,-1 1 0,0 5 0,0 352 462,0-361-641,-10-4-1688,8-10 328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0.6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60 176,'0'0'512,"12"0"353,6 0-129,-6-10-608,6 10 0,12-15-64,-18 15 16,6-10-16,13 10-32,-19 0-16,6 0-32,0 0-16,-6 0-64,6 0-48,-18-15-304,12 5-448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1.2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27 224,'0'-1'75,"0"0"0,0 0 0,-1 0 1,1 0-1,1 0 0,-1 0 0,0 0 0,0 0 0,0 0 0,0 0 0,0 0 0,1 0 0,-1 0 1,0 0-1,0 0 0,1 0 0,-1 1 0,1-1 0,-1 0 0,0 0 0,1 0 0,-1 1 0,1-1 1,0 0-1,0 0-69,1 0 1,-1 1 0,1 0 0,-1-1 0,1 1 0,-1 0-1,1 0 1,0 0 0,1 0 0,5 1 115,6-1-74,-13 0-43,-1 0-1,1 0 1,0 0 0,-1 0 0,1 1 0,0-1 0,-1 0 0,1 1-1,0-1 1,-1 1 0,1-1 0,0 1 0,-1-1 0,1 1 0,-1-1-1,1 1 1,-1 0 0,2 1 0,1 3 9,12 8 42,16 22 1,-27-30-41,0 0 0,-1 0 1,0 1-1,0 0 0,0 0 1,0 0-1,2 7 0,1 10 30,1-12-27,-7-10-16,1 0-1,0 0 0,0 1 1,-1-1-1,1 0 0,0 1 1,-1-1-1,1 0 0,-1 1 1,1-1-1,-1 1 0,0-1 1,1 1-1,-1 0 1,0-1-1,0 1 0,0-1 1,0 1-1,0 1 0,0 9 13,0-9-9,0 1 0,0 0 0,0 0-1,0-1 1,0 1 0,1 0 0,0 6 0,3 1 7,-3-10-9,0 1 0,0 0 0,-1 0 0,1 0 1,-1 0-1,1 0 0,-1 0 0,1 0 0,-1 0 0,0 1 0,0-1 0,0 4 0,0 127 47,0-131-49,0-1 0,1 1 0,-1 0 0,0-1 0,0 1-1,0-1 1,1 1 0,-1-1 0,1 1 0,-1-1 0,1 0 0,-1 1 0,1-1 0,-1 0-1,1 1 1,0-1 0,-1 0 0,3 2 0,-3-2 0,1 0 1,0 0-1,0 0 0,-1 0 1,1 0-1,-1 0 0,1 0 1,-1 0-1,1 1 0,-1-1 1,1 0-1,-1 1 0,0-1 0,1 0 1,-1 1-1,0-1 0,0 0 1,0 3-1,0-3 0,0-1 0,0 1 0,0-1 0,0 1 0,0-1 0,0 1 0,0-1 0,0 1 0,0-1 0,1 1 0,-1-1 0,0 1 0,0-1 0,0 1 0,0-1 0,0 1 0,1-1-1,-1 1 1,0-1 0,0 0 0,1 1 0,-1-1 0,0 1 0,0-1 0,1 0 0,-1 1 0,0-1 0,1 0 0,-1 0 0,0 1 0,1-1 0,-1 0 0,0 0 0,1 0 0,-1 0-1,0 1 1,1-1-1,-1 0 1,0 0-1,1 0 0,-1 0 1,0 0-1,0 1 1,1-1-1,-1 0 1,0 0-1,0 1 0,0-1 1,1 0-1,-1 0 1,0 1-1,0-1 1,0 0-1,0 1 0,1-1 1,-1 0-1,0 1 1,0-1-1,0 1 1,0-1-1,0 0 0,0 1 1,0-1-1,0 1 1,0-1-1,0 0 1,0 1-1,0 0 0,0-1 1,0 0-1,0 0 0,0 0 0,0 1 0,0-1 0,0 0 1,0 0-1,0 0 0,0 0 0,0 0 0,0 0 0,1 0 1,-1 1-1,0-1 0,0 0 0,0 0 0,0 0 0,0 0 1,0 0-1,0 0 0,0 0 0,0 0 0,0 0 0,0 1 1,0-1-1,0 0 0,0 0 0,0 0 0,0 0 0,1 0 1,-1 0-1,0 0 0,0 0 0,0 0 0,0 0 0,0 0 1,0 0-1,0 0 0,0 0 0,0 0 0,0 0 0,0 0 1,1 0-1,-1 0 0,0 0 0,0 0 0,0 0 0,0 0 1,0 0-1,0 0 0,0 0 0,0 0 0,0 0 0,0-1 0,108 1-745,-98 0-168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1.7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0 384,'0'353'2975,"0"-347"-2968,-1 0-1,1 0 1,-1-1 0,0 1 0,-2 9-1,1-10-1,1 0 0,0 0 0,1 0 0,-1 0-1,0 7 1,1 81-1357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2.0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15 320,'0'0'897,"18"0"-209,-6 0-112,6 0-416,-6 0-16,6 0-16,1 0 0,11 0-80,-18 0 0,6 0-32,-6 0 0,18 0-48,-12 0-112,-6 0-64,6-14-928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3.6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36 48,'3'0'12,"-2"0"-7,-1 0-1,1 0 0,-1 1 0,1-1 1,-1 0-1,1 0 0,-1 0 0,1 0 1,-1 0-1,1 0 0,-1 0 1,1 0-1,-1 0 0,1 0 0,-1-1 1,1 1-1,-1 0 0,1 0 0,-1-1 1,1 1-1,-1 0 0,0-1 0,1 1 1,-1-1-1,1 1 0,-1-1 1,0 1-1,1-1 0,-1 1 0,0-1 1,0 1-1,1-1 0,-1-1 0,10 1 495,-9 1-452,0 0-1,0-1 0,0 1 1,0 0-1,0 0 0,0-1 1,0 1-1,-1-1 0,1 1 0,0-1 1,0 0-1,0 1 0,-1-1 1,1 0-1,0 0 0,-1 0 1,2-1-1,-1 0 86,1 1-82,0-1 1,0 0-1,0 1 1,0 0-1,0 0 0,0 0 1,0 0-1,0 0 1,1 1-1,-1-1 0,4 1 1,-5 0-37,2 0 95,-1 0-53,37 1 166,-39 0-221,0-1 1,0 1 0,1-1-1,-1 0 1,0 1-1,0-1 1,0 1-1,0-1 1,1 0-1,-1 1 1,0-1-1,0 1 1,0-1 0,0 1-1,0-1 1,0 1-1,0-1 1,0 1-1,0-1 1,0 1-1,0 0 1,3 11 23,2-6-16,-4-5-6,0 0 0,0-1-1,-1 1 1,1 0 0,-1 0-1,1 0 1,0-1 0,-1 1 0,1 0-1,-1 0 1,0 0 0,1 0-1,-1 1 1,1-1 0,-1 0-1,0 0 1,0 0 0,1 0 0,-1 0-1,0 1 1,0-1 0,0 0-1,0 0 1,0 0 0,0 1 0,0-1-1,0 1 1,0 89 184,0-88-184,-1-1 0,1 1 1,0 0-1,-1-1 0,1 1 0,-1-1 1,1 1-1,-1-1 0,0 0 1,0 0-1,0 1 0,-1 2 1,1-3-3,0 0 1,0 0-1,0 1 1,0-1 0,0 1-1,0-1 1,1 1 0,-1-1-1,1 1 1,-1-1-1,1 1 1,0 4 0,0-4-1,-1 0 0,1 0 1,0 0-1,-1 0 0,1 0 0,-1 0 1,1 0-1,-1 0 0,-2 4 1,2-4-2,1-1 1,-1 1-1,0 0 1,1-1 0,-1 1-1,1 0 1,-1 0-1,1-1 1,0 6-1,0 1 0,0-7 0,0 0 0,1 0 0,-1 0 0,0 0 0,0 0 0,0 0 0,-1 0 0,1 0 0,0 0 0,-1 0 0,1 0 0,0 0 0,-1 0 0,0 2 0,-3 4 2,2-5 0,1-1 0,0 1 0,0-1-1,0 1 1,0 0 0,0 0-1,0 0 1,1 0 0,-1 0 0,1 0-1,-1 0 1,1 0 0,0 0-1,-1 0 1,2 5 0,-1-7-2,-1 0 1,1 0 0,0 0-1,0 0 1,0 0 0,0-1-1,0 1 1,0 0 0,-1 0-1,1 0 1,0 0 0,-1 0-1,1-1 1,0 1 0,-1 0-1,1 0 1,-1 0 0,-5 10-8,4 13 7,2-23 0,0 0 0,0 0 0,0 0 1,0 0-1,0 0 0,0 0 0,0 0 0,0 0 0,-1 0 0,1 0 0,0 0 1,-1 0-1,1-1 0,0 1 0,-1 0 0,1 0 0,-1 0 0,1-1 1,-1 1-1,1 0 0,-1 0 0,1-1 0,-1 1 0,1-1 0,-1 1 0,0-1 1,1 1-1,-2 0 0,-2 2-1,-4 6 10,8-9-11,-1 1-1,1-1 1,-1 0-1,1 1 0,0-1 1,-1 1-1,1-1 0,0 1 1,-1 0-1,1-1 1,0 1-1,-1-1 0,1 1 1,0 0-1,-1-1 0,1 1 1,0 0-1,0 0 0,0-1 1,0 1-1,0 0 1,-1 0-1,1-1 0,0 3 1,13-3-33,75 0 78,-87-1-40,0 1 0,0 0 1,0 0-1,0 0 0,0-1 1,0 1-1,-1-1 0,1 1 1,0-1-1,0 0 1,0 1-1,0-1 0,0 0 1,-1 0-1,2-2 0,2-1 5,-1 2-2,0 1 0,0-1 0,0 1 0,0-1 0,0 1 0,0 0-1,0 1 1,0-1 0,0 1 0,1 0 0,2 1 0,0-1 0,-6 0-6,0 0 0,0 0 0,0 0 0,1 0 0,-1 0-1,0 0 1,0 0 0,0 0 0,0-1 0,0 1-1,1 0 1,-1 0 0,0 0 0,0 0 0,0 0 0,0 0-1,0 0 1,0 0 0,0-1 0,1 1 0,-1 0-1,0 0 1,0 0 0,0 0 0,0 0 0,0-1 0,0 1-1,0 0 1,0 0 0,0 0 0,0-1 0,0 1-1,0 0 1,0 0 0,0 0 0,0-1 0,0 1 0,0 0-1,0 0 1,0 0 0,0-1 0,0 1 0,0 0-1,0 0 1,0 0 0,0-1 0,0 1 0,0 0 0,0 0-1,0-1-4,0 1 0,0 0-1,0-1 1,0 1 0,0 0 0,0-1-1,0 1 1,0 0 0,0-1-1,0 1 1,0-1 0,0 1-1,0 0 1,0-1 0,0 1 0,0 0-1,0-1 1,0 1 0,0 0-1,0-1 1,1 1 0,-1 0 0,0 0-1,0-1 1,0 1 0,0 0-1,1 0 1,-1-1 0,1 1-21,-1-1 0,1 1 0,-1-1 0,1 1 0,0-1 0,-1 0 1,1 1-1,-1-1 0,1 0 0,-1 0 0,1 1 0,-1-1 0,0 0 0,1 0 0,-1 0 1,0 0-1,1 0 0,-1 0 0,0 0 0,0 0 0,1 0 0,-1 0 0,0 0 0,0 0 1,0 0-1,0-1 0,0-13-857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4.4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87 192,'0'14'252,"-1"14"772,1-28-1005,0 1 0,0-1-1,0 1 1,0-1-1,0 1 1,0 0-1,0-1 1,-1 1-1,1-1 1,0 1 0,0-1-1,0 1 1,-1-1-1,1 1 1,0-1-1,-1 1 1,1-1 0,0 0-1,-1 1 1,1-1-1,0 0 1,-1 1-1,1-1 1,0 0-1,-1 0 1,1 1 0,-1-1-1,1 0 1,0 0-1,-1 0 1,1 0-1,-1 0 1,1 0-17,-1 0 1,1 0-1,0 0 1,0 0-1,0 0 1,0 0-1,0 0 0,0 0 1,0 0-1,0 0 1,0 0-1,0 0 1,0 0-1,-1 0 0,1 0 1,0 0-1,0 0 1,0 1-1,0-1 1,0 0-1,0 0 0,0 0 1,0 0-1,0 0 1,0 0-1,0 0 1,0 0-1,0 0 1,0 0-1,0 1 0,-1-1 1,1 0-1,0 0 1,0 0-1,0 0 1,0 0-1,0 0 0,0 0 1,0 0-1,0 1 1,0-1-1,0 0 1,0 0-1,0 0 0,0 0 1,0 0-1,0 0 1,0 1-1,0-1 1,0 0-1,0 0 1,0 0-1,0 0 0,0 0 1,1 0-1,-1 0 1,0 57 226,0-57-228,0 1-1,0-1 1,0 1 0,0-1-1,0 1 1,0-1 0,0 1-1,0-1 1,0 1-1,0-1 1,0 1 0,0-1-1,0 0 1,0 1 0,1-1-1,-1 1 1,0-1-1,0 1 1,0-1 0,1 0-1,-1 1 1,0-1 0,0 0-1,1 1 1,-1-1-1,0 0 1,0 0 0,1 1-1,-1-1 1,0 0 0,1 0-1,-1 0 1,1 1-1,-1-1 2,0 0-1,1 0 0,-1 0 0,0 0 0,1 0 0,-1 1 0,0-1 0,0 0 0,1 0 0,-1 1 1,0-1-1,0 0 0,1 1 0,-1-1 0,0 0 0,0 1 0,0-1 0,1 0 0,-1 1 0,0-1 1,0 1-1,0-1 0,0 0 0,0 1 0,1-1 0,-1 1 0,0-1 0,0 1 0,0-1 0,0 1 1,0-1-1,0 0 0,0 2 0,0-1-1,0-1 1,0 1-1,0 0 1,0 0-1,0 0 1,0 0 0,1 0-1,-1 0 1,0-1-1,0 1 1,1 0-1,-1 0 1,0 0-1,1-1 1,-1 1-1,1 0 1,-1-1-1,0 1 1,1 0-1,-1-1 1,1 1-1,0-1 1,-1 1 0,1-1-1,-1 0 1,1 1-1,5 4 7,7 21 77,-12-23-79,0-1 1,0 1-1,1-1 1,-1 0 0,0 1-1,0-1 1,1 0-1,-1 0 1,1 0-1,-1 0 1,1-1-1,0 1 1,-1-1 0,1 1-1,0-1 1,0 0-1,0 0 1,0 0-1,2 1 1,43 22 106,-39-20-101,0-1-1,-1 2 1,1-1 0,-1 1-1,1 1 1,-1 0 0,-1 1-1,1 0 1,7 10 0,-9-12-5,-5-4-5,1-1-1,-1 0 1,0 1-1,1-1 1,-1 1-1,1-1 1,-1 1-1,0 0 1,1-1-1,-1 1 1,0-1-1,0 1 1,1 0-1,-1-1 1,0 1-1,0 0 1,0 0-1,0-1 1,1 1-1,-1 0 1,0 0-1,0-1 1,0 1-1,0 0 1,0 0-1,0-1 1,0 1 0,-1 1-1,1 0 1,1 0 1,-1 0-1,-1 0 0,1 0 0,0 0 1,0 0-1,0 0 0,-1 0 0,1-1 1,-1 1-1,1 0 0,-1 0 0,1 0 1,-1-1-1,0 1 0,1 0 0,-1-1 1,0 1-1,0-1 0,0 1 0,0-1 1,0 0-1,0 1 0,0-1 1,0 0-1,0 0 0,-1 0 0,1 0 1,0-1-1,0 1 0,-1 0 0,1-1 1,0 1-1,-1-1 0,-1 0 0,-11 10-9,13-9 8,0 0 0,0-1 0,1 1-1,-1 0 1,0-1 0,0 1 0,0-1 0,0 1 0,0-1 0,0 0-1,0 1 1,0-1 0,0 0 0,-2 0 0,-103 0-19,105 0 19,0 0 0,1 0 0,-1 0-1,1-1 1,-1 1 0,0 0 0,1-1 0,-1 1 0,1 0 0,-1-1-1,0 1 1,1-1 0,-1 1 0,1-1 0,-1 1 0,1-1-1,-1 0 1,1 1 0,-1-1 0,1 0 0,0 0 0,-1 0 0,1 1-1,0-1 1,-1 0 0,1 0 0,0 0 0,0 0 0,0 0-1,-1 0 1,1 0 0,0-1 0,-1-34-12,2 28 10,-1 6 2,0 1 0,0 0 0,0 0 0,0 0 0,0 0 0,1 0 0,-1 0 0,0 0 0,1 0 0,-1 0 0,0 0 0,1 0 0,-1 0 0,1 0 0,-1 0 0,1 0 0,0 0 0,-1 0 0,1 0 0,-1 0 0,1 0 0,-1 0 0,1 0 0,-1 0 0,1 1 0,-1-1 0,0-1 0,1 1 0,-1 0 0,0 0 0,0 0 0,0 0 0,1 0 0,-1 0 0,0-2 0,0 3 0,0-1 0,0 0 0,0 0 0,0 1 0,0-1 0,0 0 0,0 1 0,0-1 0,0 0 0,1 0 0,-1 1 0,0-1 0,0 0 0,1 1 0,-1-1 0,0 0 0,1 1 0,-1-1 0,0 1 0,1-1 0,-1 1 0,0-1 0,1 1 0,-1-1 0,1 1 0,-1 0 0,1-1 0,-1 1 0,1 0 0,0-1 0,-1 1 0,1 0 0,-1 0 0,1-1 0,-1 1 0,1 0 0,-1-1 0,1 1 0,-1-1 0,0 1 0,1 0 0,-1-1 0,1 0 0,-1 1 0,0-1 0,1 1 0,-1-1 0,0 1 0,0-1 0,1 0 0,-1 1 0,0-1 0,0 0 0,0 0 0,1 1 0,-1-1 0,0 0 0,0 0 0,0 1 0,0-1 0,0-1 0,0 0 0,0-1 0,0 1 0,1 0 0,-1-1 0,1 1 0,-1 0 0,1 0 0,-1 0 0,1-1 0,0 1 0,1-2 0,1-3 6,-2 4-6,0-1 1,0 1 0,1 1 0,-1-1 0,0 0-1,1 0 1,1-2 0,7-11 1,21-36 16,-6 7-39,-14 23 11,-10 20 9,0 1 1,0 0-1,-1 0 0,1 0 1,0-1-1,-1 1 0,1 0 1,-1-1-1,1 1 0,-1-1 1,1 1-1,-1-1 0,0 1 1,1-1-1,-1 1 0,0-1 1,0 0-1,0 1 0,0-1 1,0-1-1,0-84 132,0 86-132,0 0 1,0 0-1,0 0 0,0 0 1,-1 0-1,1 0 1,0 0-1,0 0 1,-1 0-1,1 0 0,0 0 1,-1 0-1,1 0 1,-1 1-1,1-1 0,-1 0 1,1 0-1,-1 1 1,1-1-1,-1 0 1,0 1-1,1-1 0,-1 1 1,1-1-1,-2 1 1,-2-4-4,2 2 2,1 1-1,-1-1 1,0 1 0,0 0-1,1 0 1,-1 0 0,0 0-1,0 0 1,0 0 0,0 1-1,0-1 1,-4 1 0,-29 1-19,18 0 3,13 0-7,-1 0 1,1 0-1,0 0 1,0 1-1,0 0 0,0 0 1,-5 4-1,7-6-2,1 1-1,0 0 0,-1 0 0,1 0 1,0 0-1,-1 1 0,1-1 0,0 0 1,0 1-1,0-1 0,-1 1 0,1-1 1,0 1-1,1 0 0,-1 0 0,0 0 1,0 0-1,0 0 0,1 0 0,-1 2 1,-1 8-512,-8 2-142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5.2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41 151 160,'0'0'1326,"-2"0"-843,1 0-471,1 0 1,0 0 0,-1 0-1,1 0 1,-1 0-1,1 0 1,0 0 0,-1 0-1,1 0 1,0 1-1,-1-1 1,1 0-1,0 0 1,-1 0 0,1 1-1,0-1 1,-1 0-1,1 0 1,0 1 0,-1-1-1,1 0 1,0 1-1,-1 0 1,0 17 344,1-16-237,0 25 176,0-20-293,-1-5 1,1 0-1,0-1 1,0 1-1,0 0 1,0 0-1,0 0 1,0 0-1,0-1 1,1 1 0,-1 0-1,0 0 1,1-1-1,-1 1 1,1 0-1,-1-1 1,1 1-1,-1 0 1,1-1-1,0 1 1,0-1 0,-1 0-1,1 1 1,0-1-1,0 0 1,0 0-1,2 2 1,8 5 22,-8-7-22,-1 1 0,0-1 0,0 1 0,0 0 0,0 0 0,0 0 0,-1 0 0,1 0 0,0 0 0,0 1 0,2 4 0,-2-4 2,0 0-1,0 0 0,0-1 0,0 1 0,0-1 0,0 0 0,1 0 0,-1 0 0,0-1 0,1 1 0,-1-1 0,1 0 0,0 1 0,2-1 0,-1 0 3,0 1-1,0 0 1,0 0 0,-1 0-1,1 1 1,0 0-1,3 4 1,20 17-46,-18-8 41,-8-14-2,-1 0 0,1 0 0,0 0 0,0-1 0,0 1 0,1 0 0,-1-1 0,0 1 0,0-1 0,2 2 0,1 0 0,1 3 10,-4 12 3,-2 1-5,1-19-8,-1 1 0,1-1 0,0 0-1,0 1 1,0-1 0,-1 1 0,1-1-1,0 0 1,-1 1 0,1-1 0,0 0 0,-1 0-1,1 1 1,0-1 0,-1 0 0,1 0 0,0 0-1,-1 0 1,1 0 0,0 0 0,-1 0-1,1 1 1,0-1 0,-1-1 0,0 1 0,0 0-2,0 0 0,0 0 0,1 1 0,-1-1 1,0 0-1,0 1 0,0-1 0,0 1 0,0-1 1,0 1-1,1-1 0,-1 1 0,0 0 0,0-1 1,0 2-1,-4 3-5,-4-1 8,6-2-1,0 0 0,-1-1 0,1 0 1,-1 0-1,1 0 0,-1-1 1,1 1-1,-7-2 0,-32 1 45,39 0-30,-10-2-24,10 0 6,0 0 1,-1 0 0,2-1 0,-1 1 0,0-1 0,0 0-1,1-1 1,-5-5 0,5 6-7,1-1 7,0 0 1,0 1-1,0-1 1,1 0-1,0 0 1,-1 1-1,1-1 1,0 0-1,0 0 0,0 0 1,1-6-1,0-2-3,-1-52-25,0 62 29,0 0-1,1 0 1,-1 0-1,1 0 1,-1 0 0,1 0-1,-1 0 1,1 1 0,0-1-1,0 0 1,0 1 0,0-1-1,0 1 1,0-1 0,0 1-1,0-1 1,0 1-1,0 0 1,0 0 0,1 0-1,0-1 1,12-14-5,-14 15 5,1-1 0,-1 1 0,0-1 0,1 1 1,-1 0-1,0-1 0,0 1 0,1-1 1,-1 1-1,0-1 0,0-1 0,0 3 0,0-1 1,0 1-1,0 0 0,0 0 0,0 0 0,0 0 0,0-1 0,0 1 1,0 0-1,0 0 0,0 0 0,0-1 0,0 1 0,0 0 0,0 0 1,0 0-1,0-1 0,0 1 0,0 0 0,0 0 0,0 0 0,0 0 1,0-1-1,0 1 0,0 0 0,1 0 0,-1 0 0,0 0 1,0 0-1,0 0 0,0-1 0,0 1 0,0 0 0,0 0 0,1 0 1,0-1-2,-1 0 0,1 0 0,0 0 0,0 0 0,-1 0 0,1-1 0,0 1 0,-1 0 0,1-1 0,-1 1 0,1 0 0,-1-1 0,1 1 0,-1-1 0,0 1 0,1-1 0,-1 0 0,0 1 0,0-1 0,0 1 0,0-1 0,0 1 0,0-3 0,0 4 1,0-1 0,0 1 0,0-1 0,0 1 0,0-1 0,0 0 0,0 1 0,0-1 0,0 1 0,0-1 0,0 1 0,0-1 0,1 1 0,-1-1 0,0 1 0,0-1 0,0 1 0,1-1 0,-1 1 0,0 0 0,0-1 0,1 1 0,-1-1 0,0 1 0,0 0 0,1-1 0,-1 1 0,0 0 0,1 0 0,-1-1 0,1 1 0,-1 0 0,0 0 0,1 0 0,-1 0 0,0 0 0,1 0 0,-1 0 0,1 0 0,5-3 0,7-30-3,-13 32 2,1 1 1,-1-1 0,0 1-1,0-1 1,1 1-1,-1-1 1,0 1 0,0-1-1,0 1 1,1-1 0,-1 1-1,0-1 1,0 0-1,0 1 1,0-1 0,0 1-1,0-1 1,0 0-1,0 1 1,0-1 0,0 0-1,0 1 1,0-2-1,0 2 2,0-1-1,0 1 1,0-1 0,0 0-1,0 1 1,0-1-1,0 1 1,0-1-1,0 1 1,0-1-1,0 1 1,0-1 0,0 1-1,0-1 1,0 1-1,1-1 1,-1 1-1,0-1 1,0 1-1,0-1 1,1 0 0,5-5 6,-6 5-7,1 1 0,0-1 1,-1 0-1,1 0 0,0 0 0,-1 1 1,1-1-1,-1 0 0,1 0 1,-1 0-1,1 0 0,-1 0 1,1 0-1,-1 0 0,0-1 1,0 1-1,1 0 0,-1 0 1,0 0-1,0 0 0,0-1 1,0 1-1,0 0 0,0 0 1,0 0-1,0-1 0,0 0 1,0-74 20,0 73-18,-2 3-4,-1 0 0,1 0 1,-1 0-1,1-1 1,-1 1-1,1-1 1,0 0-1,-1 0 1,-3-3-1,5 3 0,0 1 0,1-1 0,-1 1 0,0 0 0,0-1 0,0 1 0,0 0 0,1-1 0,-1 1 0,0 0 0,0 0 0,0 0 0,0 0 0,1 0 0,-1 1 0,-2-1 0,0 1-3,-73-1-394,75 0 364,0 0 0,1 0 0,-1 0 0,1 0 0,-1 0 0,0 1 0,1-1 0,-1 0 0,1 0 0,-1 0 0,1 1 0,-1-1 0,1 0 0,-1 1 0,1-1 0,-1 1 0,1-1 0,-1 1 0,1-1-1,-1 2 1,0 0-150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5.7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61 384,'0'-49'2126,"0"49"-2122,0-1 0,0 1 0,1-1 0,-1 1 0,0-1 0,0 0 0,0 1-1,0-1 1,1 1 0,-1-1 0,0 1 0,0-1 0,1 1 0,-1-1 0,0 1-1,1 0 1,-1-1 0,0 1 0,1 0 0,-1-1 0,0 1 0,1 0 0,-1-1-1,0 1 1,1 0 0,-1 0 0,1 0 0,-1 0 0,1-1 0,-1 1-1,0 0 1,1 0 0,-1 0 0,1 0 0,-1 1 0,0-1 0,1 0 0,-1 0-1,1 0 1,-1 1 0,2-1 11,1 0 44,10 0-1,-10 0-51,-1 1 0,1 0 0,-1 0-1,1 0 1,-1 0 0,0 1 0,0 0 0,1-1-1,-1 1 1,0 0 0,0 1 0,0-1 0,0 0-1,0 1 1,-1 0 0,1-1 0,0 1 0,-1 0-1,0 0 1,1 0 0,0 5 0,0 0 24,0-1 1,1 0 0,-1 0-1,1 0 1,4 9 0,-6-15-30,0 3 9,1 0-1,-1 0 1,0 1 0,1-1 0,-1 1 0,-1-1 0,2 7-1,4 20 80,6 8-21,6 61 49,-13-81-96,-3-14-10,-1 0-1,1 0 0,-1 1 0,0-1 0,0 0 0,-1 1 0,1-1 0,0 7 0,-2 12 33,1-15-13,0-1 0,0 1 0,0 0 0,1 0 0,1 10 0,3-2 54,-4-14-62,-1 0-1,1 0 1,0 0 0,-1-1 0,1 1 0,-1 0 0,1 1-1,-1-1 1,0 0 0,0 6 0,0-9-19,0 1 0,0 0-1,0-1 1,0 1 0,0-1 0,0 1 0,1 0-1,-1-1 1,0 1 0,0-1 0,1 1 0,-1-1-1,0 1 1,0-1 0,1 1 0,-1-1 0,0 1-1,1-1 1,-1 1 0,0-1 0,1 0 0,-1 1-1,1-1 1,-1 0 0,0 0 0,1 1 0,-1-1-1,1 0 1,-1 0 0,1 0 0,-1 0 0,0 0-1,1 0 1,-1 0 0,1 0 0,-1 0 0,1 0-1,-1 0 1,1 0 0,-1 0 0,1-1 0,2 1-31,-1 0-2,0 0-1,0-1 1,0 1-1,1-1 0,-1 1 1,0-1-1,3-2 1,8-3-146,21-1-253,-25 6 249,-1 0 0,14-5 0,-15 2-31,-1 1 1,0-2-1,8-6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7.6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0 189 192,'0'15'2150,"3"-15"-2096,672 0 1272,-669 0-1325,0-1 1,1-1 0,-1 1 0,0-2 0,7-2-1,-9 3 0,1 1 0,-1 0-1,1 0 1,-1 0-1,1 1 1,8 1-1,5-1 10,17-11 26,-28 8-15,0 0 0,0 1 0,0 0 0,10 0 0,5 2-4,8 1 30,58-10 1,-9 7-37,-58 2-30,-19 0 18,0 0 1,1 0-1,-1 0 0,0-1 1,0 0-1,1 0 0,3-2 1,7-3 2,-1 4 19,1 1-1,19 1 0,-16 0-14,7 1 19,-7-1-12,0 0 0,0-1 1,23-7-1,-35 7-12,1 0 1,-1 1-1,1 0 0,7 1 1,-9-1-4,1 1 0,-1-1 0,0 0 1,1-1-1,-1 1 0,7-3 0,-5 0 3,1 1 0,0 0 0,-1 0-1,1 1 1,0 0 0,8 0 0,6 1 12,-5 1-8,1-2-1,0 0 1,21-7 0,-25 6-6,-1 1 0,24 2 1,-17 0 4,-15-2-5,1 1 0,-1-1-1,1 1 1,-1-2-1,0 1 1,4-2 0,-4 1-1,0 1 0,-1 0 0,1 0 0,0 0 0,5 0 0,36-9 50,33 10-64,-70-1 12,-1 0 1,1 0 0,-1-1-1,11-5 1,-10 4 3,0 0 0,0 1 0,0 0 1,13-1-1,27 3 0,-45 0 0,0 0 0,0-1 0,0 1 0,0-1 0,0 1 0,1-1 0,2-2 0,8-3-3,3 3 6,0 1-1,28 3 0,-15 0-1,518-1 50,-541 0-55,0-1 0,1 0 0,-1 0 0,0-1 0,10-5 0,-10 4 11,0 0-1,0 1 1,1 0 0,-1 1-1,11-1 1,-5 3 7,-1-2 1,0 0-1,1-1 1,17-7-1,-5 6-145,-17 3-891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38.8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0 160,'0'0'2334,"0"3"-2256,0 134 538,0-136-614,0 0 0,0-1 0,0 1 0,0 0 0,0 0 0,0-1 0,0 1 0,0 0 0,0 0 0,0-1 0,-1 1 0,1 0 0,0-1-1,0 1 1,-1 0 0,1-1 0,0 1 0,-1-1 0,1 1 0,0-1 0,-1 1 0,1-1 0,-1 1 0,1-1 0,0 1 0,-1-1 0,1 0 0,-1 1 0,0-1 0,0 1 0,1-1 0,-1 0 0,1 1 0,-1-1 0,1 1-1,-1-1 1,1 1 0,-1-1 0,1 1 0,-1 0 0,1-1 0,-1 1 0,1 0 0,0-1 0,-1 1 0,1 0 0,0 0 0,0-1 0,-1 1 0,1 0 0,0 0 0,0 0 0,0 0 0,-1-1 0,1 1 0,0 0 0,0 0 0,0 0 0,0 2 0,0-2-2,1 1 0,-1 0 0,0 0 1,0-1-1,1 1 0,-1 0 0,1-1 1,-1 1-1,1 0 0,-1-1 0,1 1 1,0-1-1,-1 1 0,1-1 1,0 0-1,0 1 0,0-1 0,0 0 1,0 0-1,0 0 0,0 0 0,0 0 1,0 0-1,2 1 0,6 7 28,-4-6-6,159-3-113,-162 0 56,1 0-2,-2 0 34,-1 0 1,1 0-1,-1 0 1,1 0 0,-1 0-1,1 0 1,-1 0-1,1 0 1,-1-1-1,1 1 1,-1 0 0,1 0-1,-1-1 1,1 1-1,-1 0 1,1-1-1,-1 1 1,1-1-1,-1 1 1,1 0 0,-1-1-1,0 0 1,1 1-1,-1-1 1,0 1-1,1-1 1,-1-1-1,2-29-85,-2 19 90,0 12-3,0-1 1,0 1-1,0 0 0,0-1 1,0 1-1,0-1 0,0 1 1,0-1-1,0 1 0,0-1 1,0 1-1,0-1 0,1 1 1,-1-1-1,0 1 0,0 0 0,0-1 1,0 1-1,1-1 0,-1 1 1,0 0-1,0-1 0,1 1 1,-1 0-1,0-1 0,0 1 1,1 0-1,-1 0 0,0-1 1,1 1-1,-1 0 0,0 0 1,0 0-1,1 0 0,-1 0 1,0-1-1,1 1 0,-1 0 0,0 0 1,1 0-1,-1 0 0,0 0 1,1 0-1,-1 1 0,0-1 1,1 0-1,1 0 52,-2 2 2,0-1-49,0-1-1,0 1 1,0-1 0,0 1-1,0-1 1,0 1-1,0-1 1,1 1 0,-1-1-1,0 1 1,0-1 0,0 1-1,0-1 1,1 0-1,-1 1 1,0-1 0,0 1-1,0-1 1,1 0-1,-1 1 1,0-1 0,0 0-1,1 0 1,-1 1 0,0-1-1,1 0 1,-1 0-1,0 0 1,1 1 0,-1-1-1,0 0 1,1 0 0,-1 0-1,0 0 1,1 0-1,-1 0 1,0 0 0,1 0-1,-1 0 2,1 0-1,-1 0 1,0 0 0,1 0-1,-1 0 1,0 0-1,1 0 1,-1 0 0,0 0-1,1 0 1,-1 1-1,0-1 1,1 0-1,-1 0 1,0 0 0,1 1-1,-1-1 1,0 0-1,0 1 1,1-1 0,-1 0-1,0 1 1,0-1-1,1 0 1,-1 1 0,0-1-1,0 1 1,0-1-1,0 0 1,1 1 0,-1-1-1,0 1 1,0-1-1,0 1 1,0-1-1,0 1 1,0-1 0,0 2-1,0-2 2,0 1 1,0-1-1,0 1 0,0-1 0,0 1 0,0-1 0,0 1 1,0-1-1,0 1 0,0-1 0,1 0 0,-1 1 0,0-1 1,0 1-1,0-1 0,0 1 0,0-1 0,1 0 0,-1 1 0,0-1 1,0 0-1,1 1 0,-1-1 0,0 0 0,0 1 0,1-1 1,-1 0-1,0 0 0,1 1 0,-1-1 0,0 0 0,0 0 1,1 1-1,0-1 2,-1 0 1,0 0-1,1 0 1,-1 0-1,0 0 1,0 1-1,1-1 1,-1 0-1,0 0 1,0 1-1,1-1 1,-1 0-1,0 0 1,0 1-1,1-1 1,-1 0-1,0 1 1,0-1-1,0 1 1,0-1-1,1 0 1,-1 1 0,0-1-1,0 1 1,0-1-1,0 1 1,0-1-1,0 0 1,0 1-1,0-1 1,0 1-1,0-1 1,0 1-1,0 0 2,0 0-1,0 0 1,0 0-1,1 0 1,-1 0-1,0 0 1,0 0 0,0-1-1,1 1 1,-1 0-1,0 0 1,0 0-1,1-1 1,-1 1-1,0 0 1,1-1-1,-1 1 1,1 0 0,-1-1-1,1 1 1,-1-1-1,1 1 1,-1-1-1,1 1 1,-1-1-1,2 1 1,3 4 4,-4-2 1,0 0-1,-1 0 0,1 0 1,-1 0-1,1 1 0,-1-1 1,0 0-1,0 0 0,0 0 0,0 0 1,0 6-1,-1 4-7,1-4 39,0-8-72,0-1-1,0 1 1,-1 0-1,1-1 1,0 1-1,0 0 1,0 0-1,0-1 1,0 1-1,0 0 1,0 0-1,0-1 0,0 1 1,0 0-1,0 0 1,1-1-1,-1 1 1,0 0-1,0-1 1,0 1-1,1 0 1,-1-1-1,0 1 0,0 0 1,1-1-1,-1 1 1,0-1-1,1 1 1,-1-1-1,1 1 1,-1-1-1,0 1 1,1-1-1,-1 0 1,1 1-1,-1-1 0,1 0 1,-1 1-1,1-1 1,-1 0-1,1 0 1,-1 0-1,1 0 1,-1 0-1,1 0 1,-1 0-1,1 0 0,-1 0 1,1 0-1,16 0-1141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40.4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1 80,'148'0'2329,"-145"0"-2118,-6 0-195,-163 0 128,160 0-141,-1 1 0,1 0 0,-1 1 0,1 0 0,-1 0 1,-5 5-1,-14 4-6,-2-3 37,27-7-28,1 0 0,0-1 0,-1 1 0,1-1 0,0 1 0,0 0 0,-1-1 0,1 1 0,0 0 0,0 0 0,0-1 0,-1 1 0,1 0 0,0-1-1,0 1 1,0 0 0,0 0 0,0 0 0,0-1 0,0 1 0,0 0 0,0 0 0,1-1 0,-1 1 0,0 0 0,0-1 0,0 1 0,0 0 0,1-1 0,-1 1 0,0 0 0,1-1 0,-1 1-1,1 0 1,6-1 14,18 1 10,48-10 0,-61 8-29,7-2 20,-12 0 49,0 0 0,1 1 1,-1 0-1,0 1 0,14-1 0,-19 2 120,-4 0-553,-11 0-347,-2 0-34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5.7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1 208,'0'44'1801,"0"-44"-1799,0 1 0,0-1 0,0 1-1,0-1 1,0 0 0,0 1 0,1-1 0,-1 1 0,0-1 0,0 0 0,0 1-1,0-1 1,0 0 0,1 1 0,-1-1 0,0 0 0,0 1 0,0-1 0,1 0-1,-1 1 1,0-1 0,1 0 0,-1 0 0,0 1 0,1-1 0,-1 0 0,0 0 0,1 0-1,-1 1 1,0-1 0,1 0 0,-1 0 0,0 0 0,1 0 0,-1 0 0,1 0-1,-1 0 1,0 0 0,2 0 0,-2 0 1,1 0 1,-1 0-1,1 0 1,-1 0-1,1 0 0,-1 0 1,1 1-1,-1-1 0,1 0 1,-1 0-1,1 0 1,-1 1-1,0-1 0,1 0 1,-1 0-1,1 1 0,-1-1 1,1 0-1,-1 1 1,0-1-1,1 1 0,-1-1 1,0 0-1,0 1 0,1-1 1,-1 1-1,0-1 0,0 1 1,1-1-1,-1 1 1,0-1-1,0 1 0,0-1 1,0 1-1,0-1 0,0 1 1,0-1-1,0 1 1,0-1-1,0 2 0,0 103 227,0-104-229,0 0 0,1 0 1,-1 0-1,1 0 0,-1 0 1,1 0-1,-1-1 0,1 1 1,-1 0-1,1 0 0,0 0 1,-1-1-1,1 1 0,0 0 1,0-1-1,-1 1 0,1-1 1,0 1-1,0-1 0,0 1 1,0-1-1,1 1 0,1 0 3,-3-1-2,1 0-1,-1 1 0,0-1 0,1 0 0,-1 1 0,0-1 0,1 1 0,-1-1 1,0 1-1,1-1 0,-1 0 0,0 1 0,0-1 0,1 1 0,-1-1 0,0 1 1,0-1-1,0 1 0,0-1 0,0 1 0,0-1 0,0 1 0,0 1 0,1 2 2,9 14 10,4 0 4,-13-17-17,0 0 1,0 0-1,0 0 1,0 0-1,-1 0 1,1 0 0,0 0-1,-1 0 1,1 0-1,0 0 1,-1 0 0,0 0-1,1 0 1,-1 0-1,0 1 1,1-1 0,-1 0-1,0 0 1,0 0-1,0 1 1,0 0 0,0 0 0,-1 0 1,1 0-1,0 0 1,0 0-1,0 0 1,0 0 0,0 0-1,1 0 1,-1-1-1,1 1 1,-1 0-1,1 0 1,0 0 0,-1 0-1,1-1 1,0 1-1,0 0 1,0-1-1,0 1 1,1-1 0,0 2-1,1 3 26,-3 66 18,0-72-45,0 1 0,0-1 0,0 1-1,0 0 1,0-1 0,0 1 0,0-1-1,0 1 1,1 0 0,-1-1 0,0 1 0,0-1-1,1 1 1,-1-1 0,0 1 0,1-1-1,-1 1 1,0-1 0,1 1 0,-1-1 0,1 1-1,-1-1 1,1 0 0,-1 1 0,1-1-1,-1 0 1,1 1 0,-1-1 0,1 0-1,0 0 1,0 1 0,0-1-1,-1 0 0,1 0 0,-1 1 1,1-1-1,0 0 0,-1 1 0,1-1 0,-1 0 0,1 1 0,-1-1 1,1 1-1,-1-1 0,1 1 0,-1-1 0,1 1 0,-1-1 0,0 1 1,1-1-1,-1 1 0,0 0 0,1-1 0,-1 1 0,0 0 0,0-1 1,0 1-1,0 0 0,1-1 0,-1 1 0,0 0 0,0-1 0,0 2 1,0 342 296,0-344-294,0 1-1,0-1 1,0 1 0,0 0 0,-1-1 0,1 1 0,0-1-1,0 1 1,0 0 0,0-1 0,-1 1 0,1-1 0,0 1-1,0-1 1,-1 1 0,1-1 0,-1 1 0,1-1 0,0 1-1,-1-1 1,1 1 0,-1-1 0,1 0 0,-1 1 0,1-1-1,-1 0 1,1 1 0,-1-1 0,1 0 0,-1 0 0,0 1-1,0-1 0,0 0 0,1 0-1,-1 1 1,0-1 0,1 0-1,-1 1 1,1-1 0,-1 0-1,1 1 1,-1-1 0,1 1-1,-1-1 1,1 1 0,-1-1-1,1 1 1,-1-1 0,1 1-1,0-1 1,-1 1 0,1 0-1,0-1 1,0 1 0,-1 0-1,1-1 1,0 1 0,0 0-1,0-1 1,0 1 0,0 0-1,0-1 1,0 2 0,0 8-487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6.5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24 642 112,'-19'11'181,"19"-11"-92,0 0-1,-1 0 1,0 2 353,1-2-354,-1 0 0,1 1 1,0-1-1,0 0 0,0 1 1,-1-1-1,1 0 1,0 1-1,0-1 0,0 1 1,0-1-1,0 0 0,0 2 1,1-9 373,-1 6-461,0 0 0,0 0 0,0 0 0,0 0 0,1 0 0,-1 1 0,0-1 0,1 0 0,-1 0 0,1 0 0,-1 0 0,1 0 0,-1 1 0,1-1 0,-1 0 0,1 0 0,0 1 0,-1-1 0,1 0 0,0 1 0,1-1 0,6-7 14,0-13 19,-7 18-26,0 0 0,0 0 0,0 0 1,0-1-1,1 2 0,-1-1 0,1 0 0,2-3 0,6-3 5,-8 7-11,1-1-1,0 1 0,-1 0 1,0-1-1,1 0 0,-1 1 1,2-5-1,18-34 10,-19 34-15,-1 4 4,-1 0 0,1 0 0,0 0-1,0 0 1,0 1 0,0-1 0,0 1 0,5-4-1,-6 4 3,0 1 0,1-1 0,-1 0 0,0 1 0,0-1 0,0 0 0,0 0 0,0 1 0,-1-1 0,2-4 0,6-10-24,0 7 16,-7 9 7,0-1 0,0 0 0,-1 1 1,1-1-1,0 0 0,-1 0 0,1 0 0,0 0 1,-1 1-1,1-1 0,-1 0 0,1 0 1,-1 0-1,0 0 0,1 0 0,-1 0 0,0-1 1,0 1-1,1 0 0,-1 0 0,0 0 0,-1-2 1,2 1 1,-1-1 1,0 1-1,1-1 1,-1 1-1,1-1 1,0 1-1,-1-1 1,3-3-1,-1 4 0,-1-1-1,0 1 1,0-1-1,0 0 0,0 1 1,-1-1-1,1 0 1,-1-5-1,0-33 17,0 40-18,1-1 1,-1 0-1,0 0 1,0 1 0,1-1-1,-1 0 1,1 1-1,-1-1 1,1 0 0,0 1-1,0-1 1,-1 1-1,1-1 1,0 1 0,3-3-1,-3 3 0,0-1 0,0 1 0,0 0 0,0-1 1,0 1-1,0-1 0,0 1 0,-1-1 0,1 0 0,-1 1 0,1-1 0,-1 1 0,0-1 0,1 0 0,-1-3 0,0-10 5,0-1 0,2 1 0,0-1 0,7-26 0,-7 31-1,-1 0 0,0 1-1,0-1 1,-1 0 0,-2-16 0,1-3 3,1 1-8,0 28 3,0 5-246,0 53-816,0-46 258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7.2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35 160,'0'0'18,"0"-1"0,0 1 0,0-1 0,0 1 0,0-1 0,0 1 0,1 0 0,-1-1 0,0 1 0,0-1 0,1 1 1,-1 0-1,0-1 0,1 1 0,-1 0 0,0-1 0,1 1 0,-1 0 0,0-1 0,1 1 0,-1 0 0,1 0 0,-1 0 0,1-1 0,-1 1 0,0 0 0,1 0 0,-1 0 0,1 0 0,-1 0 0,1 0 0,-1 0 0,1 0 0,-1 0 0,1 0 0,5-1 221,0-5 190,-5 5-409,-1 1 0,0-1 1,1 1-1,-1 0 0,1-1 1,-1 1-1,1-1 0,-1 1 0,1 0 1,-1 0-1,1-1 0,0 1 0,-1 0 1,1 0-1,-1 0 0,1-1 1,0 1-1,-1 0 0,1 0 0,-1 0 1,1 0-1,0 0 0,-1 0 1,1 0-1,-1 0 0,1 1 0,0-1 1,0 0-1,4 0 14,3 1 7,0-1 0,0 0-1,1-1 1,7-1-1,-15 1-39,0 0 1,1 0-1,-1 0 0,0 0 0,1 0 0,-1 0 0,1 0 0,0 0 0,-1 1 0,1-1 0,-1 1 0,1-1 0,0 1 0,0 0 0,-1 0 0,1-1 0,0 1 1,-1 1-1,1-1 0,0 0 0,1 0 0,2 0 5,94 0 204,-97 1-207,0 0-1,1 0 1,-1 1-1,0-1 0,0 0 1,0 1-1,0-1 0,0 1 1,0 0-1,-1 0 0,3 2 1,1 1 1,-4-3 0,0 0 0,0 0 1,0 1-1,-1-1 0,1 0 1,-1 0-1,0 1 0,1-1 1,-1 0-1,0 1 0,0-1 1,-1 0-1,0 5 0,1-2 18,2-2 8,-1-2-28,0-1 0,0 1 1,0-1-1,-1 1 1,1-1-1,0 1 1,-1-1-1,1 1 1,0 0-1,-1-1 1,1 1-1,-1 0 1,1-1-1,-1 1 1,1 0-1,-1 0 0,0 0 1,1-1-1,-1 1 1,0 0-1,0 0 1,1 0-1,-1 0 1,0 0-1,0 0 1,0 0-2,0-1 0,0 1 1,0-1-1,0 0 0,0 1 1,0-1-1,0 1 0,0-1 1,0 0-1,1 1 1,-1-1-1,0 0 0,0 1 1,0-1-1,1 1 0,-1-1 1,0 0-1,0 0 0,1 1 1,-1-1-1,0 0 1,1 1-1,-1-1 0,0 0 1,1 0-1,-1 0 0,0 1 1,1-1-1,-1 0 0,0 0 1,1 0-1,-1 0 1,1 0-1,-1 0 0,0 0 1,1 0-1,-1 0 0,1 0 1,0 0-1,-1 0-1,1 0 0,-1 0 1,1 0-1,-1 0 0,0 0 0,1 0 0,-1 0 0,1 0 1,-1 0-1,1 1 0,-1-1 0,0 0 0,1 0 0,-1 0 1,1 1-1,-1-1 0,0 0 0,1 0 0,-1 1 0,0-1 1,1 0-1,-1 1 0,0-1 0,1 0 0,-1 1 0,0-1 1,0 0-1,0 1 0,1-1 0,-1 1 0,0-1 0,0 0 1,0 1-1,0-1 0,0 1 0,0-1 0,1 1 0,-1-1 1,0 1-1,-1 0 0,1 1 1,0 0 0,1 0 0,-1 0-1,0 0 1,1 0 0,-1 0 0,1 0 0,-1-1 0,1 1 0,0 0 0,0 0-1,0 0 1,0-1 0,2 3 0,-2-2 5,0 0-1,0-1 1,1 1 0,-1 0-1,0 0 1,0 0 0,0 0-1,-1 0 1,1 0 0,-1 0 0,1 0-1,-1 0 1,1 0 0,-1 1-1,0 1 1,0 91 445,0-93-528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7.9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97 368,'18'0'723,"-17"0"-687,-1 0 0,1-1 0,-1 1 0,1 0-1,-1-1 1,0 1 0,1 0 0,-1-1 0,0 1 0,1-1-1,-1 1 1,0-1 0,0 1 0,1 0 0,-1-1 0,0 1 0,0-1-1,0 1 1,0-1 0,0 0 0,1 0 0,-1 1 45,6-1 35,1 0 0,0 0 0,-1 1 1,11 1-1,-13-1-81,2-7 83,1 5-90,-1 2 0,1-1 1,-1 1-1,0 0 0,8 0 1,16 1 75,-27-1-94,2 1 9,1-1 0,-1 0 0,1-1 0,9-1-1,-4-3-7,-8 4-6,-1 0-1,1 0 1,-1 1-1,1-1 1,-1 0-1,1 1 1,-1 0-1,1 0 1,4 0-1,-2-1-1,0 0-1,-1 0 0,1 0 0,0-1 1,-1 0-1,1 0 0,-1 0 0,9-5 0,6-3 5,-9 7 19,-4-1-8,0-2-14,2 2 5,-1 1-1,1 0 1,0 0 0,0 0-1,0 1 1,1 1 0,10-2-1,-15 3-37,-8 0-681,-14 0 249,-5 0-251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8.4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0 176,'0'10'1238,"0"151"13,0-158-1240,0 0-1,1 0 0,-1 0 1,1-1-1,0 1 1,-1 0-1,1-1 0,0 1 1,1-1-1,1 5 1,-1-4-4,0 0 0,-1 0 1,1 0-1,-1 0 0,0 1 1,0-1-1,0 0 1,-1 1-1,1-1 0,-1 1 1,1 3-1,-1 184 297,0-190-303,0-1-1,-1 1 1,2 0-1,-1-1 1,0 1-1,0 0 0,0-1 1,0 1-1,0 0 1,0-1-1,1 1 1,-1 0-1,0-1 1,1 1-1,-1-1 1,0 1-1,1 0 1,-1-1-1,1 1 1,-1-1-1,1 1 1,-1-1-1,2 1 1,-2 0 0,1-1 1,0 1-1,-1-1 1,1 1-1,-1-1 1,1 1-1,-1-1 1,1 1-1,-1 0 1,1-1-1,-1 1 1,0 0-1,1-1 1,-1 1-1,0 0 1,0 0-1,0-1 1,1 1 0,-1 0-1,0 0 1,0-1-1,0 1 1,0 1-1,0 71-1065,0-80 125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39.7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32,'0'0'2148,"0"11"-2058,0-4-48,-1 19 28,1-25-67,0 0 0,0 0 1,0 0-1,0 0 0,0 0 1,0 0-1,1 0 0,-1 0 1,0 0-1,1 0 0,-1 0 1,0 0-1,1 0 0,-1-1 1,1 1-1,0 1 0,7 1 17,0 2 14,-5 11 8,-3 100 393,0-114-373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0.9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25 144,'0'-12'2012,"0"11"-1987,-1 1 1,1 0-1,0-1 1,0 1-1,0-1 1,0 1-1,0 0 1,0-1-1,0 1 1,0-1-1,0 1 1,0 0-1,0-1 1,0 1-1,0-1 1,0 1-1,0 0 1,0-1-1,0 1 1,0-1-1,1 1 1,-1 0-1,0-1 1,0 1-1,0 0 1,1-1-1,-1 1 1,0 0-1,1-1 1,-1 1-1,0 0 1,0 0-1,2-1 1,13 1-5,-15 0-19,0 1 1,1-1-1,-1 0 1,1 1-1,-1-1 0,0 0 1,1 1-1,-1-1 1,0 1-1,1-1 0,-1 0 1,0 1-1,0-1 1,1 1-1,-1-1 0,0 1 1,0-1-1,0 1 0,0-1 1,1 1-1,-1 0 1,0 0 3,4 2 4,-3-2-10,0-1 1,-1 0 0,1 1 0,-1-1 0,1 1 0,-1-1 0,1 1 0,-1 0 0,1-1-1,-1 1 1,1-1 0,-1 1 0,0 0 0,1-1 0,-1 1 0,0 0 0,0-1 0,0 1-1,1 0 1,-1 0 0,0-1 0,0 1 0,0 0 0,0-1 0,0 1 0,0 0 0,-1 0-1,1 0 2,0 0 0,0 0 0,0 0 0,0-1-1,0 1 1,1 0 0,-1 0 0,0 0 0,0-1-1,1 1 1,-1 0 0,0 0 0,1-1 0,-1 1-1,0 0 1,1-1 0,-1 1 0,1-1 0,0 1 0,-1 0-1,1-1 1,-1 1 0,1-1 0,0 1 0,-1-1-1,1 0 1,0 1 0,1-1 0,4 5 20,-4-3-19,0 0 1,0 0-1,0 0 0,-1 0 1,1 0-1,-1 1 0,1-1 1,-1 1-1,0-1 0,0 1 1,1 3-1,2-1 18,-1-2-6,-2-3-11,0 1-1,0 0 1,0-1 0,0 1 0,0 0 0,0 0 0,0 0 0,0 0 0,-1 0 0,1 0 0,0 0 0,0 0-1,-1 0 1,1 0 0,-1 0 0,1 1 0,-1-1 0,0 0 0,1 0 0,-1 1 0,0-1 0,0 2 0,0-2-4,0-1 0,0 1 1,0-1-1,1 1 1,-1-1-1,0 0 1,0 1-1,0-1 1,0 1-1,0-1 1,1 0-1,-1 1 0,0-1 1,0 0-1,1 1 1,-1-1-1,0 0 1,0 1-1,1-1 1,-1 0-1,0 0 1,1 1-1,-1-1 1,0 0-1,1 0 0,-1 1 1,1-1-1,-1 0 1,0 0-1,1 0 1,0 0 1,-1 0 0,0 0 0,1 1-1,-1-1 1,0 0 0,1 0 0,-1 0 0,0 0 0,1 0 0,-1 1 0,0-1 0,1 0 0,-1 0 0,0 1 0,0-1 0,1 0 0,-1 0-1,0 1 1,0-1 0,0 0 0,1 1 0,-1-1 0,0 0 0,0 1 0,0-1 0,0 0 0,0 1 0,0-1 0,0 1 0,0 0 278,1-1-278,-1 0 0,0 0 1,0-1-1,0 1 0,0 0 1,0-1-1,0 1 0,0 0 1,0-1-1,0 1 0,0 0 1,0-1-1,0 1 0,0 0 1,0 0-1,0-1 0,0 1 1,0 0-1,0-1 0,-1 1 1,1 0-1,0 0 0,0-1 1,0 1-1,0 0 0,-1 0 1,1-1-1,0 1 0,0 0 1,-1 0-1,1-1 0,-4-3 3,3 3-5,0 1 0,1-1 1,-1 0-1,0 1 1,1-1-1,-1 0 0,1 0 1,-1 1-1,1-1 0,-1 0 1,1 0-1,0 0 1,-1 0-1,1 0 0,0 0 1,-1-1-1,-2-1-27,-18-10 33,20 12-6,0 0 0,0 0 0,0 1 0,0-1 0,0 0 0,0 0 0,1 0 0,-1 0 0,0 0 0,0 0 0,1 0 0,-1 0 0,1-1 0,-1 1 0,0-2 0,1 2 0,0 1 1,0-1-1,0 0 1,0 1-1,0-1 1,0 1-1,-1-1 1,1 0-1,0 1 1,0-1 0,0 1-1,-1-1 1,1 0-1,0 1 1,0-1-1,-1 1 1,1-1-1,-1 1 1,1 0-1,0-1 1,-1 1-1,1-1 1,-1 1-1,1 0 1,-1-1-1,1 1 1,-1 0-1,0-1 1,1 1-1,-1 0 1,0 0 0,0-1-1,1 1 0,-1 0 1,0 0-1,1-1 1,-1 1-1,1 0 1,-1-1-1,0 1 1,1 0-1,-1-1 1,1 1-1,-1-1 1,1 1-1,0-1 1,-1 1-1,1-1 1,-1 0-1,1 1 1,0-1-1,-1 1 1,1-1-1,0 0 0,0 1 1,0-1-1,-1 0 1,1 1-1,0-1 1,0 0-1,0 1 1,0-1-1,0-1 1,0 1-1,0 1 0,0-1 0,0 0 0,-1 0 0,1 0 0,0 0 1,-1 0-1,1 0 0,0 1 0,-1-1 0,1 0 0,-1 0 0,0 1 0,1-1 0,-1 0 1,1 1-1,-1-1 0,0 0 0,0 1 0,1-1 0,-1 1 0,-1-1 0,-1-1 19,3 2-23,0-1 1,0 1-1,0-1 0,0 1 0,0-1 0,0 1 1,-1-1-1,1 1 0,1-1 0,-1 1 1,0-1-1,0 1 0,0-1 0,0 1 0,0-1 1,0 1-1,1-1 0,-1 1 0,0-1 1,0 1-1,1-1 0,-1 1 0,1-1 0,184 1 36,-184-1-32,0 1-1,0 0 0,0 0 0,0 0 0,-1 0 0,1 0 0,0 0 1,0 0-1,0 0 0,0 0 0,0 1 0,0-1 0,0 0 0,0 0 0,-1 1 1,1-1-1,0 1 0,0-1 0,0 1 0,-1-1 0,1 1 0,0-1 1,-1 1-1,1 0 0,0-1 0,-1 1 0,1 0 0,-1 0 0,1-1 1,0 3-1,0-2 1,0-1 0,0 1 0,0 0 0,0 0 0,1 0 0,-1-1 0,0 1 0,0-1 0,0 1 0,1-1 0,-1 1 0,0-1 0,1 0 0,-1 0 0,2 1 0,7 1 2,-3 6 6,8 0-46,-13-7 37,0-1 0,-1 1 0,1 0 0,-1-1 0,1 1-1,-1 0 1,1 0 0,-1 0 0,1 0 0,-1 0 0,0 0 0,0 1 0,2 1 0,2 3 12,-4-6-10,-1 1 0,1-1 0,0 1-1,-1-1 1,1 1 0,-1 0 0,1-1-1,-1 1 1,1 0 0,-1 0 0,0-1 0,1 1-1,-1 0 1,0 0 0,0 0 0,0-1-1,1 1 1,-1 0 0,0 1 0,0-1-1,0-1 0,0 1 0,0-1 0,0 1 0,1-1 0,-1 1 0,0-1 0,0 0 0,0 1 0,1-1 0,-1 1 1,0-1-1,1 1 0,-1-1 0,1 0 0,-1 1 0,0-1 0,1 0 0,-1 1 0,1-1 0,-1 0 0,1 0 0,-1 0 0,1 1 0,-1-1 1,1 0-1,-1 0 0,1 0 0,-1 0 0,1 0 0,-1 0 0,1 0 0,-1 0 0,1 0 0,-1 0 0,1 0 0,-1 0 0,1 0 0,-1 0 0,1-1 1,1 1 1,-1 0-1,-1 1 0,1-1 0,-1 0 1,1 1-1,-1-1 0,0 0 0,1 1 0,-1-1 0,0 1 0,1-1 0,-1 1 1,0-1-1,0 1 0,1-1 0,-1 0 0,0 1 0,0-1 0,0 1 0,0 0 1,0-1-1,1 1 0,-1 0 1,10 1-8,-8-2-12,-2 10 23,0-8-4,0 0 0,0 0 0,-1 0 0,1-1 1,0 1-1,-1 0 0,0-1 0,1 1 0,-1 0 0,0-1 0,0 1 0,0-1 0,0 1 0,0-1 1,-2 3-1,-1-1-1,1 0 1,-1 0-1,0 0 0,0 0 1,-8 3-1,0 0 0,-1-1 0,0-1-1,-17 4 1,-9-5-3,23 2 7,-1 0 0,0-2-1,0 0 1,-30 0 0,-8-3-2,51 0 6,4-2-796,0 1 752,0 1 1,1-1 0,-1 1 0,0 0 0,0-1-1,0 1 1,0 0 0,0-1 0,1 1 0,-1 0-1,0-1 1,0 1 0,1 0 0,-1-1 0,0 1-1,1-1 1,18-11-781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1.8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 68 464,'0'0'686,"0"11"384,0-11-1064,0 1 1,0-1-1,0 1 1,0-1-1,0 0 1,0 1-1,0-1 0,0 0 1,0 1-1,0-1 1,0 1-1,0-1 1,0 0-1,0 1 1,0-1-1,1 0 1,-1 1-1,0-1 1,0 1-1,0-1 1,1 0-1,-1 0 1,1 1-1,15 1 113,153-2 111,-169-22-206,0 8-30,0-13 14,0 26-8,0 0 0,0 1 0,-1-1 0,1 0 0,0 1 0,0-1 0,-1 1 0,1-1 1,0 0-1,-1 1 0,1-1 0,-1 1 0,1-1 0,0 1 0,-1-1 0,1 1 0,-1 0 1,0-1-1,1 1 0,-1-1 0,1 1 0,-1 0 0,0 0 0,1-1 0,-1 1 0,1 0 1,-1 0-1,0 0 0,1 0 0,-1-1 0,0 1 0,-1 0 0,1 1 1,0-1 0,0-1 0,0 1-1,0 0 1,0 0 0,0 0 0,0 0-1,0-1 1,0 1 0,0 0 0,0-1 0,0 1-1,0-1 1,0 0 0,-1 0 0,1 0-2,0 0 0,-1 0 1,1 1-1,0-1 1,0 0-1,0 1 0,-1-1 1,1 1-1,0 0 1,0-1-1,-1 1 0,1 0 1,0 0-1,-1 0 1,-2 0-1,-86 0 38,86 0-50,1 0-19,-12 0 37,14 0-4,0 0-1,1 0 0,-1 0 1,0 0-1,0 0 1,1 0-1,-1 0 1,0 1-1,1-1 0,-1 0 1,0 0-1,1 1 1,-1-1-1,1 0 0,-1 1 1,0-1-1,1 1 1,-1-1-1,1 1 0,-1-1 1,1 1-1,0-1 1,-1 1-1,1 0 0,-1-1 1,1 1-1,0-1 1,0 1-1,-1 0 0,1-1 1,0 1-1,0 0 1,0-1-1,-1 1 0,1 0 1,0 0-1,0-1 1,0 1-1,1 1 1,-1-1-3,0 0 1,-1 0 0,1 0 0,0 0 0,0 0 0,0 0-1,-1 0 1,1 0 0,-1 0 0,1 0 0,-1 0 0,1 0-1,-2 1 1,-3 3 1,4-5 0,0 1 0,0 0 0,0 0 0,0 0 0,0 0 0,0 0 0,0 0 0,0 0 0,1 0 0,-1 1 0,0-1 0,1 0 0,-1 0 0,1 1 0,-1-1 0,1 0 0,0 1 0,-1-1 0,1 0 0,0 1 0,0-1 0,0 0 0,0 3 0,1-1-2,-1-2 5,0 1 0,0 0 0,0-1-1,0 1 1,0 0 0,0 0 0,0 0 0,-1-1 0,1 1 0,0 0-1,-2 3 1,-4-3 5,1 3-1,3 11-32,2 27 25,0-40 18,3 27 6,-1-29-17,0 1 0,-1 0 0,1-1 0,1 0-1,-1 0 1,0 1 0,0-1 0,0 0 0,1-1 0,-1 1 0,4 0-1,12 7 54,-12-2-44,0-2 5,11-3 22,-9-1-48,0 1 18,0-1 0,0-1 1,15-1-1,-11-3-10,11-1 12,-22 6-14,-1 0-1,1 1 1,-1-1 0,0 0-1,1 0 1,-1 0-1,1 0 1,-1 0-1,1 0 1,-1 0-1,0-1 1,1 1-1,-1 0 1,1 0-1,-1 0 1,0 0-1,1 0 1,-1-1 0,1 1-1,-1 0 1,0 0-1,1-1 1,-1 1-1,0 0 1,0-1-1,1 1 1,-1 0-1,1-1 1,-1 1 0,0-1 0,0 1 0,1 0 0,-1-1 0,0 1 0,1 0 0,-1-1 0,0 1 0,1 0 0,-1 0 0,0 0 0,1-1 0,-1 1 0,0 0 0,1 0 0,-1 0 0,1 0 0,-1 0 0,0-1 0,1 1 1,-1 0-1,1 0 0,-1 0 0,1 0 0,-1 0 0,0 0 0,1 1 0,0-1 0,-1 0 0,1 0 0,0 0-1,-1 0 1,1 0 0,-1 0 0,1 0-1,0 1 1,-1-1 0,1-1 0,-1 1-1,1 0 1,0 0 0,-1 0 0,1 0-1,-1 0 1,1 0 0,0-1 0,-1 1-1,1 0 1,-1-1 0,1 1 0,-1 0-1,1-1 1,-1 1 0,1 0-1,-1-1 1,0 1 0,1-1 0,-1 1-1,1-1 1,-1 1 0,0-1 0,0 1-1,1-1 1,-1 1 0,0-1 0,0 0-1,1 0 1,11-2-137,-2-2-117,-8 4 201,-1 1 1,0-1-1,1 0 0,-1 1 1,0-1-1,0 0 0,0 0 1,1 0-1,-1 0 0,0 0 1,0 0-1,0 0 0,1-2 1,10-6-640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2.5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 64,'0'0'691,"0"10"398,0 42-326,3-49-726,12 3 3,-14-6-40,-1 0 1,0 0-1,0 0 1,0 0-1,1 0 1,-1 0-1,0 0 1,0 0-1,0 0 1,0 0-1,1 0 1,-1 1 0,0-1-1,0 0 1,0 0-1,0 0 1,0 0-1,0 0 1,1 0-1,-1 1 1,0-1-1,0 0 1,0 0-1,0 0 1,0 0-1,0 0 1,0 1-1,0-1 1,0 0-1,0 0 1,0 0-1,0 1 1,0-1-1,0 0 1,0 0-1,0 0 1,0 0-1,0 1 1,0-1-1,0 0 1,0 0-1,-1 5 7,1-3-3,0-1-1,0 1 0,-1-1 1,1 1-1,0-1 1,0 1-1,0 0 0,0-1 1,1 1-1,-1-1 1,0 1-1,1-1 0,-1 1 1,1-1-1,1 3 1,0 1 8,0-3-3,-1 1-1,0-1 1,0 1-1,0 0 1,0 0-1,0-1 1,0 1 0,-1 0-1,1 0 1,-1 4-1,0-6 344,0-10-357,0-99-46,0 107 51,0 0 0,0 1 1,0-1-1,0 1 0,0-1 0,1 0 0,-1 1 0,0-1 0,0 0 0,0 1 0,1-1 0,-1 1 0,0-1 0,1 1 0,-1-1 0,0 1 0,1-1 0,-1 1 0,1-1 0,-1 1 0,1-1 0,-1 1 0,1-1 0,-1 1 0,1 0 0,-1-1 0,1 1 0,-1 0 0,1 0 0,1-1 0,-2 1-1,1 0 0,-1 0 0,1-1 1,0 1-1,-1 0 0,1 0 0,-1-1 0,1 1 0,-1-1 0,1 1 0,-1 0 0,1-1 1,-1 1-1,1-1 0,-1 1 0,0-1 0,1 1 0,-1-1 0,0 1 0,1-1 1,-1 0-1,0 1 0,0-1 0,0 1 0,1-1 0,-1 0 0,0 1 0,0-1 1,0 0-1,0 0 0,0 0 0,0 0 1,0 0-1,1 0 0,-1 0 1,0 0-1,1 0 0,-1 1 1,1-1-1,-1 0 1,1 0-1,-1 0 0,1 1 1,-1-1-1,1 0 0,0 1 1,-1-1-1,1 1 1,0-1-1,0 1 0,0-1 1,-1 1-1,1-1 1,0 1-1,0-1 0,0 1 1,0 0-1,0 0 0,0 0 1,0-1-1,0 1 1,1 0-1,38-2-24,-31 2 30,-8 0-7,0 0 0,-1 0 1,1 0-1,0 0 1,0 0-1,-1 0 0,1 0 1,0 0-1,0 1 0,-1-1 1,1 0-1,0 0 0,-1 1 1,1-1-1,0 0 1,-1 1-1,1-1 0,0 1 1,-1-1-1,1 0 0,-1 1 1,1 0-1,-1-1 0,1 1 1,-1-1-1,1 1 1,0 1-1,0 19 4,-2-10-6,1-11 4,0 1 1,0 0-1,0-1 1,0 1-1,0 0 1,0-1-1,0 1 1,0-1-1,0 1 1,0 0 0,1-1-1,-1 1 1,0-1-1,0 1 1,1-1-1,-1 1 1,0-1-1,1 1 1,-1-1-1,1 1 1,-1-1-1,0 1 1,1-1-1,-1 0 1,1 1-1,-1-1 1,1 0-1,0 1 1,-1-1-1,1 0 1,-1 0 0,1 1-1,0-1 1,0 0-1,0 0 1,-1 0-1,1 0 1,-1 1-1,1-1 1,-1 0 0,1 0-1,-1 1 1,1-1-1,-1 0 1,1 1-1,-1-1 1,1 0 0,-1 1-1,0-1 1,1 1-1,-1-1 1,0 1-1,1-1 1,-1 1 0,0-1-1,0 1 1,1-1-1,-1 1 1,0-1-1,0 1 1,0 0 0,0-1-1,0 1 1,1-1-1,-1 1 1,0-1 0,-1 2-1,1-2 1,0 1 0,0-1 0,0 1 0,0-1 0,0 1 0,1-1 1,-1 0-1,0 1 0,0-1 0,0 1 0,0-1 0,0 1 0,1-1 0,-1 0 0,0 1 0,0-1 0,1 1 0,-1-1 0,0 0 0,1 1 0,-1-1 0,0 0 1,1 0-1,-1 1 0,0-1 0,1 0 0,-1 0 0,1 1 0,-1-1 0,0 0 0,1 0 0,0 0 0,-1 0 0,0 0-1,1 0 1,-1 1-1,0-1 1,1 0-1,-1 0 1,0 0-1,1 0 1,-1 0-1,0 1 1,0-1-1,1 0 1,-1 0-1,0 0 1,0 1-1,1-1 0,-1 0 1,0 0-1,0 1 1,0-1-1,1 0 1,-1 1-1,0-1 1,0 0-1,0 0 1,0 1-1,0-1 1,0 0-1,0 1 1,0-1-1,0 1 1,4 2 23,-2-1-122,-1-1 4,0 0 0,0 0 0,0-1 0,0 1 0,0 0 0,0 0 0,0-1 0,1 1-1,-1-1 1,0 1 0,0-1 0,3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3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 87 64,'0'2'147,"0"38"2152,13-40-2277,-5 0-17,-1-1 0,1 0 1,0 0-1,-1 0 1,1-1-1,-1 0 0,1-1 1,-1 0-1,0 0 0,0 0 1,10-7-1,-16 9-5,0 0 1,0 1-1,0-1 1,0 0-1,0 0 1,0 0-1,0 0 1,0 0-1,0 0 1,0 0-1,0 0 1,-1 0-1,1 0 1,-1 0-1,1-1 1,0 1-1,-1 0 1,0-1-1,1 1 1,-1 0-1,0 0 1,0-1-1,0 1 1,0 0-1,0-1 1,0-2-1,0 3 0,0 1 0,0-1 0,1 0 0,-1 0 0,0 0 0,1 0 0,-1 0 0,0 1 0,1-1 0,-1 0 0,1 0 0,-1 0 0,1 1 1,-1-1-1,1 0 0,0 1 0,-1-1 0,1 1 0,0-1 0,0 1 0,-1-1 0,1 1 0,0-1 0,0 1 0,0 0 0,1-1 0,1 0 2,-3 0-1,1 0-1,-1 1 1,1-1 0,-1 0 0,1 1 0,-1-1 0,0 0-1,0 1 1,1-1 0,-1 0 0,0 0 0,0 1-1,0-1 1,1 0 0,-1 0 0,0 0 0,0 1-1,0-1 1,-1 0 0,1 0 0,0 0 0,0 1-1,0-1 1,0 0 0,-1 0 0,1 1 0,0-1 0,-1 0-1,1 1 1,-1-1 0,1 0 0,-1 0 0,-14-5-20,14 6 20,1 0 0,0 0 0,-1 0 0,1 0 0,0-1 0,-1 1 0,1 0 0,0 0 1,0-1-1,-1 1 0,1 0 0,0-1 0,0 1 0,0 0 0,-1 0 0,1-1 0,0 1 0,0 0 0,0-1 0,0 1 1,-1-1-1,1 1 0,0 0 0,0-1 0,0 1 0,0 0 0,0-1 0,0 0 0,0-2 16,-3 2-17,0 1 1,1-1-1,-1 0 1,0 1-1,1-1 0,-1 1 1,0 0-1,1 0 1,-1 0-1,0 0 1,-3 1-1,-10 0 0,-61-1-5,75 0 5,1 0 1,0 0 0,0 0-1,-1 0 1,1 0 0,0 0-1,-1 0 1,1 0-1,0 1 1,0-1 0,0 0-1,-1 1 1,1-1-1,0 1 1,0 0 0,0-1-1,0 1 1,0 0-1,0-1 1,0 1 0,0 0-1,0 0 1,0 0-1,0 0 1,1 0 0,-1 0-1,0 0 1,0 0-1,1 0 1,-1 1 0,1-1-1,0 0 1,-1 0 0,1 0-1,0 1 1,-1-1-1,1 0 1,0 0 0,0 1-1,0-1 1,0 0-1,0 1 1,1 0 0,-1 0 0,0-1 0,0 0 0,0 0 0,0 0 0,-1 0 1,1 0-1,0 0 0,0 0 0,-1 0 0,1 0 1,-1 0-1,1 0 0,-1 0 0,1 0 0,-1 0 1,1 0-1,-1 0 0,0-1 0,0 1 0,1 0 0,-1 0 1,0-1-1,-2 2 0,-3 3 13,5-4-12,1 0-1,-1-1 0,1 1 0,0 0 0,-1-1 1,1 1-1,0 0 0,-1 0 0,1-1 1,0 1-1,0 0 0,-1 0 0,1-1 1,0 1-1,0 0 0,0 0 0,0 0 1,0 0-1,0-1 0,0 1 0,1 0 1,-1 0-1,0-1 0,1 2 0,-1-1-1,0 0 0,1 0 1,-1 0-1,0 0 0,0 0 0,0-1 0,0 1 0,0 0 0,0 0 0,0 0 0,0 0 0,0 0 0,0 0 0,0-1 0,-1 1 0,1 0 0,0 0 0,-1 0 0,1 0 0,0-1 0,-1 1 0,1 0 0,-1 0 0,0 1 0,-4 2-3,4-3 4,-1-1 1,1 1 0,0 0 0,0 0 0,1 0-1,-1 0 1,0 0 0,0 0 0,0 1-1,1-1 1,-1 0 0,0 0 0,1 0 0,-1 1-1,1-1 1,0 0 0,-1 1 0,1-1 0,0 0-1,0 1 1,0-1 0,0 3 0,-1 5 13,1 17 42,0-25-55,0 0 0,-1 0 1,2 0-1,-1 0 0,0 0 0,0 0 0,0 0 0,0 0 0,1 0 1,-1 0-1,0 0 0,1 0 0,-1 0 0,1 0 0,0 1 0,9 3 6,18 13 43,-25-15-45,0 0 1,-1-1-1,1 1 1,1-1-1,-1 1 0,0-1 1,1 0-1,-1 0 1,1-1-1,-1 1 0,1-1 1,0 0-1,0 0 1,0 0-1,-1 0 0,1-1 1,0 1-1,0-1 1,8-1-1,4 2 13,-12-1-13,1 0 0,0 0 0,-1 0 0,1 0 0,0-1 0,-1 1 0,1-1 0,-1 0 0,1-1 0,8-3 0,5-2-11,-17 6-7,1 1 1,0-1 0,0 1 0,-1-1 0,1 0-1,0 0 1,-1 0 0,1 0 0,-1 0 0,1 0-1,-1 0 1,0 0 0,2-2 0,-1 1-30,0 1-1,-1-1 1,1 0 0,0 1 0,0 0-1,1-1 1,2-1 0,7-4-358,-11 6 355,-1 1 0,1-1 0,-1 1 0,0-1 0,1 1 0,-1-1 0,0 1 0,0-1 0,1 0-1,-1 1 1,0-1 0,0 1 0,0-1 0,0 0 0,0 1 0,0-1 0,0 0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4.2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21 352,'0'3'761,"0"132"1410,0-208-2125,1 71-47,-1 1 0,0 0 0,0-1 0,0 1 0,1 0 1,-1 0-1,1 0 0,-1-1 0,1 1 0,-1 0 0,1 0 1,0 0-1,-1 0 0,1 0 0,0 0 0,0 0 0,0 0 1,0 0-1,2-1 0,2-3-9,2-5 7,-5 8 2,-1 1 0,0 0 0,0-1 0,0 0 0,0 1 0,0-1 0,0 1 0,-1-1 0,1 0 1,0 0-1,-1 1 0,0-1 0,1-2 0,-1 4 0,0-1 0,0 1 0,0-1 0,0 1 1,0 0-1,0-1 0,0 1 0,1-1 0,-1 1 0,0 0 0,0-1 1,0 1-1,1 0 0,-1-1 0,0 1 0,0-1 0,1 1 0,-1 0 1,0 0-1,1-1 0,-1 1 0,0 0 0,1 0 0,-1-1 0,0 1 1,1 0-1,-1 0 0,0 0 0,1 0 0,-1-1 0,1 1 1,-1 0-1,1 0 0,-1 0 0,0 0 0,1 0 0,-1 0 0,1 0 1,0 0-1,-1 0 0,1 0 1,-1 0-1,0 0 1,1 0-1,-1 0 0,1 0 1,-1 0-1,0 0 1,1 0-1,-1 0 1,1 0-1,-1-1 0,0 1 1,1 0-1,-1 0 1,1 0-1,-1-1 0,0 1 1,0 0-1,1 0 1,-1-1-1,0 1 1,1 0-1,-1-1 0,0 1 1,0 0-1,0-1 1,1 1-1,-1-1 0,0 1 1,0 0-1,0-1 1,0 1-1,0-1 1,0 1-1,1 0 0,-1-2 1,0 0-8,4 3 4,0-1 0,0 1 0,0-1 0,0 0 0,0 0 0,4-2 0,-7 2 5,0 1-1,-1-1 0,0 0-1,1 1 1,-1-1 0,0 0 0,1 1 0,-1-1-1,0 0 1,1 1 0,-1-1 0,0 1-1,0-1 1,0 1 0,1-1 0,-1 1 0,0-1-1,0 0 1,0 1 0,0-1 0,0 1-1,0-1 1,0 1 0,0-1 0,0 1 0,0 0-1,2 9 12,2-6-11,-4-3-1,1-1 0,0 1 0,-1 0-1,1-1 1,0 1 0,-1 0 0,1 0 0,-1-1-1,1 1 1,-1 0 0,0 0 0,1 0 0,-1-1 0,0 1-1,1 0 1,-1 0 0,0 0 0,0 0 0,0 1-1,0-1 3,0 0 0,0 0-1,0-1 1,1 1-1,-1 0 1,0-1-1,0 1 1,0 0 0,1 0-1,-1-1 1,0 1-1,1-1 1,-1 1-1,1 0 1,-1-1-1,1 1 1,-1-1 0,1 1-1,-1-1 1,1 1-1,-1-1 1,1 1-1,0-1 1,-1 0 0,2 1-1,6 6 1,-7-1-5,0 0-1,0 0 0,0 0 0,-1 8 0,0 4 49,0-16 20,0-7 39,0 4-108,0-1 0,0 1 0,0 0 0,0 0 0,1 0 0,-1 0 0,0 0 0,1 0 0,-1 0 0,1 0-1,-1 0 1,1 1 0,0-1 0,-1 0 0,2-1 0,-1 1 0,0 0 1,-1 0-1,1 1 0,0-1 0,-1 0 1,1 0-1,-1 0 0,1 0 0,-1 0 0,0 0 1,1 0-1,-1 0 0,0 0 0,0 0 1,1-1-1,-1 1 3,0 0 1,0 0-1,0 0 1,0 0-1,1 0 1,-1 0-1,0 1 1,1-1-1,-1 0 1,1 0 0,-1 1-1,0-1 1,1 0-1,0 0 1,-1 1-1,1-1 1,-1 1-1,1-1 1,0 0-1,0 1 1,-1-1-1,1 1 1,0 0-1,0-1 1,1 0-1,2-2-2,-2 2 6,-1 1 0,0-1 0,0 0 1,0 0-1,0 0 0,1 1 0,-1-1 0,0 1 0,1-1 0,-1 1 0,1 0 1,-1-1-1,0 1 0,1 0 0,-1 0 0,2 0 0,11-3-3,-6-3-9,-7 6 9,-1-1-1,1 1 1,0-1-1,0 0 1,0 1-1,0 0 1,0-1-1,0 1 1,0 0-1,0-1 0,0 1 1,0 0-1,0 0 1,0 0-1,0 0 1,0 0-1,0 0 1,0 0-1,2 1 1,-3-1 1,1 0 1,-1 0-1,1 0 1,-1 0-1,1 0 1,-1 0-1,0 1 1,1-1-1,-1 0 1,1 0-1,-1 0 1,0 1-1,1-1 1,-1 0-1,0 1 1,1-1-1,-1 0 1,0 1-1,1-1 1,-1 0-1,0 1 1,0-1-1,1 1 1,-1-1-1,0 1 1,4 19 73,-4 30 91,-1-32-156,1-16-99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4.8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0 106 144,'0'0'560,"4"0"83,11 0-181,-11 0 15,-2 0-429,86 0 83,-85-9-88,35-10-11,-37 18-32,-1 1-1,1-1 1,-1 0 0,0 1 0,1-1-1,-1 0 1,1 1 0,-1-1 0,0 0-1,1 0 1,-1 1 0,0-1 0,0 0-1,0 0 1,0 1 0,0-1 0,0 0-1,0 0 1,0 0 0,0 1 0,0-1-1,0 0 1,0 0 0,-1 0 0,1-5 25,0-47-17,-4 53 0,-11 0-3,11 0 14,0 0 10,-2 1-18,0-1 1,0 1-1,-1 0 1,1 0-1,0 1 0,-9 3 1,15-5-11,-1 0 0,1 0 0,0 0 0,-1 1 0,1-1 0,0 0-1,0 0 1,-1 1 0,1-1 0,0 0 0,0 0 0,-1 1 0,1-1 0,0 0 0,0 0 0,0 1 0,-1-1 0,1 0 0,0 1 0,0-1 0,0 0-1,0 1 1,0-1 0,0 0 0,0 1 0,0 0 0,-1 2 9,-1-1-6,1 0 0,-1 0 1,1 0-1,0 0 1,0 1-1,0-1 0,0 0 1,0 1-1,1-1 1,-1 0-1,1 1 0,-1-1 1,1 1-1,0-1 1,0 1-1,0 2 0,0-4-3,0 0 0,0-1 1,0 1-1,0 0 0,0 0 0,0-1 0,0 1 0,-1 0 0,1-1 0,0 1 0,0-1 0,-1 1 1,1 0-1,-1-1 0,1 1 0,0-1 0,-1 1 0,1-1 0,-1 1 0,1-1 0,-1 1 0,1-1 0,-1 1 1,0-1-1,1 0 0,-1 1 0,1-1 0,-2 1 0,1-1 0,1 0 0,-1 0 1,0 1-1,1-1 0,-1 0 0,1 1 0,-1-1 1,0 0-1,1 1 0,-1-1 0,1 1 1,-1-1-1,1 1 0,0 0 0,-1-1 0,1 1 1,-1-1-1,1 1 0,0 0 0,0-1 0,-1 1 1,1 0-1,0-1 0,0 1 0,0 0 0,0-1 1,0 1-1,0 1 0,0 115 186,0-115-161,-1-2 5,1 1-30,0-1 0,0 0 0,0 1 1,0-1-1,0 0 0,0 1 0,0-1 1,0 0-1,0 0 0,0 1 0,0-1 0,0 0 1,0 1-1,0-1 0,0 0 0,0 1 1,0-1-1,0 0 0,0 1 0,0-1 1,1 0-1,-1 0 0,0 1 0,0-1 1,0 0-1,1 0 0,-1 1 0,0-1 0,0 0 1,0 0-1,1 0 0,-1 1 0,0-1 1,1 0-1,-1 0 0,15 9 26,-11-7-6,9-2 57,5 0 1,-6 1-81,0-1 0,0 0 0,15-3 1,-21-6-152,11-2-1047,1-1-785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5.6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 64,'0'0'2292,"4"0"-2183,11 0-5,-11 0 32,6 0-71,1 0 0,-1 0 1,0-1-1,20-5 0,-27 5-60,-1 1 0,1-1 1,-1 0-1,1 1 0,0 0 1,-1 0-1,1 0 0,0 0 0,-1 0 1,4 1-1,2 0 9,27-1-28,-31 0 25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46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64,'0'0'195,"0"10"2201,0-10-2382,0 1 0,0-1 1,-1 1-1,1-1 1,0 0-1,0 1 1,0-1-1,0 1 0,1-1 1,-1 0-1,0 1 1,0-1-1,0 1 1,0-1-1,0 0 0,0 1 1,1-1-1,-1 0 1,0 1-1,0-1 1,0 0-1,1 1 0,-1-1 1,17 2 172,-11-3-146,0 1-1,0-1 0,1 0 1,-1 0-1,0-1 1,9-3-1,-13 4-38,0 0-1,1 1 1,-1-1 0,0 1 0,0-1-1,1 1 1,-1 0 0,0 0 0,0 0-1,1 0 1,-1 0 0,0 0-1,3 1 1,-1 0 1,-1-1-17,1 0 30,49 0-715,-50 0 107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57.7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65 112,'0'0'1137,"-2"0"-735,-8 0 943,12 0-1230,8 0 130,-7-2-194,6-7-23,-8 7-25,0 1 0,-1 0 0,1 0-1,0 0 1,0 0 0,0 0-1,0 0 1,0 0 0,0 0 0,1 1-1,-1-1 1,0 1 0,0-1-1,0 1 1,0-1 0,0 1 0,1 0-1,0 0 1,2 0-1,-2 0-2,1 1 0,-1-1 0,1 0 0,-1-1 0,1 1 0,3-2 1,42-19-7,-48 21 6,1-1 0,-1 1 0,1-1 1,-1 1-1,1 0 0,0-1 0,-1 1 0,1 0 0,-1 0 0,1-1 0,0 1 0,-1 0 0,1 0 0,0 0 0,0 0 0,5 0 13,4-4-4,0 1 0,1 0 1,-1 1-1,1 1 0,15 1 1,11 0 152,-22 0-387,-23 0-1364,-7 0 856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58.3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0 192,'0'202'2812,"0"-200"-2785,2-2 15,6 0-24,-1 0-1,1-1 0,-1-1 1,0 0-1,14-5 0,-17 5-21,1 1-1,-1 0 0,1 0 0,0 0 1,-1 1-1,1 0 0,5 2 0,12-1 1,25-1-12,-46 1 15,-1-1 1,1 1-1,0-1 1,-1 1-1,1-1 1,-1 1 0,1 0-1,0-1 1,-1 1-1,1 0 1,-1 0-1,1-1 1,-1 1-1,0 0 1,1 0-1,-1 0 1,0 0 0,1 0-1,-1 0 1,0 0-1,0 0 1,1 0-1,-1 0 1,0 0-1,0 0 1,0 1-1,0-1 1,0 0 0,0 0-1,0 1 1,0 52 27,-1-32 48,1 52 173,0-72-246,-1 0 0,1 0 0,-1 0 0,1-1 0,-1 1 0,1 0 0,-1 0 0,0-1 0,1 1 0,-1-1 0,0 1 0,0-1 0,0 1 0,0-1 0,0 0 0,0 1 0,0-1 0,0 0 0,0 0 0,-1 0 0,1-1 0,0 1 0,0 0 0,-2 0 0,1 0 4,0 0 0,0 0 0,1 1 0,-1-1 0,0 1 0,1 0 0,-1 0 0,-1 2 0,2-2 2,0 0 1,0 0-1,0 0 1,0-1-1,-1 1 1,1-1-1,0 1 1,0-1-1,-1 0 1,1 1-1,-1-1 1,1 0-1,-1-1 1,1 1-1,-3 1 1,-27 0 65,17-3-44,12-9-387,-2 5 233,4 4 87,-1 0 0,1 1 0,-1-1 0,1 0 0,-1 0 0,1 0 0,-1 1 0,1-1 0,0 0 0,-1 0 0,1 0 0,0 0 0,-1 0 0,1 0-1,0 0 1,0 0 0,0 0 0,0 0 0,0-2 0,0-11-779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59.0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76 112,'0'0'312,"0"-12"1318,0-23-1123,0 33-451,2 2-29,1-1-22,0 1 1,0-1-1,0 0 0,0 0 1,0 0-1,-1-1 1,6-3-1,-5 3-5,0 0 1,0 0-1,0 0 0,0 1 0,0 0 1,0 0-1,0 0 0,4 0 0,2 0 2,-8 1 0,0 0-1,0 0 1,0 0 0,1 0-1,-1 0 1,0 0-1,0 0 1,0 0-1,0 1 1,0-1-1,2 2 1,-2-1-1,-1 0 1,1-1-1,-1 1 1,1 1-1,-1-1 0,1 0 1,-1 0-1,0 0 1,1 0-1,-1 0 1,0 0-1,0 1 0,1-1 1,-1 0-1,0 0 1,0 0-1,0 1 1,0-1-1,0 0 0,0 2 1,0 173 398,-1-170-393,1-1 0,-1 0 0,0 0 0,0 0 0,0 0 0,0 0 1,0 0-1,-1 0 0,0-1 0,0 1 0,1-1 0,-2 1 0,1-1 0,0 0 0,-1 0 0,-3 5 0,4-6-5,0 0 0,0 0 1,0 1-1,0-1 0,1 1 0,0 0 0,-1-1 0,1 1 0,-1 6 0,1-6-2,0 1 0,-1-1-1,1 1 1,-1-1 0,0 1-1,-4 6 1,4-6-2,-1 0 0,1 0 0,0 0 0,0 0 0,-2 7 0,0-1 6,3-9-3,0 0 1,0 1-1,0-1 1,-1 0-1,1 0 1,-1 0 0,1 0-1,-3 2 1,-7 12-16,9 3 8,-1 3 6,-5-3 3,6-15 77,4-4-42,3 0-39,1 1 17,1-1-1,-1 0 1,1-1 0,-1 0-1,1 0 1,-1-1-1,1 0 1,-1-1 0,0 0-1,0 0 1,8-6-1,-7 3 33,1 1 1,0 1-1,12-5 0,-11 5-3,0 0-1,-1-1 1,14-9-1,-20 12-41,0 1 1,-1-1 0,1 1 0,0-1 0,0 1 0,1 0 0,-1 0 0,0 0 0,0 0 0,0 1 0,0-1 0,4 1 0,-3 0 0,-3 0-4,0 1 0,1-1 0,-1 0 1,1 0-1,-1 0 0,1 0 0,-1 0 0,1 0 1,-1 0-1,1 0 0,-1 0 0,1 0 0,-1 0 1,1 0-1,-1 0 0,1-1 0,-1 1 0,1 0 1,-1-1-1,0 1 0,1 0 0,-1-1 0,1 1 1,-1-1-1,0 1 0,1-1 0,-1 1 0,0-1 1,1 1-1,-1-1 0,0 1 0,0-1 0,1 0 0,4-1-15,-4 2 7,-1 0-1,0 0 1,0 1 0,1-1 0,-1 0-1,0 0 1,0 0 0,0 0-1,1 0 1,-1 0 0,0 0-1,0 0 1,1 0 0,-1 0 0,0-1-1,0 1 1,1 0 0,-1 0-1,0 0 1,0 0 0,0 0-1,1-1 1,-1 1 0,0 0 0,0 0-1,0 0 1,1-1 0,-1 1-1,0-24-1151,0 10 349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59.4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80 208,'0'0'1796,"0"0"-1782,0 0 1,0-1 0,-1 1 0,1 0 0,0 0 0,0-1 0,0 1-1,0 0 1,0 0 0,0-1 0,0 1 0,0 0 0,0 0 0,0-1-1,0 1 1,0 0 0,0 0 0,0-1 0,1 1 0,-1 0 0,0 0-1,0-1 1,0 1 0,0 0 0,0 0 0,0 0 0,0-1-1,0 1 1,0 0 0,1 0 0,-1 0 0,0 0 0,0-1 0,0 1-1,0 0 1,1 0 0,7-4 153,-6 1-141,0 1 0,0 0 1,1 0-1,-1 0 0,1 0 0,-1 0 0,1 1 0,-1 0 0,1-1 0,0 1 1,3 0-1,19-9 99,-18 6-72,0 1 0,1 0 1,-1 0-1,16-1 0,-18 4-31,-1-1-1,1 0 1,-1 0-1,0-1 1,6-2 0,5-3 9,-5 3-267,-15 6-672,-16 2 8,10-4 262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7:59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1 160,'0'226'2705,"-1"-225"-2704,1 0 0,0 0 0,0 0-1,0 0 1,0 0 0,1 0 0,-1-1 0,0 1-1,0 0 1,0 0 0,0 0 0,0 0-1,1-1 1,-1 1 0,0 0 0,1 0 0,-1-1-1,0 1 1,1 0 0,-1-1 0,0 1-1,1 0 1,-1-1 0,1 1 0,-1-1 0,1 1-1,-1-1 1,1 0 0,-1 1 0,1-1-1,-1 0 1,1 1 0,0-1 0,-1 0 0,1 0-1,-1 0 1,1 1 0,-1-1 0,1 0-1,0 0 1,0-1 0,0 1-2,0 1 1,0-1-1,0 0 1,0 0-1,0 1 1,0-1-1,0 1 1,0-1-1,0 1 1,0 0-1,1 0 1,-1 1-1,0-1 1,0 0-1,0 1 1,0-1-1,0 0 1,0 0-1,1 0 1,-1 0-1,0-1 1,1 1-1,-1-1 1,0 1-1,1-1 1,-1 1-1,0-1 1,1 0-1,-1 0 0,0 0 1,1 0-1,-1 0 1,2-1-1,1 1 0,88 0-13,-89 0 20,-3 0-7,0 0 0,1 1 0,-1-1 1,0 0-1,0 0 0,1 0 0,-1 1 0,0-1 1,0 0-1,1 0 0,-1 0 0,0 0 0,0 0 1,1 0-1,-1 0 0,0 0 0,1 0 1,-1 0-1,0 0 0,0 0 0,1 0 0,-1 0 1,0 0-1,1-1 0,3 2 13,-3 9-23,-1-5 9,0-3 2,-1 0 0,1 0 0,0 0 0,0 0 0,0 0 0,0 0 0,1 0 0,-1 0 0,0 0-1,0 0 1,1 0 0,-1 0 0,1 0 0,0 2 0,3 1 2,5 11 24,-7 15 0,-2 152 694,0-183-719,0 0 0,0 0 0,0 0 0,0 0-1,0 1 1,0-1 0,0 0 0,0 0 0,0 0 0,0 0 0,0 0 0,0 0 0,0 1-1,0-1 1,0 0 0,0 0 0,0 0 0,0 0 0,0 0 0,0 1 0,0-1 0,0 0-1,0 0 1,0 0 0,0 0 0,0 0 0,0 0 0,0 0 0,0 1 0,0-1 0,0 0-1,-1 0 1,1 0 0,0 0 0,0 0 0,0 0 0,0 0 0,0 0 0,0 0 0,0 0-1,0 0 1,0 0 0,0 0 0,-1 0 0,1 0 0,0 0 0,0 0 0,0 0 0,0 0-1,0 0 1,0 0 0,0 0 0,0 0 0,-1 0 0,1 0 0,0 0 0,-122 0 129,120 0-144,1-1-1,0 1 0,0-1 0,-1 1 1,1-1-1,0 0 0,0 0 0,-1 0 0,1 0 1,0 0-1,0 0 0,0 0 0,0-1 1,0 1-1,0 0 0,0-1 0,0 1 1,1-1-1,-1 0 0,-1-1 0,-4-10-91,-24-16-750,17 6 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8:00.5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66 224,'0'-48'2254,"3"44"-2160,1 1-77,-1 1 1,1 0 0,0 1-1,-1-1 1,1 1-1,0 0 1,7-1 0,33 2 83,-19 1-20,-23 0-74,0-1 0,1 1 1,-1 0-1,0 0 0,0 0 0,1 0 1,-1 1-1,0-1 0,0 1 1,0 0-1,0-1 0,0 2 1,0-1-1,-1 0 0,1 0 0,0 1 1,-1-1-1,1 1 0,-1 0 1,0 0-1,1 0 0,0 4 1,-1-6-6,-1 1 9,1 0-1,0 0 0,-1 0 1,0 0-1,1 0 0,-1 0 1,0 0-1,1 0 0,-1 0 1,0 0-1,0 0 0,0 0 1,0 0-1,-1 3 0,1 4 22,0 20 84,1-19-92,-1 1 0,0 0 0,0-1 1,-1 1-1,1-1 0,-3 11 1,-10 14 20,1 3 3,2 4-2,8-33-34,0 0 0,0 1 1,1-1-1,0 1 0,0-1 1,0 1-1,1 9 0,0 73 330,0-92-340,0 1 1,0-1 0,0 1 0,0-1-1,0 0 1,0 1 0,1-1 0,-1 1 0,0-1-1,0 1 1,0-1 0,1 0 0,-1 1-1,0-1 1,0 0 0,1 1 0,-1-1 0,0 0-1,1 1 1,-1-1 0,0 0 0,0 0-1,1 0 1,-1 1 0,0-1 0,1 0 0,16 4 11,25-4-274,-30-1-15,-12 1 255,1 0 0,-1 0 0,1 0 0,-1 0 0,0 0 0,1 0 0,-1 0 0,1 0 0,-1 0 0,1 0 0,-1 0 0,1 0 0,-1 0 0,0-1 0,1 1 0,-1 0 0,1-1 0,-1 1 0,0 0 0,1-1 0,-1 1 1,0 0-1,1-1 0,-1 1 0,1-2 0,4-4-477,10 3-381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8:02.1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90 112,'0'0'2833,"2"0"-2811,9 0-1,9 1 37,-1-2 0,33-7-1,-41 7-37,8-2 14,-10-1-21,0 1 0,0 1-1,0 0 1,0 1 0,10 0 0,27-9 54,43 10 176,-86 0-231,0-1 1,0 1 0,0-1-1,0 0 1,4-3-1,-4 2-5,0 1 0,1 0 0,-1 0 0,0 0 0,6-1 0,1 2 22,1-2 1,15-4-1,-5 5-19,-19 1-4,0 1-1,0-1 1,0 0-1,1 0 0,-1-1 1,0 1-1,0-1 0,4-1 1,1-1 1,0 0 1,1 1 0,-1 0-1,0 1 1,1 0 0,10 1-1,209 0 135,-224-1-143,-1 1 1,1-1 0,-1 1 0,1-1 0,0 0 0,3-2 0,-3 1 1,0 0 0,0 1-1,0 0 1,0 0 0,0 1 0,5-1 0,417 1 735,-423 0-584,-18 0-2774,-11 0 1507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8:03.2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79 232 464,'-3'0'801,"-22"0"236,23 0-813,2 12-93,0-11-129,-1 0 3,1 0 0,0 1 0,0-1 0,0 0 0,0 0 0,0 1 0,0-1 0,0 0 0,1 0 0,-1 1 0,0-1 0,0 0 0,1 0 1,0 2-1,7 6 1,-6-7-5,-1 0 0,1 0 0,-1-1 0,1 1 0,0-1 0,0 0 0,-1 1 0,1-1 0,0 0 0,0-1 0,0 1 0,0 0 0,-1-1 0,1 1 0,0-1 0,0 0 0,3 0 0,-1-1 0,-2 1 0,1 0-1,0 0 1,-1 0-1,1 0 1,0 0-1,-1 1 0,4 1 1,5 3 4,1 0-1,0-1 1,0-1-1,0 0 1,0-2-1,14 0 1,-24-1-2,1 0-1,-1 1 1,0-1-1,0 1 1,0-1 0,0 1-1,1 0 1,-1 0 0,0 0-1,0 1 1,0-1-1,0 1 1,-1 0 0,1-1-1,2 4 1,2 1 8,-4-4-6,0-1 0,1 0-1,-1 0 1,0 0 0,0 0 0,1 0-1,-1-1 1,4 1 0,-4-1 0,1 0 0,0 1 0,-1-1 0,1 1 0,-1 0 0,5 3 0,2 3 6,-7-4-8,1-1 0,-1 0 0,1 0 0,-1-1 0,1 1 0,5 1 0,-7-3-2,0 0 0,0 1 1,0-1-1,0 0 0,0 1 1,0-1-1,0 1 0,0 0 1,0-1-1,0 1 0,0 0 1,0 0-1,0 0 0,0 0 1,1 1-1,1 1 10,0 1 0,3 6-8,-5 12 52,-1-20 38,0 0-45,-1 0-43,0 0-1,0-1 1,0 1-1,0-1 0,-1 1 1,1-1-1,0 0 0,0 1 1,-1-1-1,1 0 0,0 0 1,-1 0-1,1-1 0,-2 2 1,-25 13 36,17-11-55,-1 0-1,0-1 0,0-1 1,-1 0-1,1-2 0,-18-2 1,1 1-20,-126 1-123,152 0 173,2-11-67,1 10 43,0 0 0,0 0 1,0 0-1,0-1 0,0 1 1,0 0-1,0 0 0,0 0 0,0-1 1,0 1-1,0 0 0,0 0 0,1 0 1,-1 0-1,0-1 0,1 1 0,-1 0 1,0 0-1,2-1 0,6-6-1,-6 6 6,0 1 0,0-1 0,0 1-1,0-1 1,-1 0 0,1 0 0,2-3 0,-2 0 2,-1 2 2,0 1 0,0-1 0,1 0 0,-1 1 0,1-1 0,-1 1 0,1 0 0,-1 0 0,1 0 1,0 0-1,0 0 0,0 1 0,2-3 0,0 1 6,15-19-18,-17 20 11,0 0 0,-1 0 0,1 0 0,0 0 0,-1 0 0,1-1 0,1-2 0,-2 2-1,1 1 0,-1 0 1,0 0-1,0 1 0,1-1 0,-1 0 1,1 1-1,-1-1 0,3-1 0,30-24 20,-31 25-17,-1-1 0,1 1 0,-1-1 0,0 0-1,0 0 1,0 0 0,0 0 0,0-1 0,2-6 0,10-21-14,-6 14 10,5-18 2,-6 31 5,-7 4-4,1 0-1,-1 0 1,0 0-1,1 0 1,-1 0-1,1 0 1,-1-1 0,0 1-1,1 0 1,-1 0-1,0-1 1,1 1-1,-1 0 1,0-1-1,1 1 1,-1 0-1,0-1 1,0 1 0,1-1-1,-1 1 1,0-1-1,0 1 1,0-1-1,1 1 1,-1-1-1,0 1 1,0-1-1,0 1 1,0-1 0,0 1-1,0-1 1,0 0-1,1 1 1,-1-1-1,0 1 1,-1-1-1,1 1 1,0-1-1,0 0 1,0-1-1,0-1 0,1 1 0,-1 0 0,0 0 0,1 0 0,-1 0-1,1 0 1,-1 0 0,1 0 0,1-4 0,-1 4-1,0 0 0,-1-1 0,1 1 1,0 0-1,-1-1 0,1 1 0,-1-1 0,1 0 0,-1 1 0,0-6 0,0-78 167,-5 83-162,0 3 10,-18-1 106,15 0-111,1 1-1,-1 0 1,1 0-1,-1 1 1,-10 3-1,-1 5 2,12-6-11,0 1 0,0 0 0,0 1 0,-8 6 0,-7 10-56,16-15 28,0-1 0,0 1 0,-11 6 0,-8 6-302,16-11 78,-8 4-470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1:40.0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1 142 96,'0'0'139,"5"0"56,15 0 74,-15 0 822,-5-14-757,0-40 218,17 51-517,-15 1-31,-1 1-2,1-1 0,0 1 0,0-1-1,0 1 1,1 0 0,-1-1 0,0 1 0,0 0 0,1 1 0,-1-1 0,0 0 0,4 0 0,41-23 3,-46 24-3,1-1-1,-1 0 1,0 1-1,0-1 1,0 1-1,1 0 1,-1-1-1,0 1 1,0 0-1,1 0 0,-1 0 1,0 0-1,1 0 1,-1 0-1,2 0 1,7 0-4,-1-3-3,-2 0 4,-1 1 0,1 0 0,-1 1 0,1-1 0,-1 1 0,1 1-1,12-1 1,82-10-31,54 11-184,-150 0-16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1:40.6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58 80,'-5'0'211,"-20"0"1830,30 0-2017,65 0 122,-69 0-141,1 0-1,-1 0 0,0 0 0,0 0 0,0 0 0,0 0 0,1-1 1,-1 1-1,0 0 0,0-1 0,0 1 0,0-1 0,0 1 0,0-1 0,0 0 1,0 1-1,1-3 0,4-1 10,-2 2-10,1 0 0,-1 0 1,0 1-1,1-1 0,-1 1 1,1 0-1,0 0 0,6 0 1,-6 1-2,1-1-1,-1 0 1,0 0 0,0 0 0,1-1-1,-1 1 1,0-1 0,7-4 0,-4 2-5,1 1 0,0 0 0,-1 1 0,1 0 0,10-1 0,14 3-298,-32 1 271,-1-1 1,1 0-1,0 0 1,-1 0-1,1 0 1,-1 1-1,1-1 1,0 0-1,-1 0 1,1 1-1,-1-1 1,1 0-1,0 1 1,-1-1-1,1 1 1,-1-1-1,0 1 1,1-1-1,-1 1 1,1-1-1,-1 1 1,0-1-1,1 1 1,-1 0-1,0-1 1,0 1-1,1 0 1,-1-1-1,0 1 1,0 1-1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5.7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2 149 48,'0'0'2385,"0"-3"-2356,-1 0-18,1 1-11,0 0 1,0 1 0,0-1 0,0 0-1,0 1 1,0-1 0,0 0 0,0 0-1,1 1 1,-1-1 0,1 1 0,-1-1-1,1 0 1,1-1 0,5-2 4,-6 4-5,0 1 1,0-1-1,-1 1 1,1-1-1,0 0 0,0 1 1,-1-1-1,1 0 1,0 0-1,-1 1 1,1-1-1,-1 0 0,1 0 1,-1 0-1,1 0 1,-1 0-1,0 0 0,1 1 1,-1-1-1,0 0 1,0 0-1,0 0 1,0 0-1,0 0 0,0-2 1,3 0 9,9-8-9,-1-1 0,15-17 0,-24 27 2,0 0-1,0 0 1,0 0-1,1 0 0,-1 1 1,0-1-1,1 1 1,-1 0-1,0 0 1,6-2-1,15-9-10,-13 10 2,-7 2-2,1 0 16,-1 0-7,30 2 26,-32-2-26,0 1-1,0-1 0,0 0 0,0 0 0,0 0 1,0 1-1,0-1 0,0 0 0,0 1 1,0-1-1,-1 1 0,1-1 0,0 1 0,0-1 1,0 1-1,-1 0 0,1-1 0,0 1 1,-1 0-1,1-1 0,0 1 0,-1 0 0,1 0 1,-1 0-1,1 0 0,-1-1 0,0 1 1,1 0-1,-1 0 0,0 2 0,0-1 0,1 1 0,-1-1 0,1 1 0,-1 0 0,1-1 0,0 1 0,0-1 0,2 4 0,-1-3 0,-1-1 0,0 0 0,0 0 0,0 1 0,-1-1 0,1 0 0,-1 1 0,1 3 0,-1 183 134,0-188-132,0 0 1,0 1 0,0-1-1,0 0 1,0 1-1,-1-1 1,1 0 0,0 0-1,-1 1 1,1-1 0,-1 0-1,0 0 1,1 0 0,-1 1-1,0-1 1,-1 2 0,-3 3 10,3-2-7,-1 1 0,1-1 0,-1-1-1,0 1 1,-5 5 0,6-7-4,-1 1 0,1 0 0,0-1 0,0 1 0,0 0 0,0 0 0,-1 4 0,2-5 0,1 0 0,-1 0 0,1 0 0,-1-1 0,0 1 0,1 0 0,-1-1 0,0 1 0,0-1 1,0 1-1,0-1 0,-1 1 0,1-1 0,0 0 0,-1 1 0,1-1 0,0 0 0,-1 0 0,0 0 0,-2 1 0,3-1-2,0-1 0,0 0 0,0 1 0,0-1 0,0 1 0,1-1 0,-1 1 0,0-1 0,0 1 0,0-1 0,1 1 0,-1 0 0,0-1 0,1 1 0,-1 0 0,1 0 0,-1-1 0,1 1 0,-1 0 0,1 0 0,-1 0 0,1 0 0,0 0 0,0 0 0,-1-1 0,1 1 0,0 2 0,0-2-1,0 0 1,0-1-1,0 1 1,0 0 0,-1 0-1,1 0 1,0-1-1,0 1 1,-1 0 0,1-1-1,-1 1 1,1 0-1,-1-1 1,1 1 0,-1 0-1,1-1 1,-1 1-1,1-1 1,-1 1 0,0-1-1,1 1 1,-1-1-1,-1 1 1,-21 7 6,3-2 5,20-5-11,-1-1 1,0 0-1,1 0 1,-1 1-1,1-1 1,-1 0-1,1 1 1,0-1-1,-1 1 1,1-1-1,-1 0 0,1 1 1,0-1-1,-1 1 1,1-1-1,0 1 1,-1-1-1,1 1 1,0-1-1,0 1 0,0 0 1,0-1-1,-1 1 1,1 0-1,17-1 19,-8 0-23,0 0-1,0 0 1,-1-1 0,1 0-1,0 0 1,-1-1 0,15-5-1,13-4 32,-29 6-38,-6 4 8,0 1 1,-1-1 0,1 1-1,0-1 1,-1 1 0,1-1 0,0 1-1,0 0 1,0-1 0,-1 1-1,1 0 1,0-1 0,0 1 0,0 0-1,1 0 1,4-1 0,-2 0 7,0 0 1,0 0 0,0 0-1,0 0 1,6-2 0,-8 1-6,1 0 1,0 0-1,0 0 1,0 1-1,1-1 1,-1 1-1,0 0 1,1 0-1,-1 0 0,0 0 1,6 0-1,-8 0-1,1 1-1,-1 0 0,1 0 0,-1-1 1,1 1-1,-1-1 0,1 0 1,-1 1-1,1-1 0,-1 0 1,0 0-1,1 1 0,1-3 0,-1 1 0,9 0 2,-9 2 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6.4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0 176,'0'0'1793,"0"4"-1665,0 203 598,0-206-722,0 1 1,0-1 0,0 1 0,1 0 0,-1-1 0,0 1 0,1-1-1,0 1 1,-1 0 0,1-1 0,0 0 0,0 1 0,0-1-1,0 1 1,0-1 0,1 1 0,0 0-1,-1-1 0,0 0 0,0 0 0,0 1 0,0-1 0,0 1 0,-1-1 0,1 1-1,0-1 1,-1 1 0,1-1 0,-1 1 0,1 0 0,-1-1 0,0 1 0,0 1 0,0-1 0,0 1 0,1-1-1,-1 1 1,1-1 0,-1 0 0,1 0 0,0 1 0,0-1-1,2 3 1,-2-2 0,0-1 0,0 0-1,0 1 1,0-1-1,0 1 1,-1-1 0,1 1-1,-1-1 1,1 5 0,-1-4-2,1 0 1,-1 0-1,1 0 1,0 0-1,0 0 1,0 0-1,1-1 1,-1 1-1,1 0 1,2 4-1,25 27-3,-13-16 9,-12-11 9,-4-7-17,1 1 1,-1-1 0,0 1 0,1-1 0,-1 1 0,0-1 0,1 0-1,-1 1 1,1-1 0,-1 1 0,0-1 0,1 0 0,-1 0-1,1 1 1,-1-1 0,1 0 0,-1 0 0,1 1 0,0-1 0,-1 0-1,1 0 1,-1 0 0,1 0 0,-1 0 0,1 0 0,0 0-1,2 1-1,6 1-1,0 0 0,0 0 0,0-1 1,0 0-1,1-1 0,-1 0 0,0 0 1,15-3-1,-11-8 27,-5 2-21,-3 5-5,-4 4 1,1-1-1,-1 0 1,0 0-1,0 0 1,0 1-1,0-1 1,0 0 0,0 0-1,0 0 1,0 0-1,-1 0 1,1-1-1,0 1 1,-1 0-1,1 0 1,-1 0 0,1-1-1,-1 1 1,0 0-1,1 0 1,-1-2-1,0 2 1,0 0-1,0 1 1,0-1-1,1 0 1,-1 0-1,0 1 0,0-1 1,0 0-1,1 1 1,-1-1-1,1 0 0,-1 1 1,0-1-1,1 1 1,-1-1-1,1 0 0,-1 1 1,1-1-1,-1 1 1,1-1-1,0 1 1,-1 0-1,1-1 0,0 1 1,0-1-1,8-5-5,-8 1 4,1 1 0,-1-1 1,0 1-1,-1-1 0,1 0 0,-1 0 1,0 1-1,0-1 0,-2-8 0,2-5-1,0 16 5,0-1-1,0 0 0,0 0 0,0 1 0,-1-1-1,1 0 1,-2-5 0,1 7-1,1 0 0,-1 0-1,0 1 1,1-1-1,-1 0 1,0 0 0,0 1-1,1-1 1,-1 0-1,0 1 1,0-1 0,0 1-1,0-1 1,0 1 0,0 0-1,0-1 1,0 1-1,0 0 1,0-1 0,0 1-1,-2 0 1,1 0 0,1 0 0,-1 0-1,0-1 1,0 1 0,1 0 0,-1-1 0,0 1 0,1-1 0,-1 1 0,0-1 0,1 0-1,-1 0 1,1 0 0,-1 0 0,1 0 0,0 0 0,-1 0 0,1 0 0,0 0 0,0 0-1,0-1 1,0 1 0,-1-3 0,1 3 0,0 0 0,1 0 0,-1 0 0,0 0 1,0 0-1,0 1 0,0-1 0,0 0 0,0 0 0,0 1 0,0-1 0,0 0 0,0 1 1,0-1-1,0 1 0,0-1 0,-1 1 0,1 0 0,0-1 0,0 1 0,-3 0 0,-33 0 8,16 1-26,20-2 19,-1 1-1,0 0 1,0 0-1,0 0 1,0 1-1,0-1 1,1 0 0,-1 1-1,0-1 1,0 1-1,1-1 1,-1 1-1,0 0 1,1 0-1,-1 0 1,1 0 0,-1 0-1,-2 2 1,-7 11 15,-7 12-30,3-6-2,13-18-1,0 0-1,0 0 0,0 0 0,0 0 1,1 1-1,-1-1 0,1 0 0,0 1 0,0-1 1,0 1-1,0-1 0,0 1 0,0-1 0,1 1 1,-1 0-1,1-1 0,0 4 0,0-4-18,-1 0-1,1 0 1,0 0 0,-1 0-1,1 0 1,-1 0-1,0 0 1,0 0 0,0 0-1,0 0 1,0 0-1,0 0 1,-3 2 0,1 4-466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6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42 128,'-1'-2'210,"1"-1"1,0 0-1,1 1 1,-1-1-1,0 0 0,1 0 1,0-3-1,0 6-197,0-1 0,-1 0 0,1 0 0,0 1 0,0-1 0,0 1 0,0-1 0,0 0-1,-1 1 1,1 0 0,0-1 0,0 1 0,0-1 0,0 1 0,2 0 0,-2-1 10,6-3 55,-6 4-75,0-1 1,0 1 0,-1-1 0,1 1 0,0 0-1,0 0 1,-1-1 0,1 1 0,0 0-1,0 0 1,0 0 0,0 0 0,-1 0-1,1 0 1,0 0 0,0 0 0,0 0 0,1 0-1,53 0 83,-55 0-81,1 0-1,0 0 1,0 0 0,-1 0 0,1 0-1,0 0 1,0 1 0,-1-1 0,1 0 0,0 0-1,-1 0 1,1 1 0,0-1 0,-1 0 0,1 1-1,0-1 1,-1 1 0,1-1 0,-1 1 0,1-1-1,0 1 1,-1-1 0,0 1 0,1-1 0,-1 1-1,1-1 1,-1 1 0,0 0 0,1-1 0,-1 1-1,0 0 1,1 0 0,3 8 45,2-2-20,-4-6-23,-1 0-1,0 0 1,0 0-1,0 0 1,0 0-1,0 0 0,0 1 1,-1-1-1,1 0 1,0 1-1,-1-1 1,1 0-1,-1 1 1,1-1-1,-1 1 1,0-1-1,1 2 1,-1-2 1,0 1 0,0-1 0,0 0 0,0 0 0,0 1 0,1-1 0,-1 0 0,0 0 0,1 1 0,0-1 0,-1 0 0,1 0 0,-1 0 1,1 0-1,1 2 0,-1-2-3,0 0 0,0 0-1,0 0 1,-1 0 0,1 1 0,0-1 0,-1 0 0,1 1 0,-1-1 0,1 0 0,-1 1 0,0-1 0,0 0 0,0 1 0,0 1 0,0 225 341,0-228-345,1 1 0,-1 0 0,0 0 0,-1-1 0,1 1 0,0 0 0,0 0 0,0-1 0,0 1 0,-1 0 0,1-1 0,0 1 0,0 0 0,-1-1 0,1 1 0,-1 0 0,1-1 0,-1 1 0,1 0 0,-1-1 0,1 1 0,-1-1 0,-1 1 0,2 0-1,-1-1 1,0 1 0,1-1-1,-1 0 1,1 1-1,-1-1 1,1 1-1,0-1 1,-1 1 0,1 0-1,-1-1 1,1 1-1,0-1 1,0 1 0,-1 0-1,1-1 1,0 1-1,0 0 1,0-1-1,0 1 1,0 0 0,0-1-1,0 2 1,0 2-1,1 0-1,0 0 1,0 0 0,0 0 0,0 0-1,1 0 1,2 4 0,-2-5 4,-1-1-2,0-1 0,0 0 0,0 0 0,0 0 0,0 0 0,0 0 0,1 0 0,-1 0 0,0 0 0,1-1 0,-1 1 0,1 0 0,-1-1 0,1 1 0,-1-1 0,1 1 0,0-1 0,-1 0 0,1 0 0,-1 0 0,3 0 0,46 0-8,-27-1 14,-16 1 0,-4 1-10,-1-1 0,1 0-1,-1 0 1,0 0 0,1 0 0,-1 0 0,1-1 0,-1 1 0,5-2-1,0-5-3,-6 6 7,0 0-1,-1 0 0,1 1 1,0-1-1,0 0 1,0 0-1,0 1 0,0-1 1,0 1-1,0-1 1,0 1-1,0-1 0,1 1 1,-1-1-1,2 1 0,-3 0-3,1 0 0,0-1-1,0 1 1,0 0-1,0 0 1,0-1-1,0 1 1,-1 0 0,1-1-1,0 1 1,0-1-1,-1 1 1,1-1-1,0 1 1,1-2-1,4-3-111,7 1-72,7-4-624,-17-3 83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7.4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10 272,'0'0'1123,"-1"0"-1096,1 0-1,0 0 0,0-1 0,0 1 0,0 0 1,0 0-1,0-1 0,0 1 0,0 0 0,0 0 1,0-1-1,0 1 0,0 0 0,0 0 0,0-1 1,0 1-1,0 0 0,0 0 0,0-1 0,0 1 1,0 0-1,1 0 0,-1-1 0,0 1 1,0 0-1,0 0 0,0-1 0,1 1 0,-1 0 1,0 0-1,0 0 0,0 0 0,1-1 0,27 0 35,30 0 93,-53 1-142,0 1 0,1-1 0,-1 1 0,0 0 0,0 0 0,0 0 0,0 1 0,5 2 0,1 1 7,-9-4-15,1 0 0,-1 0 0,0 0-1,0 1 1,0-1 0,0 0 0,0 1 0,0-1 0,0 1 0,-1 0 0,1-1 0,0 1 0,-1 0 0,1 0 0,-1 0 0,1 3 0,18 27 60,-16-26-45,0-1-1,0 1 1,-1 0 0,0 0 0,0 1 0,-1-1 0,1 1 0,-1-1 0,-1 1 0,1 0-1,-1 8 1,0-12-6,-1 1-1,0-1 1,1 1-1,0-1 1,0 0 0,0 1-1,0-1 1,1 0-1,-1 0 1,1 1-1,2 2 1,1 2 15,-4-6-21,0 0 0,-1 0 0,1 0-1,-1 0 1,1-1 0,-1 1 0,0 0 0,0 0-1,0 4 1,3 12 29,1-7-13,-2-8-14,-1 0 1,0 0-1,0 0 1,0 0-1,0 0 1,0 0-1,0 5 1,-1-7-5,0 0 1,0 0-1,0 0 1,0 0-1,0 0 1,0 0 0,0 0-1,1 0 1,-1 0-1,0 0 1,1 0-1,-1 0 1,1 0-1,-1 0 1,1 0-1,0-1 1,-1 1-1,1 0 1,0 0-1,0 0 1,-1-1-1,1 1 1,2 1-1,-2-2 0,-1 1 0,1-1-1,0 1 1,0-1 0,0 1 0,-1 0-1,1 0 1,0-1 0,-1 1-1,1 0 1,-1 0 0,1 0 0,-1-1-1,1 1 1,-1 0 0,0 0-1,1 0 1,-1 0 0,0 0-1,0 0 1,0 0 0,0 0 0,0 1-1,1 0 1,-1 0-1,1-1 1,-1 1-1,1-1 0,0 1 1,0-1-1,0 0 1,0 1-1,0-1 1,0 0-1,0 0 0,1 1 1,-1-1-1,0 0 1,1 0-1,-1 0 1,1 0-1,-1-1 0,1 1 1,-1 0-1,1-1 1,2 2-1,2 1-2,-3-2-1,-1-1 0,0 1 0,0 0 0,0-1 0,0 0-1,1 1 1,-1-1 0,0 0 0,1 0 0,-1 0 0,0 0 0,0 0-1,3-1 1,4 0 1,32 9-357,-16-8-592,-12 0 72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8.0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63 0 320,'3'0'785,"29"0"447,-31 0-1227,-1 0 0,0 1 0,1-1 0,-1 0 0,0 0 0,0 0 0,0 0-1,1 0 1,-1 0 0,0 1 0,0-1 0,1 0 0,-1 0 0,0 0 0,0 0 0,0 1 0,0-1 0,1 0 0,-1 0-1,0 1 1,0-1 0,0 0 0,0 0 0,0 1 0,0-1 0,0 0 0,0 0 0,0 1 0,0-1 0,0 0 0,0 0 0,0 1-1,0-1 1,0 0 0,0 0 0,0 1 0,0-1 0,0 0 0,0 0 0,0 1 0,-1 1 31,1 353 889,1-354-934,-1 0-1,0 0 1,0 1-1,0-1 1,-1 0 0,1 0-1,0 1 1,0-1-1,-1 0 1,1 0-1,-1 0 1,1 1-1,-1-1 1,0 0-1,1 0 1,-1 0 0,-1 1-1,0-1-29,1 0 0,-1 0 0,0 0 0,0 0 0,0-1 0,0 1 0,0 0 0,0-1 0,0 0 0,0 1 0,0-1 0,0 0 0,-1 0 0,-2 0 0,-39 0-1183,27 0 531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8.3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62 832,'16'0'737,"8"0"-289,-9 0-192,24 0-96,-15-8-32,15-4 48,-15 4-64,15 8-32,0-13-64,-23 5 16,23 8-32,-16-12-16,16 12 16,-23 0-160,8 0-96,-1 0-192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9.2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1 106 144,'0'-2'430,"0"1"-388,0 0 0,0 0 0,1 0 0,-1 0 0,1 0 1,-1 1-1,1-1 0,-1 0 0,1 0 0,-1 1 1,1-1-1,0 0 0,-1 1 0,1-1 0,0 0 0,0 1 1,-1-1-1,1 1 0,0-1 0,0 1 0,0-1 1,0 1-1,0 0 0,0-1 0,2 1 0,-3 0-21,1-1-6,-1 1 0,1 0 0,-1-1 0,0 1-1,1 0 1,-1-1 0,0 1 0,1 0-1,-1-1 1,0 1 0,1-1 0,-1 1-1,0-1 1,0 1 0,1-1 0,-1 1 0,0-1-1,0 1 1,0 0 0,0-1 0,0 1-1,0-1 1,0 1 0,0-2 0,1-1 24,9-15 19,-10 18-56,1-1 1,-1 1-1,0-1 0,0 0 0,1 1 0,-1-1 0,0 1 1,1-1-1,-1 1 0,1-1 0,-1 1 0,1 0 0,-1-1 0,1 1 1,-1-1-1,1 1 0,-1 0 0,1-1 0,-1 1 0,1 0 1,0 0-1,-1-1 0,1 1 0,-1 0 0,1 0 0,1 0 0,6-3 23,-2-8 10,-6 10-32,1 0-1,-1 0 1,0 0-1,0 1 0,1-1 1,-1 0-1,1 0 1,-1 0-1,1 0 0,-1 1 1,1-1-1,0 0 1,-1 0-1,1 1 0,0-1 1,0 1-1,-1-1 1,1 1-1,0-1 1,0 1-1,0-1 0,1 0 1,23-8 47,-22 8-46,-1 1 0,1-1 0,0 1 0,0-1 0,0 1 0,-1 0 0,1 0 0,0 0 0,0 0 0,3 1 0,16 0 80,-14-2-57,-7 1-21,1 0-1,-1-1 1,1 1 0,-1 0 0,1 0-1,-1 0 1,1 0 0,0 0 0,-1 0-1,1 0 1,-1 1 0,1-1 0,-1 1-1,1-1 1,-1 1 0,1-1 0,-1 1-1,0-1 1,1 1 0,-1 0 0,0 0 0,0 0-1,1 0 1,-1 0 0,1 1 0,0 2 5,0-1 0,-1 0-1,1-1 0,-1 1 1,0 0-1,0 0 0,0 0 1,0 0-1,-1 0 0,1 0 1,-1 5-1,0-4-2,1 1-1,-1-1 1,1 0 0,0 0-1,0 0 1,1 0 0,-1 0 0,3 3-1,-2-3 6,0 1 0,0-1 0,0 0 0,-1 1 1,0-1-1,0 1 0,0-1 0,-1 6 0,1-3 3,0 0 1,0 0-1,0 0 0,4 7 1,-3-8-4,-1 0 1,1 1-1,-1-1 1,0 7-1,-1 70 104,0-81-114,0 0 0,0 0-1,0 0 1,-1-1 0,1 1-1,-1 0 1,1 0 0,-1 0-1,0-1 1,0 1 0,-2 3-1,-2 4 9,4-7-10,1 0 1,-1 0-1,0 0 0,0 0 0,0 0 0,0-1 0,0 1 1,0-1-1,-1 1 0,1 0 0,0-1 0,-1 0 1,0 1-1,1-1 0,-1 0 0,-2 1 0,-16 13 19,14-10-14,2-1-4,0-1 0,0 1 1,-1-1-1,1 0 1,-1 0-1,0 0 0,0 0 1,0-1-1,-11 4 1,9-5-3,7-1 1,-1-1-1,1 1 1,-1 0-1,1 0 0,-1 0 1,0 0-1,1 0 1,-1 1-1,1-1 0,-1 0 1,1 0-1,-1 0 1,1 0-1,-1 1 0,1-1 1,-1 0-1,1 0 1,-1 1-1,1-1 0,-1 0 1,1 1-1,0-1 1,-1 0-1,1 1 0,0-1 1,-1 0-1,1 1 1,0-1-1,-1 1 0,1-1 1,0 1-1,0-1 1,0 1-1,0-1 0,-1 1 1,1-1-1,0 1 1,0 1 9,1-2-44,1 0 34,-1 0 1,0-1-1,0 1 0,0 0 1,0-1-1,1 1 0,-1-1 1,0 1-1,0-1 0,0 0 1,1 0-1,4-3 4,11-2-4,-1 0 0,0 0 0,16-10 0,28-5 5,-33 13-23,-25 8 18,-1-1 1,1 1 0,0 0 0,-1-1 0,1 1-1,0-1 1,-1 1 0,1-1 0,-1 0 0,1 0-1,-1 1 1,1-1 0,-1 0 0,0 0 0,3-3 0,-3 4-1,0-1 1,0 0 0,0 0 0,0 0 0,0 1 0,0-1 0,0 0 0,1 1 0,-1-1-1,0 1 1,1-1 0,-1 1 0,0 0 0,1-1 0,-1 1 0,3 0 0,24 0-22,-18 0 0,-6 0-62,-4-11-1347,0 2 777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29.8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0 544,'0'0'1169,"0"2"-913,0 394 1065,0-395-1320,0 0 1,0 0 0,0 0 0,0 1 0,0-1 0,1 0 0,-1 0 0,1 0 0,-1 0 0,1 1 0,-1-1 0,1 0 0,-1 0 0,1 0 0,0 0 0,0 0-1,0-1 1,0 1 0,-1 0 0,3 1 0,4 6 6,10 24 37,-15-23-31,-2-9-13,0 1-1,0-1 1,0 1 0,0-1-1,0 1 1,0-1 0,0 1-1,0-1 1,0 1-1,0-1 1,0 0 0,1 1-1,-1-1 1,0 1 0,0-1-1,1 1 1,-1-1-1,0 0 1,1 1 0,-1-1-1,0 1 1,1-1 0,0 1-1,5 0 5,-5-1-6,-1 0 1,1 0 0,-1 0-1,1 0 1,-1 0 0,1 0-1,-1 0 1,1 0 0,-1 0-1,1 1 1,-1-1 0,1 0-1,-1 0 1,0 0 0,1 1-1,-1-1 1,1 0 0,-1 1-1,0-1 1,1 0 0,-1 1-1,1-1 1,-1 0 0,0 1-1,0-1 1,1 0 0,-1 1-1,0-1 1,0 1 0,1-1-1,-1 1 1,0-1 0,0 0-1,0 1 1,0-1 0,0 1-1,1 0 2,0-1 1,0 1-1,0-1 0,-1 0 0,1 0 1,0 1-1,0-1 0,0 0 0,0 0 1,0 0-1,0 0 0,0 0 0,-1 0 1,1 0-1,2-1 0,-2 1 1,1 1-3,0-1 0,0 0 1,0 0-1,-1 0 1,1-1-1,0 1 1,0 0-1,0-1 1,-1 1-1,1-1 0,0 0 1,0 1-1,-1-1 1,1 0-1,-1 0 1,1 0-1,-1 0 0,3-2 1,-3 2 1,-1 0 0,1 1-1,-1-1 1,1 1 0,-1-1 0,1 1 0,-1-1 0,1 1-1,-1-1 1,1 1 0,0-1 0,-1 1 0,1 0-1,0-1 1,-1 1 0,1 0 0,0-1 0,0 1 0,-1 0-1,2 0 1,9-4 3,-9 2-5,-1 1 1,1 0-1,-1-1 0,1 1 0,-1-1 0,0 1 1,0-1-1,0 0 0,2-2 0,-3 3 1,0 0-1,1 1 1,-1-1-1,0 0 1,1 0-1,-1 1 0,1-1 1,-1 0-1,1 1 1,-1-1-1,1 1 1,0-1-1,-1 1 1,1-1-1,0 1 1,-1-1-1,1 1 1,0-1-1,0 1 1,-1 0-1,1 0 0,0-1 1,1 1-1,6-4-4,-5-11 5,-3 14 0,0 0 0,0 0 0,0 0 0,0 0 0,0 1 0,1-1 0,-1 0 0,0 0 0,1 0 0,-1 1 0,0-1 0,1 0 0,-1 0 0,1 1 0,-1-1 0,1 0 0,0 1 0,0-1 0,0 0 0,0 0-1,-1 0 1,1 1 0,0-1-1,-1 0 1,1 0 0,-1 0 0,1 0-1,-1 0 1,1 0 0,-1 0-1,0 0 1,1 0 0,-1 0-1,0 0 1,0 0 0,0 0 0,0-1-1,0-110-73,0 111 73,0 0 1,0 0 0,0 0-1,-1 0 1,1 0 0,0 0-1,-1 0 1,1 0 0,-1 0 0,1 0-1,-1 0 1,1 1 0,-1-1-1,0 0 1,0 0 0,1 0-1,-1 1 1,0-1 0,0 0 0,0 1-1,0-1 1,0 1 0,0-1-1,0 1 1,0-1 0,0 1 0,0 0-1,0-1 1,0 1 0,0 0-1,0 0 1,-2 0 0,-4-1-4,-1 0 0,0 1 0,-11 1 0,9-1 0,-26 0 4,35 0 0,0 1 0,0-1 1,0 0-1,0 0 0,0 0 0,1 0 0,-1 1 0,0-1 0,0 0 1,0 1-1,0-1 0,1 1 0,-1-1 0,0 1 0,0-1 0,1 1 1,-1-1-1,-1 2 0,-2 2-3,2-3 4,-1 1 0,1-1-1,0 1 1,0 0 0,0 0 0,0 0-1,0-1 1,0 2 0,1-1-1,-1 0 1,1 0 0,-2 3 0,-6 9 3,8-11-11,0-1 0,0 0 0,1 1 0,-1-1 0,1 1 0,-1-1 0,1 1 0,0-1 0,0 1 0,0-1 0,2 5 1,-2 0-58,0 13-494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0.6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0 129 464,'0'-2'686,"0"-124"1136,17 126-1798,-8 0-23,24 0 22,-32-1-22,0 1 0,0 0 0,-1 0 1,1 0-1,0 1 0,0-1 0,-1 0 0,1 0 0,0 0 1,0 0-1,-1 1 0,1-1 0,0 0 0,-1 0 0,1 1 1,0-1-1,-1 1 0,1-1 0,-1 1 0,1-1 1,-1 1-1,1-1 0,-1 1 0,1-1 0,-1 1 0,1-1 1,-1 1-1,0 0 0,1-1 0,-1 1 0,1 1 0,-2-1 1,2 0-1,-1 1 1,0-1-1,0 0 0,0 0 1,1 1-1,-1-1 0,0 0 1,1 0-1,-1 0 1,1 1-1,0-1 0,-1 0 1,1 0-1,1 1 1,-1-1-1,0 1-1,0-1 1,0 0 0,-1 0 0,1 0 0,0 1 0,-1-1 0,1 0 0,-1 1 0,0-1 0,1 0 0,-1 1 0,0-1 0,0 0 0,0 3 0,0 139 137,1-141-138,0 0 0,0 0 0,0 0-1,0 0 1,1-1 0,-1 1-1,0-1 1,1 1 0,0-1-1,-1 1 1,1-1 0,0 0-1,0 0 1,-1 0 0,4 2 0,31 14 20,-24-12-19,0 0-1,-1 0 0,1 1 0,11 9 0,-14-10-1,0 0 6,-8-4-2,0-1 0,1 1 0,-1 0 0,0 0 0,0 0 0,0-1 0,0 1 0,0 0 0,0 0 0,0 0 0,0 0 0,0 1 0,-1-1 0,1 0 0,0 0 0,-1 0 0,1 2 0,0-1 2,1 0 0,-1 0 0,0-1 0,1 1 0,-1-1 0,1 1 0,0-1-1,0 1 1,3 1 0,9 9 58,-11-8-28,-1 0-1,0 0 1,1 0-1,-1 0 0,-1 0 1,1 0-1,-1 1 1,0-1-1,0 1 1,0 4-1,-1 54 260,0-61-293,0 0 1,0-1 0,-1 1 0,1 0 0,-1 0 0,1 0 0,-1 0-1,0 0 1,0-1 0,0 1 0,0 0 0,0-1 0,0 1 0,0-1 0,-1 1-1,1-1 1,-1 0 0,1 1 0,-1-1 0,1 0 0,-1 0 0,-2 1 0,-6 3-10,0 0 1,0-1-1,-13 4 1,-17 7-156,33-13 34,1 1 0,-1-1-1,0-1 1,0 1 0,0-1 0,1 0-1,-1-1 1,0 1 0,-14-2 0,6 1-574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1.1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54 176,'0'-31'1982,"4"27"-1848,2 1-108,1 1 0,0-1 1,-1 1-1,1 0 0,0 1 0,0 0 1,9-1-1,56 0 202,-69 2-223,0-1 5,-1 1 0,1 0 0,-1 0 0,1 0 0,-1 1 0,1-1 0,-1 1 0,1-1 1,-1 1-1,1 0 0,-1-1 0,0 1 0,1 0 0,-1 1 0,0-1 0,0 0 0,0 1 0,0-1 1,0 1-1,0-1 0,-1 1 0,1 0 0,0 0 0,-1 0 0,1 0 0,-1 0 0,0 0 1,0 0-1,0 0 0,0 0 0,0 0 0,0 4 0,32 56 366,-23-15-103,-8-34-176,1 1 0,5 16-1,8 0 96,-11-11-63,-4-16-94,0 1 0,0 0 0,0 0 0,1-1 0,-1 1 0,1-1-1,0 1 1,3 3 0,12 22 197,-13-21-159,0-1 0,0 0 0,1 0 1,5 7-1,5 5 31,-14-18-97,-1 0 0,1 0 0,0-1 0,0 1 0,0 0 0,0 0 1,0 0-1,0-1 0,1 1 0,-1-1 0,0 1 0,0-1 0,0 1 0,1-1 1,-1 0-1,0 1 0,1-1 0,-1 0 0,0 0 0,2 0 0,36 0-107,-21-1-224,39 0-1399,-37-6 266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4.1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0 219 64,'0'0'424,"4"0"-101,16 0 1825,36 0-2044,143 0-35,-199 0-66,1 0-1,0 0 1,0-1-1,0 1 0,-1 0 1,1 0-1,0 0 1,0-1-1,0 1 1,-1 0-1,1 0 1,0-1-1,0 1 1,-1-1-1,1 1 1,0-1-1,-1 1 1,2-2-1,3-2 2,16 0-6,0 0 1,0 2-1,1 0 1,-1 1-1,39 3 1,-6-1 63,444-1 178,-487-1-238,0 0 0,18-4 0,13 0 0,243 5 230,-194-9-138,-87 9-91,0 0 1,-1 0 0,1-1 0,0 1 0,0-1-1,-1 0 1,5-2 0,-4 2-4,-1 0 1,1 0 0,-1 0-1,1 0 1,-1 1-1,1-1 1,4 1-1,529 0 497,-534 0-493,0 0 1,0 0-1,0-1 0,0 1 1,0-1-1,0 0 1,0 0-1,0 0 1,-1 0-1,5-2 0,17-6 57,1 5-20,-15 3-16,0 0 0,0-1 0,11-3 0,-8 2-17,0 0 0,0 1-1,0 1 1,1 0-1,25 1 1,15 0-30,-50 0 36,13 0-1,-11 0-11,-1 0 0,1-1 1,-1 1-1,1-1 0,-1 0 0,1 0 0,-1-1 0,0 1 0,6-4 0,4-3 19,-10 5-20,-1 1 0,0-1 1,1 1-1,0 0 0,-1 0 0,1 1 0,0-1 0,0 1 1,0 0-1,0 0 0,9 0 0,-11 1-4,-1 0 1,0-1-1,1 1 0,-1 0 1,1-1-1,-1 1 0,0-1 1,1 1-1,-1-1 0,0 0 1,0 0-1,0 0 0,4-3 1,-3-2 16,0 3-12,4 2 0,0 1 0,-1-1 0,1 1 0,9 1 0,2-1 9,15 0-27,-32 0 16,0 0 0,0 0 0,-1 0-1,1 0 1,0 0 0,0-1 0,0 1 0,-1 0-1,1 0 1,0-1 0,0 1 0,-1 0 0,1-1-1,0 1 1,-1-1 0,1 1 0,0-1 0,0 0-1,5-3 10,3 2-3,0 1-1,1 0 0,-1 0 0,0 1 0,17 2 0,4-1-1,387-1-25,-340-7 45,-40-1 9,-12 1-15,-21 6-14,0-1 0,0 1 0,0-1 0,0 0 0,0 0 0,-1 0 0,5-3 0,-1 3-90,8 2-247,-11-2-297,-4-5-312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5.1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0 208,'0'0'2468,"0"2"-2377,0 39 130,0-40-217,0 0 1,0 0-1,0-1 0,0 1 0,0 0 1,0 0-1,-1 0 0,1 0 1,0 0-1,0 0 0,-1-1 0,1 1 1,-1 0-1,1 0 0,-1 0 1,1-1-1,-1 1 0,1 0 0,-2 0 1,-4 7 26,3 13 55,4-19-77,-1 1-1,0-1 0,0 0 0,-1 1 0,1-1 1,0 1-1,-1-1 0,0 0 0,-1 4 0,-8 9 4,7-11-5,0-1 0,0 1 0,1 0 0,-1 0 0,1 0 0,0 0 0,1 1 0,-1-1 0,1 0 0,-2 8 0,3 48 51,0-59-58,0-1-1,0 1 1,0 0-1,1 0 1,-1 0-1,0 0 1,0 0-1,1-1 1,-1 1-1,1 0 1,-1 0-1,0 0 1,1-1-1,0 1 1,-1 0-1,1-1 1,-1 1-1,1 0 1,1 0-1,2 3 3,-3-3-1,-1 0 0,1-1 0,-1 1 0,1-1 0,-1 1 0,1 0 0,0-1 0,-1 1 0,1-1 0,0 1 0,0-1-1,-1 0 1,1 1 0,0-1 0,0 0 0,0 1 0,-1-1 0,1 0 0,0 0 0,0 0 0,0 0 0,0 0 0,0 0 0,-1 0 0,1 0 0,2 0 0,18 2 5,-11 1-3,-1-1 0,1 0-1,0 0 1,0-1 0,-1-1-1,12 0 1,62 0 53,-80 1-57,0-2 0,0 1 1,0 0-1,0-1 0,0 1 0,0-1 1,0 0-1,0 0 0,0 0 1,-1 0-1,1 0 0,0-1 0,-1 1 1,1-1-1,-1 1 0,1-1 0,3-4 1,-3 3 1,0 0 1,0 0 0,1 0 0,-1 1-1,1-1 1,0 1 0,7-4 0,15-10-14,-25 13 14,0 0-1,0 1 0,0-1 1,0 0-1,-1 0 0,1 0 1,-1 0-1,0 0 1,0 0-1,0 0 0,0 0 1,-1-4-1,0-2 3,1 9-4,1 0 1,-1-1-1,0 1 0,1 0 1,-1 0-1,1 0 1,-1-1-1,1 1 1,-1 0-1,0 0 1,1 0-1,-1 0 0,1 0 1,-1 0-1,1 0 1,-1 0-1,1 0 1,-1 0-1,1 0 1,-1 0-1,1 0 0,-1 0 1,0 0-1,1 0 1,-1 0-1,1 1 1,-1-1-1,1 0 1,-1 0-1,0 1 0,1-1 1,-1 0-1,0 0 1,1 1-1,0 0 1,-1 0 7,0 1 1,0-1 0,1 0-1,-1 1 1,1-1-1,-1 1 1,1-1 0,-1 0-1,1 1 1,0-1 0,0 0-1,0 1 1,0-1 0,0 0-1,0 0 1,0 0-1,0 0 1,3 2 0,-1-1 16,-2-1-14,-1 0-1,1-1 1,0 1 0,-1 0-1,1 0 1,-1-1 0,0 1-1,1 0 1,-1 0 0,0-1-1,1 1 1,-1 0 0,0 0-1,0 0 1,0 0 0,0 0-1,0-1 1,0 1 0,0 0-1,0 1 1,1 7 83,5-5 33,-5-4-120,-1 1 1,1-1-1,-1 0 1,0 0-1,1 0 0,-1 1 1,1-1-1,-1 0 0,0 0 1,1 1-1,-1-1 1,0 0-1,0 1 0,1-1 1,-1 1-1,0-1 1,0 0-1,1 1 0,-1-1 1,0 1-1,0-1 1,0 0-1,0 1 0,0-1 1,0 1-1,0-1 1,0 1-1,0-1 0,0 0 1,0 1-1,0-1 1,0 1-1,0 0 0,0 122 778,0-123-824,0 1 1,0 0-1,0 0 1,1 0 0,-1 0-1,0-1 1,1 1-1,-1 0 1,0 0-1,1-1 1,-1 1 0,1 0-1,-1 0 1,1-1-1,0 1 1,-1-1-1,1 1 1,0 0 0,-1-1-1,1 1 1,0-1-1,0 0 1,0 1-1,-1-1 1,1 0 0,0 1-1,0-1 1,2 0-1,-2 1-74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7.1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41 48,'5'0'-6,"0"0"147,0 0 0,1 0 0,-1 0-1,1 1 1,-1 0 0,1 0 0,-1 0 0,7 2 0,-11-2-104,0-1 0,0 1 0,0-1 1,0 0-1,0 1 0,0-1 0,0 0 0,0 0 0,0 0 1,0 0-1,0 0 0,0 0 0,1 0 0,-1 0 0,0 0 1,2-1-1,1 1 35,42 1 176,-32 0-235,1-1 0,0 0 0,-1-1 0,1 0 0,0-1 0,26-7 0,-22 3-9,-14 3 3,0 1-1,0 1 1,0-1 0,0 1-1,1 0 1,7-1 0,-12 2-6,1 0-1,-1 0 1,1-1 0,-1 1 0,0 0 0,1-1 0,-1 1 0,0 0-1,1-1 1,-1 0 0,0 1 0,0-1 0,1 0 0,0 0-1,-1 0 4,-1 1-1,1-1 1,0 1-1,0-1 1,0 1-1,0-1 1,0 1-1,0 0 1,0-1-1,0 1 1,0 0-1,0 0 1,1-1-1,-2 1 2,1 0-1,-1 0 0,0 0 1,0 0-1,0 0 1,0 0-1,1 0 1,-1 0-1,0-1 1,0 1-1,0 0 0,0 0 1,0 0-1,1 0 1,-1 0-1,0-1 1,0 1-1,0 0 1,0 0-1,0 0 1,0-1-1,0 1 0,0 0 1,0 0-1,0 0 1,0-1-1,0 1 1,0 0-1,0 0 1,0 0-1,0 0 0,0-1 1,0 1-1,0 0 1,0 0-1,0 0 1,0-1-1,0 1 1,0 0-1,0 0 0,-1 0 1,1 0-1,0-1 1,0 1-1,0 0 1,0 0-1,0 0 1,-1 0-1,1 0 0,0 0 1,0 0-1,0-1 1,-1 1-1,-179 0 44,87 8-21,58-8-51,33 0 32,-2 0-8,-12 0 32,12 0 176,8 0-171,287 0 179,-288 0-143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7.9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0 192,'-16'0'2700,"19"0"-2583,210 0 500,-209 0-633,-28 0-1729,1 0 904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8.5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0 432,'0'221'2212,"0"-221"-2211,0 1 1,0 0 0,0 0-1,0 0 1,0-1 0,0 1-1,0 0 1,1 0-1,-1 0 1,0-1 0,0 1-1,1 0 1,-1 0-1,1-1 1,-1 1 0,1 0-1,-1-1 1,1 1-1,-1-1 1,1 1 0,-1 0-1,1-1 1,1 1-1,-2-1-1,1 1-1,-1-1 0,1 0 0,-1 1 1,1-1-1,-1 1 0,0-1 0,1 1 1,-1-1-1,0 1 0,1-1 0,-1 1 1,0-1-1,1 1 0,-1-1 0,0 1 1,0-1-1,0 1 0,0-1 0,0 1 1,1 0-1,-1 0 0,0 1 25,3-2-10,-2 0-14,1 0 1,-1 0 0,1 0-1,0 0 1,0 0 0,0-1 0,0 1 0,0 0 0,0-1 0,-1 1 0,1-1 0,0 1 0,0-1 0,-1 0 0,1 0 0,-1 0 0,3-1 0,-3 1-1,0 0 0,0 0 0,0 0 1,0 0-1,0 0 0,0 0 0,0 0 1,0 0-1,1 1 0,-1-1 1,0 0-1,0 1 0,1-1 0,-1 1 1,0 0-1,1-1 0,1 1 0,13-6 14,-13 5-8,-2 1-8,0 0 1,1 0 0,-1 0 0,0 0 0,0-1 0,1 1 0,-1 0 0,0-1-1,0 1 1,1 0 0,-1-1 0,0 1 0,0-1 0,0 0 0,2-1-1,-2 2 2,0-1 0,0 0 0,0 1 0,0-1 0,0 1 0,0-1 0,0 1 0,0 0 0,0-1 0,0 1 0,1 0 0,-1 0 0,0-1 0,0 1 0,2 0 0,61 0 11,-61 1-11,-1-1 0,1 0 0,-1 1 0,1-1 0,-1 1 0,0 0 0,1 0 0,-1 0 0,0 0 0,0 0 0,0 0 0,3 2 0,-4-2-2,0 0 1,-1-1 0,1 1 0,0 0 0,0-1-1,0 1 1,0 0 0,0-1 0,0 1 0,0-1-1,0 0 1,0 1 0,0-1 0,2 1 0,4 1-5,10 12 16,-15-8 3,-1 1 0,0-1 0,0 1 0,-1-1 0,0 1-1,-1 7 1,0 5 28,1-15-31,0-3-2,1 1-1,-1-1 1,0 0-1,0 1 0,0-1 1,0 1-1,-1-1 1,1 1-1,0-1 1,0 0-1,-1 1 0,1-1 1,-1 0-1,0 1 1,1-1-1,-1 0 1,0 0-1,0 1 0,0-1 1,0 0-1,0 0 1,0 0-1,0 0 0,0 0 1,0 0-1,-3 1 1,-59 28 138,56-26-141,0-1-1,-1 0 1,0-1-1,0 0 1,0 0-1,0 0 1,-13 0-1,-60-1 41,46-2-51,34 0-37,0 0-1,1 0 1,-1-1-1,1 1 1,0 0-1,0 0 1,-1 0-1,1-1 1,0 1-1,0 0 1,0 0-1,0-1 1,0 1-1,1-1 1,-1-1-119,0-16-739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9.1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 71 368,'-7'0'229,"5"1"-133,0-1 0,0 0 0,1 0 0,-1 0 0,0 0 0,0-1 1,0 1-1,0 0 0,1-1 0,-1 1 0,0-1 0,-2 0 0,3 0-43,0-1 0,1 1-1,-1 0 1,0-1 0,1 1 0,-1-1-1,1 1 1,-1 0 0,1-1-1,0 1 1,-1-1 0,1 1 0,0-1-1,0 1 1,0-1 0,1-1 0,-1-27 37,4 26-74,3 2-15,0 0 0,1 1 0,-1 0 0,0 0 0,1 1 0,-1-1 0,1 2 0,-1-1 0,9 2 1,-12-2-1,0 1 1,0 0 0,0-1 0,-1 1 0,1 1 0,0-1-1,-1 0 1,1 1 0,-1 0 0,1 0 0,-1 0 0,0 0 0,0 0-1,0 0 1,0 1 0,0-1 0,-1 1 0,5 5 0,8 11 18,-14-18-18,0-1-1,0 1 1,0 0-1,0 0 1,-1 0-1,1 0 1,0 0-1,0 0 1,-1 0-1,1 0 1,-1 0-1,1 1 1,-1-1-1,0 0 1,1 0-1,-1 0 1,0 0-1,0 1 1,0-1-1,0 0 1,0 2-1,0 141 202,0-142-196,0 1 0,-1-1-1,1 0 1,-1 1 0,1-1 0,-1 1 0,0-1 0,0 0 0,0 0-1,0 1 1,0-1 0,-2 2 0,-5 10 8,2 4 14,5-14-18,-1-1-1,1 1 1,0 0 0,-1-1-1,0 1 1,0-1 0,-2 5 0,0-2-6,0 1 1,0-1 0,1 1-1,0 0 1,1 1 0,-2 7 0,3-12-6,-1 1 1,0 0 0,0 1 0,-1-1 0,1 0 0,-1 0 0,0 0 0,-6 6 0,6-7 1,-1 0 0,1 1 0,1 0 0,-1-1 0,1 1 0,-1 0 0,-1 5 0,-9 23 43,11-29-44,0 0 0,0 1 0,1 0 1,-1-1-1,1 1 0,0 0 0,0-1 0,1 1 0,-1 6 0,1-5-2,-1 0 1,1 0-1,-1 0 1,0 0 0,-4 9-1,3-10 8,1 1 0,0-1 0,0 1 1,0-1-1,-1 9 0,2-11 19,17-2-31,-7 0 4,-5 0 7,1 0 0,-1 0 0,1 0 0,0 0 0,-1-1 0,1 0-1,-1 0 1,0-1 0,1 1 0,8-5 0,8-5 6,-12 7-10,0-1-1,-1 0 0,1-1 0,-1 0 1,0 0-1,0-1 0,-1 0 1,9-10-1,-14 13-38,0 1 0,1 0 0,-1 0 1,1 0-1,3-2 0,-4 3 2,-1 0 0,1 0 0,-1 0 0,1 0 0,-1 0 0,0 0-1,3-5 1,2-11-381,-7 17 354,1 0-1,0 0 0,0 0 0,0 0 1,0 0-1,0 0 0,0 0 1,0 1-1,0-1 0,0 1 1,2-2-1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39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15 112,'56'0'2246,"-50"0"-2193,0 0 0,0-1 0,0 1 1,1-1-1,-1-1 0,0 1 0,8-4 0,-12 4-47,0 0-1,0 1 1,-1-1 0,1 1 0,0-1 0,0 1 0,0 0 0,0-1 0,0 1 0,0 0 0,0 0 0,0 0 0,0 1 0,3 0 0,9 0 43,-4-1-38,-7 0-6,-19 0-1902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0.0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 0 832,'0'229'1924,"0"-229"-1922,0 1 0,0-1-1,1 1 1,-1-1 0,0 1 0,0-1 0,1 1-1,-1-1 1,0 1 0,1-1 0,-1 0 0,0 1 0,1-1-1,-1 1 1,1-1 0,-1 0 0,1 1 0,-1-1-1,1 0 1,-1 0 0,1 1 0,0-1 0,19 7 20,-6-3-9,-12-3-11,1 0 0,-1-1-1,0 1 1,1-1 0,-1 1-1,1-1 1,-1 0 0,1 0-1,-1 0 1,1 0 0,-1-1-1,1 1 1,-1 0 0,0-1-1,4-1 1,25-13 6,-28 13-8,0 0 1,0 1-1,0-1 0,1 0 0,-1 1 0,1 0 1,-1 0-1,1 0 0,0 0 0,-1 0 0,7 0 1,113 1-9,-123 0 7,1 0 1,0 0-1,0 0 1,-1 0-1,1 0 1,0 0-1,-1 0 1,1 0-1,0 1 1,-1-1 0,1 0-1,0 0 1,-1 0-1,1 1 1,0-1-1,-1 0 1,1 1-1,-1-1 1,1 0-1,-1 1 1,1-1-1,-1 1 1,1-1-1,-1 1 1,1-1 0,-1 1-1,0-1 1,1 2-1,1 23 30,-2-15-26,0 80 141,0-88-138,0-1 0,0 1-1,0-1 1,-1 1-1,1-1 1,-1 1 0,1-1-1,-1 1 1,1-1-1,-1 0 1,0 1 0,0-1-1,0 0 1,0 0-1,0 1 1,0-1 0,0 0-1,0 0 1,0 0-1,-3 1 1,-2 4 18,-2 1 2,6-5-10,0 0-1,0 0 1,0 0-1,0 0 0,0 1 1,0-1-1,1 1 1,-2 3-1,2-4-4,-1 0-1,1 0 1,0 0-1,-1-1 1,1 1-1,-1 0 1,1-1-1,-1 1 1,0-1-1,0 0 1,1 1-1,-1-1 1,-4 1-1,-29 8 158,3-2-37,18-3-145,0-1 0,0-1 0,-1 0 0,0-1 0,1 0 0,-1-1 1,0-1-1,0 0 0,-16-3 0,13-4-445,-4-5-256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0.5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50 176,'0'0'392,"0"-9"755,-1 8-1108,1-1 0,0 1-1,0 0 1,0-1-1,1 1 1,-1 0-1,0-1 1,1 1 0,-1 0-1,0 0 1,1-1-1,0 1 1,-1 0 0,1 0-1,0 0 1,0-1-1,-1 1 1,3-2-1,-1 2-33,0 1 0,-1-1-1,1 0 1,0 0 0,0 1-1,-1-1 1,1 1-1,0-1 1,0 1 0,0 0-1,0 0 1,0 0 0,2 0-1,24-4 83,-24 3-80,0 0 0,1 0-1,-1 0 1,1 1 0,7 0 0,107 0 199,-92 3-158,-26-3-46,0 1 0,0-1 1,-1 0-1,1 0 0,0 1 0,-1-1 0,1 1 1,0-1-1,-1 1 0,1-1 0,-1 1 0,1-1 1,-1 1-1,1-1 0,-1 1 0,1-1 0,-1 1 1,0 0-1,1-1 0,-1 1 0,0 0 0,0-1 1,1 1-1,-1 0 0,0 0 0,0-1 0,0 1 0,0 1 1,0 0 5,0 0 0,1 0 0,-1 0 1,1 0-1,-1 1 0,1-1 0,0 0 0,0 0 1,2 3-1,-2-3-3,0 0 0,0 0-1,0 0 1,0 1 0,-1-1 0,1 0 0,0 0 0,-1 0 0,1 5-1,-1 183 362,-1-182-363,0 1-1,0 0 1,-4 11 0,3-11 4,0-1 0,0 1 1,0 13-1,2 71 81,0-93-87,0 1 0,0 0 0,0 0 1,0 0-1,0 0 0,1 0 0,-1 0 0,0-1 0,0 1 0,1 0 0,-1 0 1,1 0-1,-1-1 0,0 1 0,1 0 0,0 0 0,-1-1 0,1 1 1,-1 0-1,1-1 0,0 1 0,0-1 0,1 2 0,0-1 7,5 10 64,-5-9-74,0-1 0,1 0 0,-1 0 0,0 1 1,1-2-1,0 1 0,-1 0 0,1 0 0,0-1 1,-1 1-1,1-1 0,2 0 0,41 1-877,-32-1 56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1.8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1 165 800,'0'0'1145,"2"0"-942,15 0-93,-8 1-75,1-1 0,0 0 0,0-1 0,0 0 0,0 0 0,0-1 0,-1 0 1,1 0-1,-1-1 0,18-8 0,29-10 96,-48 18-111,0 0 1,0 1-1,0 0 1,1 1-1,-1 0 1,0 0-1,1 0 1,-1 1 0,1 1-1,12 1 1,-4-1-12,0-1 0,24-2 0,61-15-9,-30 13 72,-49 1-60,35-10 0,-57 12-12,4 0 3,0 1 0,0-1 0,0 1-1,10 0 1,15-1 15,102-25 97,-127 25-100,0 0-1,1 1 1,-1-1 0,0 1-1,9 1 1,-7 0-9,-1-1 1,0 0-1,1 0 0,-1 0 0,10-3 0,12-4 8,-18 4-6,0 1 1,0 0 0,20-2-1,297 4 38,-315-1-40,1 0 0,-1-1 0,13-4 0,-11 3 2,0 0-1,1 1 0,17-1 0,302 3 169,-330 0 64,-8 0-869,-14 0 39,1 0-405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3.0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181 95 144,'0'0'2529,"-3"2"-2465,1 0-49,-1 0-1,0 0 0,0 0 0,0-1 1,0 1-1,-1-1 0,1 1 1,0-1-1,-1 0 0,1 0 0,-1-1 1,1 1-1,-5 0 0,7-1-11,-1 0 0,1 0 0,0 0-1,0 0 1,0 0 0,0 1 0,-1-1-1,1 1 1,0-1 0,0 1 0,0-1 0,0 1-1,0-1 1,0 1 0,0 0 0,0 0-1,0 0 1,-1 1 3,1-2-5,1 0-1,0 0 0,0 0 1,0 0-1,-1 0 1,1 0-1,0 0 0,0 0 1,0 1-1,0-1 0,-1 0 1,1 0-1,0 0 1,0 0-1,0 0 0,0 0 1,0 1-1,-1-1 0,1 0 1,0 0-1,0 0 1,0 0-1,0 1 0,0-1 1,0 0-1,0 0 0,0 0 1,0 1-1,0-1 0,0 0 1,0 0-1,0 0 1,0 1-1,0-1 0,0 0 1,0 40 92,0-39-90,0 0-1,1 0 1,-1 0-1,1 0 1,-1-1-1,1 1 1,0 0 0,-1 0-1,1-1 1,0 1-1,-1 0 1,1-1-1,0 1 1,0 0-1,0-1 1,0 1 0,0-1-1,0 1 1,-1-1-1,1 0 1,0 1-1,0-1 1,0 0 0,0 0-1,1 0 1,-1 0-1,1 1 1,36 2 32,-35-3-33,-1 0 1,1 0 0,0 0-1,-1 1 1,1-1-1,-1 1 1,1 0 0,-1 0-1,4 1 1,-4-1 0,1 0 1,-1 0-1,1 0 1,-1-1-1,1 1 1,-1-1 0,1 1-1,0-1 1,3 0-1,8 0 7,1 0-1,0 1 1,0 1 0,25 5-1,-36-5-7,1-1-1,0 0 0,0 0 1,-1 0-1,1 0 0,9 0 1,25 3 2,-37-3-5,1 0 1,0 0-1,-1 0 1,1 0 0,-1 1-1,1-1 1,-1 1-1,0-1 1,4 4 0,5 3-2,1-4 7,-4 1 11,-6 11 6,-2-14-16,0 1 0,0-1 0,-1 0 0,1 1 1,-1-1-1,0 1 0,0-1 0,1 0 0,-2 0 0,1 1 0,0-1 1,0 0-1,-1 0 0,1 0 0,-1 0 0,0 0 0,1-1 1,-1 1-1,0 0 0,0-1 0,0 1 0,-1-1 0,-3 3 0,0-2 4,0 0-1,0 0 1,0 0-1,0 0 1,0-1 0,0 0-1,-1 0 1,1 0-1,-7-1 1,-52 8 14,-169-8 37,231 0-60,-1 0 1,0 0-1,0-1 0,1 1 0,-1-1 1,0 0-1,1 0 0,-1 0 0,-4-2 1,7 2-1,-1 0 0,1 0 0,0 0 1,-1 0-1,1 0 0,0 0 0,0 0 1,0 0-1,0 0 0,0 0 0,0-1 1,0 1-1,0 0 0,0-1 0,1 1 1,-1-1-1,1 1 0,-1-1 0,1 1 1,-1-1-1,1 1 0,0-1 0,0-2 1,0 1-4,0 0 1,0 0 0,0 0 0,0 1 0,1-1-1,-1 0 1,2-4 0,-1 6 0,0 0 0,0-1 0,0 1 0,0 0 0,1 0 1,-1 0-1,0-1 0,1 1 0,-1 1 0,1-1 0,-1 0 0,3-1 0,7-8 4,-1 0 2,-5 6-4,1 1-1,-1 0 1,1 0 0,0 0-1,0 1 1,0 0-1,6-2 1,35-14-6,-30 9-9,0 1 0,28-9 0,-32 10 16,13-3 12,-24 10-14,0-1 1,0 1 0,0-1 0,0 0 0,0 1-1,0-1 1,0 0 0,-1 0 0,1 0 0,0 0-1,0 0 1,-1-1 0,1 1 0,-1 0 0,1-1-1,-1 1 1,0-1 0,1 1 0,0-3 0,-2 3-1,1 1 0,-1-1 0,1 0 0,0 0 0,-1 1 0,1-1 0,-1 0 0,1 1 0,0-1 0,0 1 0,-1-1 0,1 1 0,0-1 0,0 1 0,0-1 0,0 1 0,0 0 0,1-1 0,5-1 2,-6 2-2,-1 0 1,0-1-1,1 1 0,-1-1 0,0 1 0,1 0 0,-1-1 0,0 1 0,1-1 1,-1 1-1,0 0 0,0-1 0,1 1 0,-1-1 0,0 1 0,0-1 0,0 1 1,0-1-1,0 1 0,0-1 0,0 1 0,0-1 0,0 1 0,0-1 0,0 1 1,0-1-1,0 1 0,0-1 0,-1 0 0,1 0 0,0 0 0,0 0 0,0 0 0,0 0 0,0 0-1,0 0 1,1 0 0,-1 0 0,0 0 0,0 0 0,1 0 0,0-1 0,0 0 0,1 0-1,-1 0 1,1-1 0,-1 1-1,0 0 1,0 0 0,0-1-1,0 1 1,-1-1-1,1 1 1,-1-1 0,1 1-1,-1-1 1,0-3 0,0-8 1,0-9 8,-1 22-9,1 1 0,0-1 0,0 1 1,-1-1-1,1 1 0,0-1 1,-1 1-1,1-1 0,-1 1 0,1-1 1,-1 1-1,1-1 0,-1 1 1,1 0-1,-1-1 0,1 1 0,-1 0 1,1-1-1,-1 1 0,0 0 1,1 0-1,-1 0 0,0-1 0,1 1 1,-1 0-1,0 0 0,1 0 1,-1 0-1,0 0 0,0 0 0,-59 0 27,56 1-29,0 0-1,0 0 1,0 0-1,0 1 1,0-1-1,0 1 1,0 0-1,1 0 1,-1 0-1,1 0 1,0 1-1,-6 5 1,-16 9-33,-14 9-311,30-22 174,8-4 151,1 0 0,0 0 0,-1 0 1,1 0-1,0 1 0,-1-1 0,1 0 0,0 0 0,-1 0 0,1 0 0,0 1 1,-1-1-1,1 0 0,0 0 0,-1 1 0,1-1 0,0 0 0,0 0 0,0 1 1,-1-1-1,1 0 0,0 1 0,0-1 0,0 0 0,0 1 0,-1-1 0,1 0 0,0 1 1,0-1-1,0 0 0,0 1 0,0-1 0,0 0 0,0 1 0,0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3.9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33 176,'3'0'480,"1"1"-332,0-1 0,0-1 0,0 1 0,0 0 0,0-1 0,-1 0 0,1 0 0,0 0 0,0 0 0,7-4 0,-5 3-31,2 2-74,0-1 0,0-1 1,0 1-1,11-4 0,-10 2-5,1 1 0,-1 0 0,1 0 0,16 0 0,39 2-561,-45 0-96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2:44.2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41 288,'0'0'1889,"24"0"-1457,-9 0-256,9 0-48,-8-12 48,7 4-48,1-5-47,-9 5-65,9 8 32,-9 0-16,9 0-64,-8 0-81,7 0-111,-7 8-192,-16 5-640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3.1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48,'0'58'2286,"0"-56"-1736,0-2-545,0 1 1,0-1-1,0 0 0,-1 1 1,1-1-1,0 0 0,0 1 1,0-1-1,0 0 0,0 1 1,0-1-1,0 1 0,0-1 1,0 0-1,0 1 0,0-1 1,0 1-1,1-1 0,-1 0 1,0 1-1,0-1 0,0 0 1,0 1-1,1-1 0,-1 0 1,0 1-1,0-1 0,1 0 1,-1 0-1,0 1 0,0-1 1,1 0-1,0 1 0,134-1 195,-127 0-198,1 1-1,-1 0 0,0 0 0,0 1 0,14 5 0,10 2-21,-30-8 19,1-1 0,-1 1-1,0 0 1,0 0 0,0 1 0,0-1 0,0 0-1,-1 1 1,4 1 0,7 7 8,12-2 1,-21-8-6,-1 1 0,1-1 0,-1 1 0,1 0-1,-1 0 1,0 0 0,1 0 0,-1 0 0,0 0-1,0 1 1,0-1 0,4 4 0,-4-3-5,1 0 0,0 0 0,-1 0 0,1 0 0,0 0 0,0-1 0,0 1 0,4 1 0,-6-2 5,0 0-1,-1 0 1,1 0 0,-1 0-1,1 0 1,-1 0-1,0 0 1,1 0 0,-1 0-1,0 0 1,0 1 0,0-1-1,0 0 1,0 0-1,0 0 1,0 0 0,0 1-1,-1 1 1,1-2 2,0 109 12,0-107-12,0 1 1,-1-1 0,1 0-1,-1 1 1,0-1 0,0 0-1,0 0 1,-1 0 0,1 1-1,-1-2 1,-1 5 0,-2 1 3,4-6-3,1 0-1,-1 1 1,0-1 0,1 1-1,-1-1 1,1 1 0,0-1 0,0 1-1,0-1 1,0 6 0,1-5-3,-1 0 1,0 0-1,0 0 1,0-1-1,-1 1 1,1 0-1,-2 4 1,-1 3-1,1-7 1,1 1 1,0-1-1,0 1 1,0-1-1,0 1 0,0-1 1,1 6-1,0-6-2,0-1 0,-1 1 0,1-1 0,0 1 1,-1-1-1,0 1 0,1-1 0,-1 0 0,0 1 0,0-1 0,-1 0 0,-1 4 0,2-4 2,-1 0 0,1 0 0,0 0 0,0 0 0,0 1 0,0-1 0,1 0 0,-1 1 0,0-1 0,1 1 1,0-1-1,0 4 0,-1-2 4,1-1 0,0 1 0,-1-1-1,0 1 1,0-1 0,-2 7 0,1-7-4,1 1-1,0 0 0,0 0 0,0 0 0,0-1 0,0 9 1,2-11-3,-1-1 1,0 1-1,0 0 1,0-1-1,0 1 1,0 0-1,0-1 1,0 1-1,0-1 1,-1 1-1,1 0 1,0-1-1,0 1 1,0-1-1,-1 1 1,1 0-1,0-1 1,-1 1 0,1-1-1,0 1 1,-1-1-1,1 1 1,-1-1-1,1 1 1,-1-1-1,1 0 1,-1 1-1,1-1 1,-1 0-1,1 1 1,-1-1-1,1 0 1,-1 1-1,0-1 1,1 0-1,-1 0 1,0 0-1,-4 2 7,4-2-6,1 1 0,0-1-1,-1 0 1,1 1 0,0-1 0,-1 1-1,1-1 1,0 1 0,-1-1-1,1 1 1,0-1 0,0 1-1,0-1 1,0 1 0,-1-1-1,1 1 1,0-1 0,0 1 0,0-1-1,0 1 1,0 0 0,-1 6-43,-1-6 17,1 1 1,-1 0-1,0-1 0,0 0 1,0 1-1,0-1 1,-3 2-1,-9 6-136,2 0-16,9-7 95,1 0 0,-1 1 0,0-1 0,1 0 0,0 1 0,0-1 0,-1 1 0,1 0-1,-3 5 1,5-6 29,-1-1-1,0 0 1,1 1-1,-1-1 0,0 0 1,0 0-1,0 0 1,0 0-1,0 0 1,0 0-1,-3 2 0,3-3-20,-1 1 1,0-1-1,1 1 0,-1-1 0,0 0 0,1 1 0,-1-1 0,0 0 0,-3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3.4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0 171 304,'4'0'793,"2"0"-534,2 0-169,0 1 0,0-2 1,0 1-1,-1-1 1,1 0-1,0 0 1,0-1-1,-1 0 1,1-1-1,-1 1 1,10-6-1,-6 2-60,-1 1-1,1 0 1,0 0-1,15-3 0,-16 5-11,-1 0 0,0 0-1,0-1 1,0 0 0,15-10 0,-17 8-19,1-1 1,0 1 0,0 1-1,0 0 1,1 0 0,0 0-1,0 1 1,19-6 0,-5 0-46,-11 4-28,21-9-828,-33 15 879,1-1-1,-1 1 1,0 0-1,0 0 1,0 0 0,1 0-1,-1 0 1,0-1-1,0 1 1,0 0 0,0 0-1,1 0 1,-1-1-1,0 1 1,0 0 0,0 0-1,0 0 1,0-1-1,0 1 1,1 0 0,-1 0-1,0-1 1,0 1-1,0 0 1,0 0-1,0-1 1,0 1 0,0 0-1,0 0 1,0-1-1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4.1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0 172 176,'0'-101'2385,"0"100"-2382,0 0 0,0 1 0,0-1-1,0 0 1,0 0 0,1 0 0,-1 0-1,0 1 1,0-1 0,1 0 0,-1 0 0,0 1-1,1-1 1,-1 0 0,1 0 0,-1 1 0,1-1-1,-1 0 1,2 0 0,3-6 19,-2 0-10,0 0 0,1 0 0,6-8 0,-9 14-11,0 0 0,0 0 1,0 0-1,0 0 1,1 0-1,-1 0 1,0 0-1,1 1 1,-1-1-1,0 1 1,1-1-1,-1 1 1,1-1-1,-1 1 0,1 0 1,2 0-1,29 0 20,-15 1-16,-16-1-2,-1 0-1,0 0 0,1 1 0,-1-1 0,0 1 1,1-1-1,-1 1 0,0-1 0,0 1 1,0 0-1,0 0 0,1 0 0,-1-1 1,0 1-1,0 0 0,0 0 0,1 2 1,16 25 16,-8-12 15,-10-15-32,1 0 0,-1-1 0,1 1 0,-1 0 0,0-1 0,1 1 0,-1 0 0,0 0 0,0-1 0,0 1 0,0 0 0,1 0 0,-1 0 0,0-1 0,0 1 0,-1 1 0,1 97 81,0-96-82,0-1 0,0 0 0,0 0-1,-1 0 1,1 0 0,-1 0 0,0 0 0,0 0 0,0 0 0,0 0-1,0 0 1,0 0 0,-1 2 0,0-3-3,1 1 1,0 0-1,0-1 0,0 1 0,0 0 1,0 0-1,1 0 0,-1 0 0,1 0 1,-1 0-1,1 0 0,-1 4 0,1-2 2,0-2 2,0 0-1,0 0 1,0 1 0,0-1 0,0 0-1,0 0 1,0 0 0,1 0 0,-1 0-1,1 0 1,0 0 0,1 3 0,-1-4-1,1 0 0,0 0 1,0 0-1,-1 0 1,1-1-1,0 1 1,0-1-1,0 1 1,0-1-1,0 0 0,0 0 1,0 0-1,-1 0 1,1 0-1,3 0 1,13-1 0,-12 0-1,0 1-1,0 0 1,0 0-1,1 0 0,-1 1 1,9 2-1,0 1-14,-10-3 15,1 1-1,0 0 1,-1 0 0,1 0-1,-1 1 1,0 0 0,1 0-1,6 6 1,-9-6-2,0 0-1,0 1 1,0 0-1,-1-1 1,1 1 0,-1 0-1,2 5 1,10 16-7,-8-19 10,-5-5-2,0 0 1,0 0 0,0 0 0,0 0-1,0 0 1,0 1 0,-1-1 0,1 0 0,0 0-1,-1 0 1,1 1 0,-1-1 0,1 0-1,-1 1 1,0-1 0,1 1 0,-1-1 0,0 3-1,1 14 13,0-11 4,0-1-1,-1 0 0,0 0 1,0 0-1,-1 0 0,1 1 1,-1-1-1,-3 11 0,-4-9 12,7-7-17,-1 1 1,1 0-1,-1-1 1,1 1-1,0 0 1,0-1-1,0 1 1,-1 3-1,0-3 0,1 0 1,0 0-1,-1 0 0,1 0 1,-1 0-1,0-1 0,1 1 0,-1 0 1,0-1-1,0 0 0,0 1 0,-4 1 1,-17 13 73,20-14-80,0 0 1,0 0-1,-1 0 0,1 0 0,-1 0 0,0-1 1,1 1-1,-1-1 0,0 0 0,0-1 0,0 1 0,1 0 1,-1-1-1,0 0 0,0 0 0,-5-1 0,-19 2-6,16 0-248,0-1 0,1 0 0,-22-4 0,0-6-613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4.6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81 240,'0'-10'1758,"0"9"-1748,0 1 0,0-1 0,0 1-1,0-1 1,1 1 0,-1-1 0,0 1-1,1-1 1,-1 1 0,0-1 0,1 1-1,-1-1 1,0 1 0,1 0 0,-1-1-1,1 1 1,-1 0 0,1-1 0,-1 1-1,1 0 1,-1 0 0,1-1 0,-1 1-1,1 0 1,-1 0 0,1 0 0,-1 0-1,1-1 1,0 1 0,-1 0 0,1 0-1,-1 0 1,1 0 0,-1 1 0,1-1-1,0 0 1,0 0 0,-1 0-5,0 0 0,1 0-1,-1 0 0,0 0 0,1 0 1,-1 0-1,0-1 0,0 1 0,0 0 1,1 0-1,-1 0 0,0 0 1,0 0-1,1-1 0,-1 1 0,0 0 1,0 0-1,0 0 0,0-1 0,1 1 1,-1 0-1,0 0 0,0-1 0,0 1 1,0 0-1,0 0 0,0-1 0,0 1 1,0 0-1,0 0 0,0-1 0,1-2 16,1 2-12,-1-1 0,1 1 0,0-1 0,0 1 0,0 0 0,0-1 0,3 0 0,7-5 25,-8 4-22,0 0 1,1 0 0,0 1 0,0 0-1,0 0 1,0 0 0,0 1 0,0 0 0,0 0-1,6-1 1,24-5 59,-31 6-62,0 0 0,1 0 0,-1 1 0,0-1 0,1 1 0,7 1 0,1 0 13,4-1 31,-17 0-51,0-1-1,0 1 0,0 0 0,0 0 0,0 0 0,0 0 1,1 0-1,-1 0 0,0 0 0,0 0 0,0 0 0,0 0 1,0 0-1,0 0 0,0 0 0,1 0 0,-1 0 0,0 0 1,0 0-1,0 0 0,0 0 0,0 0 0,0 1 0,0-1 1,0 0-1,1 0 0,-1 0 0,0 0 0,0 0 0,0 0 1,0 0-1,0 0 0,0 0 0,0 0 0,0 0 0,0 1 1,0-1-1,0 0 0,0 0 0,0 0 0,0 0 1,1 0-1,-1 0 0,0 0 0,0 0 0,0 1 0,0-1 1,0 0-1,0 0 0,0 0 0,0 0 0,0 0 0,0 0 1,-1 0-1,1 1 0,0-1 0,0 227 525,0-225-516,1 1 0,-1-1 0,0 0 1,1 1-1,-1-1 0,1 0 0,0 1 1,0-1-1,1 3 0,0-3 5,-1 0 1,-1 0-1,1 1 1,0-1-1,0 0 0,-1 1 1,1-1-1,-1 1 0,0 2 1,1-4-4,-1 0 1,0-1 0,1 1-1,-1 0 1,0 0-1,1-1 1,-1 1 0,1 0-1,-1-1 1,1 1 0,-1 0-1,1-1 1,-1 1-1,1-1 1,0 1 0,0-1-1,-1 1 1,1-1 0,0 1-1,-1-1 1,1 0-1,1 1 1,17 4 233,-16-5-139,10 9-331,-9-8 144,0 1-302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5.2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0 832,'2'1'83,"-1"0"-36,0-1 0,0 1 0,0-1-1,0 1 1,0-1 0,0 1 0,0 0-1,0-1 1,0 1 0,0 0-1,0 0 1,0 0 0,-1 0 0,1-1-1,0 1 1,-1 0 0,1 0 0,0 0-1,-1 1 1,0-1 0,1 0 0,0 2-1,1 0 250,-1-2-278,0 0 0,0-1 0,0 1 0,-1 0 0,1-1 0,0 1-1,-1 0 1,1 0 0,0 0 0,-1 0 0,1 0 0,-1 0 0,1 0 0,-1 0-1,0 0 1,1 0 0,-1 0 0,0 0 0,0 1 0,1 25 317,-1-15-227,0-11-100,0 0-1,0 0 1,0-1 0,0 1 0,0 0-1,0 0 1,1 0 0,-1 0 0,0 0-1,0-1 1,1 1 0,-1 0 0,1 0-1,-1 0 1,1-1 0,-1 1 0,1 0-1,-1-1 1,1 1 0,0 0 0,-1-1-1,1 1 1,1 0 0,-1 0 1,0-1 0,-1 1 1,1 0-1,0-1 0,0 1 0,-1 0 1,1 0-1,0-1 0,-1 1 0,1 0 1,-1 0-1,1 0 0,-1 0 0,1 0 1,-1 0-1,0 0 0,0 0 0,1 0 1,-1 0-1,0 0 0,0 0 0,0 0 1,0 2-1,0 186 562,0-187-572,0 0 1,0 0-1,-1 0 1,1 0-1,-1 0 1,1 0-1,-1 0 1,0 0-1,0 0 1,0 0-1,0 0 1,0 0-1,-2 1 1,2-1-13,0 0 1,0 0-1,0-1 0,0 1 1,0 0-1,0 0 0,0 0 1,1 0-1,-1 0 0,1 0 1,-1 0-1,1 0 0,0 3 1,0-3-13,0 0 0,-1-1 0,1 1 0,0 0 1,-1-1-1,1 1 0,-1-1 0,1 1 0,-1 0 0,0-1 1,-1 3-1,1-2-63,0-1 0,0 1 0,0-1 0,1 1 0,-1 0 0,1-1 1,-1 1-1,1 0 0,-1-1 0,1 1 0,0 3 0,0-5 69,0 1 1,0-1-1,0 0 0,0 0 1,0 0-1,0 1 0,0-1 1,0 0-1,-1 0 0,1 1 1,0-1-1,0 0 0,0 0 1,0 0-1,0 0 0,0 1 1,0-1-1,0 0 0,-1 0 1,1 0-1,0 0 0,0 1 1,0-1-1,0 0 0,-1 0 1,1 0-1,0 0 0,0 0 1,-1 0-1,-16 2-701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5.5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88 128,'14'-8'528,"7"8"321,-7-12-337,7 4-224,-7-4-160,7 4 0,-6-12-48,6 8-16,0 12-16,-7 0-48,7 0-96,-21-8-64,14 8-112,7 0-368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5.9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99 864,'0'0'1449,"0"0"-1445,0 0 0,0 0 0,0 0 0,0 0 0,0-1-1,-1 1 1,1 0 0,0 0 0,0 0 0,0-1 0,0 1 0,0 0 0,0 0 0,0 0 0,0 0-1,0-1 1,0 1 0,0 0 0,0 0 0,0 0 0,0 0 0,0-1 0,0 1 0,1 0 0,-1 0-1,0 0 1,0 0 0,0-1 0,0 1 0,0 0 0,0 0 0,0 0 0,0 0 0,1 0 0,-1 0-1,0-1 1,0 1 0,0 0 0,0 0 0,0 0 0,1 0 0,-1 0 0,0 0 0,0 0 0,0 0-1,0 0 1,1 0 0,-1 0 0,0 0 0,0 0 0,1 0 0,5-2 33,-5 2-31,-1 0-1,1-1 1,0 1 0,0 0 0,-1 0 0,1-1-1,0 1 1,-1-1 0,1 1 0,0 0 0,-1-1 0,1 1-1,-1-1 1,1 1 0,-1-1 0,1 0 0,-1 1-1,1-1 1,-1 1 0,0-1 0,1 0 0,0-1 0,2-1 21,1-1 0,0 1 0,0-1 1,1 1-1,-1 0 0,1 1 0,0-1 1,9-3-1,5-3 80,-8 3-78,1 0 0,0 1 0,0 0 0,0 1 0,1 0 0,-1 1 0,1 1 0,14-2 0,9 4-128,-36 0 76,0 1 0,1-1 0,-1 0-1,0 1 1,1-1 0,-1 0-1,0 1 1,0-1 0,1 0-1,-1 1 1,0-1 0,0 1-1,1-1 1,-1 1 0,0-1-1,0 1 1,0-1 0,0 0 0,0 1-1,0-1 1,0 1 0,0-1-1,0 1 1,0-1 0,0 1-1,0-1 1,0 1 0,0 0-1,-4 13-1156,-14-13 571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6.4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0 960,'1'0'29,"0"0"0,0 1 0,0-1 0,0 0 0,0 1 0,0-1 0,0 1-1,0-1 1,0 1 0,-1-1 0,1 1 0,0 0 0,0-1 0,0 1 0,-1 0-1,1 0 1,0-1 0,-1 1 0,1 0 0,0 0 0,-1 0 0,1 0 0,-1 0-1,0 0 1,1 0 0,-1 0 0,0 0 0,1 0 0,-1 0 0,0 0 0,0 0-1,0 0 1,0 2 0,0-3-16,0 1-1,0 0 0,0 0 1,0 0-1,0-1 1,0 1-1,0 0 0,1 0 1,-1 0-1,0-1 1,0 1-1,1 0 0,-1 0 1,1-1-1,-1 1 1,0 0-1,1-1 1,-1 1-1,2 0 0,4 7 52,-5 1-12,1-1 0,-2 1 0,1-1 0,-1 1-1,-1 15 1,0-3 22,1-19-65,0 1 1,0-1 0,1 1 0,-1-1 0,1 1 0,0-1 0,-1 1 0,1-1 0,0 0 0,1 0 0,-1 1 0,2 1 0,-2-2-6,0 0 0,1 0-1,-1 0 1,0 0 0,0 1 0,-1-1 0,1 0-1,0 0 1,-1 0 0,0 1 0,1-1-1,-1 3 1,0-2 0,0 0-1,1-1 0,-1 1 0,1 0 1,-1 0-1,1-1 0,0 1 0,2 3 1,2 8 14,-3-7-7,-2-5-7,1 1 0,-1-1 0,1 0 0,0 0 0,-1 0 0,1 0 0,0 0 0,0 0 0,0 0-1,1 0 1,-1 0 0,0 0 0,1-1 0,-1 1 0,1 0 0,0-1 0,-1 1 0,4 1 0,0-1 14,-5-2-17,0 0 0,1 0 0,-1 0-1,0 0 1,1 0 0,-1 0 0,0 0-1,1 1 1,-1-1 0,0 0 0,0 0 0,1 0-1,-1 1 1,0-1 0,0 0 0,1 0-1,-1 1 1,0-1 0,0 0 0,0 1-1,1-1 1,-1 0 0,0 0 0,0 1-1,0-1 1,0 0 0,0 1 0,0-1-1,0 0 1,1 1 0,-1-1 0,0 1 0,0-1-1,-1 1 1,1-1-1,0 0 0,0 0 0,0 0 1,0 0-1,0 0 0,0 0 0,0 1 0,0-1 0,1 0 0,-1 0 1,0 0-1,0 0 0,0 0 0,0 0 0,0 0 0,0 0 1,0 0-1,0 0 0,0 1 0,0-1 0,0 0 0,0 0 0,0 0 1,0 0-1,0 0 0,0 0 0,0 0 0,1 0 0,-1 0 0,0 0 1,0 0-1,0 0 0,0 0 0,0 0 0,0 0 0,0 0 0,0 0 1,0 0-1,1 0 0,-1 0 0,0 0 0,0 0 0,0 0 0,0 0 1,0 0-1,0 0 0,0 0 0,0 0 0,0 0 0,1 0 0,-1 0 1,0 0-1,0 0 0,0 0 0,26-5 7,-25 5-6,1-1 0,0 1 0,0-1-1,-1 0 1,1 0 0,-1 0-1,1 1 1,-1-1 0,1-1-1,-1 1 1,1 0 0,-1 0 0,0 0-1,0-1 1,2-1 0,0-5 1,-2 7-2,-1-1 1,1 1-1,0-1 1,0 1-1,0 0 1,-1-1-1,1 1 1,1 0 0,-1-1-1,0 1 1,0 0-1,0 0 1,1 0-1,-1 0 1,3-1-1,-3 2-1,0-1-1,-1 1 0,1 0 0,0-1 0,0 1 1,0-1-1,-1 1 0,1-1 0,0 1 0,0-1 0,-1 0 1,1 1-1,-1-1 0,1 0 0,-1 1 0,1-1 1,-1 0-1,1 0 0,-1 1 0,1-1 0,-1 0 1,0 0-1,0 0 0,1 0 0,-1 0 0,0 1 1,0-3-1,0 2 2,1 0 0,-1 0-1,0 0 1,0 0 0,1 1 0,-1-1 0,1 0 0,-1 0 0,1 0 0,-1 1 0,1-1 0,-1 0 0,1 0-1,0 1 1,-1-1 0,1 1 0,0-1 0,0 1 0,-1-1 0,1 1 0,0-1 0,0 1 0,0-1 0,0 1-1,-1 0 1,1 0 0,0-1 0,0 1 0,0 0 0,1 0 0,-1 0-2,0 0 0,-1 0-1,1 0 1,0 0 0,-1 0 0,1-1 0,-1 1 0,1 0-1,0 0 1,-1 0 0,1-1 0,-1 1 0,1 0 0,-1-1-1,1 1 1,-1 0 0,1-1 0,-1 1 0,1-1 0,-1 1-1,0-1 1,1 1 0,-1-1 0,1 1 0,-1-1 0,0 0-1,4 0 9,10 1 2,-13 0-7,-1 1 1,1-1-1,-1 1 0,0-1 1,1 1-1,-1 0 1,0-1-1,1 1 1,-1 0-1,0-1 1,0 1-1,1 0 0,-1 0 1,0-1-1,0 1 1,0 0-1,0 0 1,0 1-1,1 5 9,3-1 8,-3-5-14,0 0 0,0 0 1,-1 0-1,1 0 0,0 1 0,-1-1 0,1 0 0,-1 0 0,1 0 0,-1 0 0,0 1 1,0-1-1,1 0 0,-1 0 0,0 1 0,0 1 0,0 154 388,0-156-382,0 0 1,0 1-1,0-1 0,0 0 1,0 1-1,0-1 0,-1 0 0,1 1 1,0-1-1,-1 0 0,1 0 0,-1 0 1,1 1-1,-1-1 0,0 0 0,1 0 1,-3 2-1,-1 3 21,3-3-21,-1-1-1,1 0 0,-1 0 1,0 1-1,1-1 0,-1 0 1,0-1-1,0 1 0,0 0 1,-1-1-1,1 1 0,0-1 1,-1 1-1,1-1 0,-1 0 1,1 0-1,-1 0 0,1-1 1,-1 1-1,0 0 0,1-1 1,-1 0-1,-5 0 0,-40 0-99,46 0 43,0-1 1,-1 1-1,1-1 1,0 0-1,0 0 1,-1 0-1,1 0 1,0 0-1,0 0 1,0 0-1,0-1 1,1 1-1,-1-1 1,0 0-1,1 1 1,-1-1-1,1 0 1,-1 0-1,1 0 1,-2-4-1,2 4-19,1 1 0,-1-1 0,1 0 0,-1 0-1,1 0 1,0 0 0,-1 0 0,1 0 0,0-3 0,0-21-881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7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32 144,'0'-2'408,"0"-14"865,0 14-913,0 2-341,0-1 1,0 1-1,0-1 1,0 1-1,-1-1 1,1 1-1,0-1 1,0 1-1,0-1 1,0 1-1,1-1 0,-1 1 1,0-1-1,0 1 1,0-1-1,0 1 1,0-1-1,1 1 1,-1 0-1,0-1 1,0 1-1,1-1 0,0 0 1,28 1 143,-28 0-161,-1 0-1,1 0 1,0 0 0,0 1 0,-1-1 0,1 0 0,0 0 0,0 0 0,-1 1 0,1-1 0,0 0 0,-1 1 0,1-1 0,-1 1 0,1-1 0,0 0 0,-1 1-1,2 1 1,3 1 4,-3-2-2,-1-1 0,1 1 0,0-1 0,0 1 0,-1 0 0,1 0-1,-1 0 1,1 0 0,0 0 0,-1 0 0,0 0 0,1 0 0,-1 1 0,0-1 0,1 1-1,-1-1 1,0 1 0,0-1 0,0 1 0,-1 0 0,2 3 0,11 15 26,-11-18-23,-1 0 0,1 0 0,-1 0 0,1 1 0,-1-1 0,0 0 0,0 1 0,1 4 0,2 8 36,-1 0-1,-1 0 1,0 1 0,-1 20-1,-1 57 87,0-90-127,0 1 1,-1-1-1,1 0 1,-1 1-1,0-1 1,0 0-1,-2 4 1,2-4 0,-1 0 1,1 0-1,1 0 1,-1 1-1,0-1 1,1 0-1,-1 5 1,1-7-4,0 0 1,0 0 0,0 0-1,0 0 1,0 0 0,0 0-1,0 0 1,-1 0 0,1 0-1,0 0 1,-1 0 0,1-1-1,-1 1 1,1 0 0,-1 0-1,1 0 1,-1 0 0,1 0-1,-1-1 1,0 1 0,0 0-1,0 0 1,-8 8 0,-12 33-9,16-36 14,4-5-5,0 0 0,0-1 0,0 1 0,0 0 0,0 0 0,0 0 1,1 0-1,-1 0 0,0 0 0,1 0 0,-1 0 0,1 0 1,-1 0-1,1 0 0,-1 1 0,1-1 0,0 2 0,-7-2 5,7-1-6,0 0 0,-1 0 1,1 0-1,0-1 0,0 1 0,-1 0 1,1 0-1,0 0 0,-1 0 0,1 0 1,0 0-1,0 0 0,-1 0 1,1 1-1,0-1 0,0 0 0,-1 0 1,1 0-1,0 0 0,0 0 0,-1 0 1,1 0-1,0 1 0,0-1 1,-1 0-1,1 0 0,0 0 0,-1 1 1,1-1-6,0 1 0,0-1 1,0 0-1,0 1 1,0-1-1,0 0 0,0 1 1,0-1-1,0 1 1,1-1-1,-1 0 1,0 1-1,0-1 0,0 0 1,0 1-1,0-1 1,1 0-1,-1 1 0,0-1 1,0 0-1,0 1 1,1-1-1,-1 0 1,13 2-70,-8-3 69,0 1 1,1-1 0,-1 0 0,9-4 0,5 0 0,-15 3 5,1 1 0,-1-1 0,0 1-1,0-1 1,5-3 0,-6 3 0,0 0 0,0 0 0,0 1 1,0 0-1,1-1 0,-1 1 0,1 0 0,-1 1 1,0-1-1,1 1 0,4-1 0,-4 1 9,1 0-1,0 0 0,-1-1 1,1 1-1,-1-1 0,1 0 1,-1 0-1,0-1 0,9-3 1,-10 3-1,0 1 1,0-1-1,1 1 1,-1 0 0,0 0-1,1 0 1,-1 1-1,7-1 1,-7 1-6,0-1 1,0 1-1,-1 0 0,1-1 1,0 0-1,-1 1 0,1-1 1,-1 0-1,1 0 1,-1-1-1,3-1 0,0 1 11,0-1-1,1 0 1,-1 1-1,0 0 1,10-2-1,-11 3-11,0 1-1,-1-1 1,1-1-1,-1 1 1,1-1-1,-1 1 1,5-4-1,2 3-1184,-22 2 294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7.7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52 384,'21'0'2284,"-17"-1"-2199,25-15 78,-27 15-155,-1 0-1,0 0 1,0 0 0,1 0-1,-1 0 1,1 1-1,-1-1 1,1 0 0,-1 1-1,1 0 1,-1-1 0,1 1-1,-1 0 1,3-1-1,11-1 31,-9 0-14,6-3 17,-1 2 0,1-1 0,-1 2 1,1-1-1,0 2 0,18-1 0,-27 2-39,-1 0 10,1 0-1,-1 0 0,1 0 1,-1 0-1,1 0 1,-1 1-1,4 0 0,-5 0-9,0-1-1,-1 1 1,1-1 0,-1 1-1,1 0 1,-1-1-1,1 1 1,-1-1-1,1 1 1,-1 0-1,1-1 1,-1 1-1,0 0 1,1 0 0,-1-1-1,0 1 1,0 0-1,0 0 1,0-1-1,0 1 1,0 0-1,0 0 1,0 0 0,0-1-1,0 2 1,0 161 609,0-162-603,0 0 0,1-1 0,-1 1 0,0-1 0,0 1 0,0-1 0,1 1 0,-1-1 0,0 1 0,1-1 0,-1 1 0,1-1 0,-1 0 0,0 1 1,1-1-1,-1 0 0,1 1 0,-1-1 0,1 0 0,-1 1 0,1-1 0,-1 0 0,1 0 0,-1 0 0,1 1 0,-1-1 0,1 0 0,0 0 0,-1 0 1,1 0-1,-1 0 0,1 0 0,-1 0 0,1 0 0,0 0 0,-1 0 0,1-1 0,0 1-2,2 0 122,1 0-8,51 0 69,-54 0-186,0 0-1,-1 0 1,1 0-1,0 0 1,0 0-1,-1 0 1,1-1-1,0 1 1,-1 0-1,1 0 1,0-1-1,-1 1 1,1-1-1,0 1 1,0-1-1,0 0-120,0 0 0,0 0 0,1 0 0,-1 1 0,0-1 0,0 1 0,1-1 0,-1 1 0,0-1 0,1 1 0,-1 0 0,0 0 0,1-1 0,-1 1 0,0 0 0,2 0 0,9 0-1077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6:58.6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71 164 160,'0'-22'2060,"0"-20"-1223,-3 42-821,-12 0 3,15 1-16,0-1 0,-1 0 0,1 0 0,0 1 0,-1-1 0,1 0 0,0 1 0,-1-1 0,1 0 0,0 1 1,0-1-1,-1 0 0,1 1 0,0-1 0,0 1 0,0-1 0,0 1 0,-1-1 0,1 0 0,0 1 0,0-1 0,0 1 0,0-1 0,0 1 0,0 3 17,-4 3 10,3-5-11,0 0 1,0 1-1,0-1 0,0 1 1,0-1-1,0 1 1,1-1-1,-1 1 0,1-1 1,0 6-1,0 84 245,0-90-266,1 0 1,-1 1-1,1-1 1,-1 0-1,1 0 1,0 0-1,0 0 1,0 0-1,0-1 1,0 1-1,2 2 1,-2-3 0,4 3 20,33 23-3,-35-25-19,1 0 0,-1 0 0,0-1 0,1 2 0,-1-1-1,0 0 1,0 1 0,0-1 0,-1 1 0,1 0 0,2 3 0,-4-5 4,1 1-1,0 0 1,0-1 0,0 0 0,0 1 0,0-1-1,2 1 1,8 6-2,-5 1-6,5 4 1,42 35-2,-50-45 8,-1 0 1,0 0-1,0 1 1,5 6-1,6 6 6,-7-10-2,0 0 0,0 1 0,-1-1 0,0 1 0,-1 0 0,0 0 0,0 1 0,0 0 0,-1 0 0,0 0 0,5 16 0,17 38 65,-22-49-56,-2-10-6,-1 1-1,0 0 1,0-1 0,0 1 0,0 0 0,-1-1 0,0 1 0,0 5 0,0 57 14,0-63 3,-6-3-16,0 1 1,-1-1-1,1 1 0,0 1 0,-7 1 0,-13 3 7,1-2-16,0-2-1,-35-1 1,44-1 10,13-1-8,0 0-1,0 1 1,0-2-1,0 1 1,0 0-1,0-1 1,0 1-1,0-1 1,1 0-1,-1 0 1,0 0-1,1 0 1,0-1-1,0 1 1,-1-1-1,-1-3 0,3 4-2,0-1 0,0 1-1,-1-1 1,1 1-1,-1 0 1,1 0 0,-1 0-1,0 0 1,1 0-1,-4-2 1,4 3 2,0 0 0,1-1 0,-1 1 0,0 0 0,1-1 0,-1 1 0,1 0 0,0-1 0,-1 1 0,1-1 0,0 1 0,0-1 0,0 1 0,0 0 0,0-1-1,0 1 1,1-2 0,-1-3-5,0-92 11,0 97-7,0 0 1,0 0 0,0 0 0,0 0-1,0 0 1,1 0 0,-1 0-1,0 0 1,0 0 0,1 0-1,-1 0 1,0 0 0,1 1-1,-1-1 1,1 0 0,-1 0-1,1 0 1,0 0 0,-1 1-1,1-1 1,0 0 0,0 1-1,-1-1 1,2 0 0,-1 0-1,0 1 1,-1-1 0,1 1-1,0-1 1,0 0 0,-1 1-1,1-1 1,-1 0 0,1 0 0,-1 1-1,1-1 1,-1 0 0,1 0-1,-1 0 1,0 0 0,1 0-1,-1 1 1,0-1 0,0 0-1,1 0 1,-1 0 0,0 0-1,0 0 1,0-1 0,0-2 1,1-1 0,0 1 1,0 0-1,1 0 0,-1 0 1,1 0-1,0 0 0,0 0 1,1 1-1,-1-1 1,6-6-1,-4 5-4,0 0 0,-1-1 1,1 0-1,3-7 0,-2 0 13,1 1-1,7-12 0,-2 3-7,-10 20-3,-1 0 0,1 0 0,-1 0 0,1-1 0,-1 1 0,0 0 0,1 0 0,-1-1 1,0 1-1,0 0 0,0 0 0,0-1 0,0 1 0,0-2 0,0 2 0,0 1 0,-1-1 0,1 0 0,0 0 0,1 0 1,-1 0-1,0 0 0,0 0 0,0 1 0,0-1 0,1 0 0,-1 0 0,1-1 0,6-9-4,-6 9 5,0 0 0,0 1 0,0-1 0,0 0 0,0 1 0,0-1 0,0 0 0,-1 0 0,1 0 0,-1 0 0,1 0 0,-1 0 0,0-3 0,0-5 1,0 7 1,0-1-1,0 1 0,0-1 1,0 1-1,1-1 0,1-5 0,1 0 6,-1-1-1,0 1 1,0-1-1,-1 1 1,0-1-1,-1-12 1,0-90-79,0 111 72,0-1 0,0 1 0,0 0 0,0 0 0,0 0 0,-1-1 0,1 1 0,0 0 0,-1 0 0,1 0 0,-1 0 0,0 0 0,1-1 0,-2 0 0,1 1 0,0 0 0,0 0-1,1-1 1,-1 1 0,0 0 0,1 0 0,-1 0-1,1-1 1,-1 1 0,1 0 0,0 0 0,0-1 0,0 1-1,-1-3 1,1 4 0,0-1 0,0 0 0,0 1-1,0-1 1,0 0 0,0 1 0,0-1 0,0 0-1,-1 1 1,1-1 0,0 1 0,0-1 0,-1 0-1,1 1 1,0-1 0,-1 1 0,1-1 0,-1 1 0,1-1-1,-1 1 1,1-1 0,-1 1 0,1 0 0,-1-1-1,1 1 1,-1 0 0,1-1 0,-1 1 0,0 0-1,-22-3 25,3 0-2,15-2-34,4 4 12,1 1-1,0-1 1,-1 1-1,1 0 1,-1-1-1,1 1 0,0 0 1,-1-1-1,1 1 1,-1 0-1,1 0 0,-1 0 1,1-1-1,-1 1 1,1 0-1,-1 0 1,1 0-1,-1 0 0,1 0 1,-1 0-1,1 0 1,-1 0-1,1 0 1,-1 0-1,0 0 0,-15 0-2,8 0 8,0-1 1,0 2 0,0-1 0,-16 4-1,22-3-5,-1 0 1,0 0-1,0 1 0,1-1 1,-1 1-1,1-1 0,-1 1 0,1 0 1,0 0-1,-1 0 0,1 0 0,0 0 1,0 0-1,1 1 0,-1-1 0,0 1 1,-1 4-1,-10 9-57,10-13 24,0 0 0,1 0 0,0 1 1,-1-1-1,-1 4 0,-2 21-351,-3-4-192,7 6-299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6:59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15 183 176,'0'-20'4405,"0"24"-4323,0 145 556,0-146-630,0 1-1,1-1 1,-1 0-1,1 1 1,0-1 0,0 1-1,0-1 1,1 0-1,2 6 1,8 18 25,-8-16-25,-2-8 0,-1 1-1,0-1 0,0 0 1,0 1-1,0-1 0,-1 1 1,1 4-1,-1-6-3,0 0 0,0 0 0,1 0 0,-1 0 1,1 0-1,-1 0 0,1 0 0,-1 0 0,1 0 0,0-1 0,0 1 0,0 0 0,0 0 0,2 1 0,4 7-1,-3 1 5,-3-9-6,-1-1 1,1 0-1,-1 1 1,1-1-1,0 0 1,0 0-1,-1 1 1,1-1-1,0 0 1,0 0-1,0 0 1,0 0-1,1 0 1,0 1 0,15 17 24,-15-17-23,-1 1 0,1-1 0,-1 0 0,1 0 0,0 0 0,0-1 0,0 1 0,0 0 0,0-1 0,0 1 0,0-1 0,0 0 0,1 1-1,-1-1 1,1 0 0,-1 0 0,4 0 0,7 1 9,0-1 0,27-2-1,-17 0-10,-22 1-3,0 1 0,-1-1-1,1 0 1,0 0 0,-1-1-1,1 1 1,0 0-1,0 0 1,-1 0 0,1 0-1,0-1 1,-1 1 0,1 0-1,0-1 1,0 0 0,6-2-4,1 0 5,-5 3 0,0-1 0,1-1 0,-1 1 0,0 0 0,0-1 0,3-1 0,20-7-8,-23 9 5,0 0 0,0 0 1,0 0-1,0 0 0,0 0 1,5-4-1,-5 2 8,1-1 0,-1 1-1,0-1 1,0 0 0,0 0 0,0 0 0,-1 0-1,4-8 1,-4 5-6,0 0 1,-1 1-1,1-1 0,-1 0 0,-1 0 0,0-11 0,0-124-15,1 139 16,-1 0-1,0 0 1,0 0-1,-1 0 1,1 0-1,-1 1 1,1-1 0,-1 0-1,0 0 1,0 0-1,0 1 1,0-1-1,-1 1 1,1-1-1,-1 1 1,-2-4-1,1 1 3,-1 1 0,1-1-1,0 0 1,0 0 0,-2-8 0,3 8-7,-1-1 0,0 0 0,0 1 1,-5-7-1,-44-56 5,49 64-2,0 1 0,1-1 0,-1-1 0,0 1 0,1 0 0,-2-6 0,2 6 3,1 2-4,-1 0 0,1 0 1,0 0-1,-1 0 1,0 0-1,0 1 1,1-1-1,-1 1 1,0-1-1,0 1 1,0 0-1,0-1 0,-1 1 1,-2-1-1,1 1 5,0-1 0,-1 1 0,1-1 0,0 2 1,-1-1-1,-6 0 0,-37 1-2,46 0-6,0 0 1,-1 0 0,1 0 0,0 0 0,0 0-1,0 1 1,0-1 0,0 1 0,0 0 0,0-1-1,0 1 1,0 0 0,0 0 0,0 0-1,1 0 1,-1 1 0,0-1 0,1 0 0,-3 3-1,-17 13-386,12-12 234,2-1-121,0 1 0,0 0 0,0 0 0,-8 9 1,-1 6-875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0.0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48 304,'0'-47'4279,"4"47"-4217,0-1-37,0 1 0,0 1 1,1-1-1,-1 0 1,0 1-1,0 0 0,0 0 1,0 0-1,0 0 0,0 1 1,0 0-1,0 0 0,-1 0 1,1 0-1,4 4 0,29 21 99,-30-23-107,0 1 0,-1-1 0,1 2 0,-1-1 0,0 1 0,0-1 1,0 2-1,8 12 0,-1 0 2,-12-18-15,0 1 1,0-1-1,0 1 0,0-1 1,0 1-1,0-1 1,0 1-1,-1 0 1,1 0-1,0-1 0,-1 1 1,0 0-1,1 0 1,-1 0-1,0-1 1,0 1-1,0 2 0,0 146 250,0-150-250,0 1 0,0-1 0,0 0 0,0 1 1,0-1-1,0 0 0,0 1 0,0-1 0,0 1 0,0-1 0,0 0 1,0 1-1,0-1 0,0 0 0,0 1 0,1-1 0,-1 0 0,0 1 0,0-1 1,0 0-1,1 0 0,-1 1 0,0-1 0,0 0 0,1 0 0,-1 1 1,0-1-1,1 0 0,-1 0 0,0 0 0,0 1 0,1-1 0,-1 0 0,1 0 1,5 3 74,-4-1-20,1 0 0,-1 0 0,1 0-1,0 0 1,0-1 0,0 0 0,0 1 0,0-1 0,0 0-1,0 0 1,0-1 0,0 1 0,0-1 0,0 1 0,1-1-1,-1 0 1,0 0 0,4-1 0,-4 1-25,0 1 1,0-1 0,1 1-1,-1-1 1,6 3 0,-5-1-11,0-1 0,0 0 0,0 0 0,0 0 0,0-1 0,4 1 0,5-1-29,34-1 96,-43 1-133,1 0-1,-1-1 1,1 0 0,-1 0-1,1 0 1,-1 0-1,5-3 1,-5 2-545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2.1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40 192,'0'0'2383,"0"0"-2378,0 0 0,-1 0 0,1 0 0,0-1 0,0 1 0,0 0 0,0 0 0,0 0 0,0-1 0,0 1 0,0 0 0,0 0 0,0-1 0,0 1 0,0 0 0,0 0 0,0 0 0,0-1 0,0 1 1,0 0-1,0 0 0,0 0 0,0-1 0,0 1 0,0 0 0,0 0 0,1 0 0,-1-1 0,0 1 0,0 0 0,0 0 0,0 0 0,0 0 0,1-1 0,-1 1 0,0 0 0,0 0 0,0 0 1,1 0-1,-1 0 0,0 0 0,0 0 0,0 0 0,1-1 0,-1 1 0,0 0 0,8 0 0,1-1 0,-1 0-1,0-1 1,11-4 0,2 4 12,-3 0-5,-15 2-10,11-3 3,0 0 0,1 1 0,25 1 0,81-7-27,-15 8 46,-104 0-37,-17 0-16,-39 8 37,51-8-4,1 0 0,-1 0 0,1 0 0,-1 1 0,1 0 0,-1-1 0,-3 3 0,-9 1 4,5-1-7,-8 1 5,1-1-1,-26 1 1,24-3-8,0 1 0,-26 6 0,28-5 3,0 0-1,-23 0 0,35-3-5,-12 0 4,0 0-1,0 2 1,-20 3-1,21-4 5,12-1 21,468 0 144,-462 0-133,-4 0-46,-1 0-30,0 1 1,0 0-1,0-1 1,1 1-1,-1 0 1,-4 2-1,-1 0-168,-7-1-525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4.3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20 208,'0'0'2447,"3"-1"-2343,3-3-16,-3 2-58,-1 0 0,1 1-1,0-1 1,1 1 0,-1-1 0,0 1-1,0 0 1,0 0 0,1 1 0,-1-1-1,7 0 1,167 1-329,-404 0-1814,226 3 2271,0 0-1,0 1 0,1-1 1,0 0-1,0 0 0,0 0 1,0 5-1,0-7-191,0 38 157,0-39-122,0 1 0,0 0 0,0 0 1,0-1-1,0 1 0,0 0 0,0-1 1,1 1-1,-1 0 0,0 0 0,0-1 1,1 1-1,-1 0 0,0-1 0,1 1 1,-1-1-1,0 1 0,1 0 0,-1-1 1,1 1-1,-1-1 0,1 1 0,1 0 1,-2-1-1,1 1 0,-1-1 0,1 0 0,-1 1 0,1-1 0,-1 1 0,0-1 0,1 1-1,-1-1 1,0 1 0,1-1 0,-1 1 0,0 0 0,1-1 0,-1 1 0,0-1 0,0 1 0,0 0 0,0-1 0,0 1 0,0 0 0,0-1 0,0 2 0,0-1 0,0-1 0,0 0-1,0 1 1,0-1 0,0 1 0,0-1 0,0 1-1,1-1 1,-1 0 0,0 1 0,0-1 0,0 1-1,0-1 1,0 0 0,1 1 0,-1-1 0,0 0-1,0 1 1,1-1 0,-1 0 0,0 1 0,1-1-1,-1 0 1,0 1 0,1-1 0,-1 0 0,0 0-1,1 0 1,-1 1 0,1-1 0,-1 0 0,0 0-1,1 0 1,-1 0 0,1 0 0,-1 0 0,0 0 0,1 0-1,0 0 1,-1 0 0,1 0 0,-1 0 1,1 0-1,-1 0 0,0 0 0,1 1 0,-1-1 0,1 0 0,-1 0 0,1 0 1,-1 0-1,0 0 0,1 1 0,-1-1 0,0 0 0,1 0 0,-1 1 0,0-1 1,1 0-1,-1 1 0,0-1 0,1 0 0,-1 1 0,0-1 0,0 0 1,0 1-1,1-1 0,-1 0 0,0 1 0,0-1 0,0 1 0,0-1 0,0 0 1,1 1-1,-1-1 0,0 1 0,0-1 0,0 1 0,-1 0 0,2-1 3,-1 1-1,0 0 0,0 0 0,1-1 0,-1 1 0,0 0 1,0-1-1,1 1 0,-1 0 0,1-1 0,-1 1 0,1-1 1,-1 1-1,1-1 0,-1 1 0,1-1 0,0 1 0,-1-1 1,1 1-1,-1-1 0,2 1 0,16 6 42,-15-6-40,4 3 33,-7-3-34,1-1 0,0 0-1,-1 1 1,1-1 0,0 0 0,-1 1-1,1-1 1,0 0 0,0 0 0,-1 0 0,1 1-1,0-1 1,0 0 0,-1 0 0,1 0-1,0 0 1,0-1 0,0 1 0,55 0 71,32 0-99,-86 0 24,0 0 1,-1 0-1,1 0 1,0 0-1,0 0 1,0 1-1,-1-1 1,1 1 0,0-1-1,-1 1 1,1 0-1,0-1 1,-1 1-1,3 2 1,-3-2-2,0 0 1,0 0-1,-1 0 1,1 0-1,0 0 0,-1 0 1,1 0-1,-1 0 1,1 0-1,-1 1 0,1-1 1,-1 0-1,0 0 1,0 1-1,0-1 1,0 0-1,0 1 0,0 0 1,0-1 0,0-1 1,0 1 0,0 0-1,0 0 1,0-1-1,1 1 1,-1-1-1,0 1 1,0 0-1,0-1 1,1 1 0,-1 0-1,0-1 1,1 1-1,-1-1 1,0 1-1,1-1 1,-1 1 0,1-1-1,-1 1 1,1-1-1,-1 1 1,1 0-1,0-1 0,-1 0 0,1 1 0,0-1 0,-1 1 0,0-1 0,1 1 0,-1-1 0,1 1 0,-1-1 0,0 1 0,1 0 0,-1-1 0,0 1 0,1-1 0,-1 1 0,0 0 0,0-1 0,0 1 0,0 0 0,0-1 0,0 1 0,1 0 0,-2 0 0,1 52 43,0-51-41,-1 1-1,0-1 1,0 0 0,0 0 0,0 0 0,0 0 0,-1 0-1,1 0 1,-1 0 0,1 0 0,-1-1 0,0 1-1,1 0 1,-1-1 0,-3 3 0,-2 2 6,1 0 1,6-6-9,-1 1 1,1-1-1,-1 1 0,1-1 1,-1 1-1,0-1 0,1 1 1,-1-1-1,1 0 1,-1 1-1,0-1 0,1 0 1,-1 0-1,0 1 0,1-1 1,-1 0-1,0 0 0,1 0 1,-2 0-1,-24 4 8,0-1 0,0-2 0,-34-2 0,17 1-26,42 0 8,0 0 1,1 0 0,-1 0 0,0 0 0,0 0 0,1 0 0,-1 0 0,0 0 0,1 0 0,-1-1 0,0 1 0,1 0-1,-1 0 1,0-1 0,1 1 0,-1 0 0,-1-2 0,0-11-550,2 9 377,0-15-592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4.9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52 336,'0'-33'1881,"1"32"-1871,0 0-1,1 0 1,-1 0-1,1 0 1,-1 0-1,1 0 1,-1 0 0,1 0-1,0 1 1,0-1-1,-1 0 1,4 0 0,24-5 54,-17 6-33,-1-1-1,1 2 1,-1-1 0,13 3-1,-21-2-24,0 0 0,-1 0 0,1 0 0,0 0 0,0 0 0,-1 0 0,1 1 0,-1-1 0,1 1 0,-1 0 0,0 0 0,0 0 0,0 0 0,0 0 0,3 4 0,-3-4 6,-1 0 0,0 0 0,1 0 0,-1 0 0,0 0 1,0 0-1,-1 1 0,1-1 0,0 0 0,-1 1 0,1-1 1,-1 0-1,0 1 0,0-1 0,0 5 0,0 71 127,0-77-139,0 0 1,0 0-1,0-1 0,0 1 1,0 0-1,0 0 0,-1 0 1,1-1-1,0 1 0,0 0 1,-1 0-1,1-1 0,0 1 1,-1 0-1,1 0 0,-1-1 0,1 1 1,-1 0-1,0 0 0,-5 6-1,3 0 2,2-5 0,0 0 0,0-1 0,0 1 0,0 0 0,0 0 1,0-1-1,0 1 0,-1-1 0,1 1 0,0-1 0,-1 0 0,0 1 0,-1 0 0,-14 13 10,15-12-11,-1-1 0,1 1 0,-1-1 0,1 0 0,-1 0 0,-4 2 0,6-3 0,0-1 1,1 0-1,-1 1 0,0-1 1,1 1-1,-1-1 0,0 1 1,1 0-1,-1-1 1,1 1-1,-1 0 0,1-1 1,-1 1-1,1 0 0,-1 0 1,1-1-1,0 1 0,-1 0 1,1 0-1,0 0 0,0 0 1,-1 1-1,1 0 29,145-2 625,-131-2-611,0 0-1,0 0 1,0-2 0,15-5-1,-29 9-42,1 0-1,0 0 0,-1-1 0,1 1 1,-1 0-1,1-1 0,0 1 0,-1-1 0,1 1 1,-1-1-1,1 1 0,-1 0 0,1-1 1,-1 0-1,1 1 0,-1-1 0,1 0 0,-1 1-2,0-1 0,0 1 0,1 0 0,-1-1 0,0 1 0,0 0 0,1-1 0,-1 1 0,0 0 0,1 0-1,-1-1 1,0 1 0,1 0 0,-1 0 0,0-1 0,1 1 0,-1 0 0,1 0 0,-1 0 0,0 0 0,1 0-1,-1 0 1,1 0 0,-1 0 0,0 0 0,1 0 0,-1 0 0,1 0 0,0 0 0,13 0-264,-11 0-149,-3-8-1118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5.2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32 288,'4'0'632,"5"0"-131,5 1-278,0-1 0,0-1 0,0 0 0,-1-1 0,17-4 0,-20 2-204,-7 2-15,-1 1 0,1 1-1,0-1 1,-1 0 0,1 1 0,0-1-1,-1 1 1,6 0 0,-2-1 1,-1 1 0,1-1 0,0 0 0,-1 0 0,1 0 0,8-4 0,-6 3-41,-1 2-1,1-1 1,13 2 0,-13-1-86,-5 0-169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5.6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0 224,'0'138'2270,"15"-137"-2224,88-1 5,-85-3-71,-16 2 20,0 0 0,1 0-1,-1 1 1,0-1 0,0 1 0,1 0 0,-1 0-1,3-1 1,6 1 13,26-1 3,-35 1-17,-1 0 0,1 0 0,0 0 1,-1 1-1,1-1 0,0 0 0,-1 1 0,1-1 0,-1 1 0,1-1 0,0 1 0,-1 0 0,0 0 0,1 0 0,-1 0 0,2 1 1,-1 0 2,-1 0 0,0 0 0,0 0 1,1 0-1,-1 1 0,-1-1 1,1 0-1,0 1 0,0-1 1,-1 0-1,0 1 0,1-1 1,-1 1-1,0 3 0,0 65 324,-2-66-273,-8 8 14,10-13-64,0 0-1,0 1 1,0-1 0,0 0 0,0 0 0,-1 0 0,1 1-1,0-1 1,0 0 0,0 0 0,0 0 0,0 0 0,-1 1-1,1-1 1,0 0 0,0 0 0,0 0 0,-1 0 0,1 0-1,0 0 1,0 0 0,0 0 0,-1 0 0,1 0 0,0 0-1,0 0 1,0 0 0,-1 0 0,1 0 0,0 0 0,-1 0-1,-196 0 263,194 0-300,-2 1-62,1-1 1,0 0-1,-1-1 1,1 1-1,0-1 0,-1 0 1,1 0-1,0 0 1,-6-3-1,-5-7-895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6.3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28 448,'18'0'729,"-15"0"-143,0 0-217,-2 0-335,0 0 0,1-1 1,-1 1-1,1-1 1,-1 1-1,0-1 1,0 0-1,1 1 0,-1-1 1,0 0-1,0 0 1,1-1-1,12-7 122,-5 7-66,1-1 1,-1 2 0,0-1-1,0 1 1,1 0 0,14 1-1,-17 0-52,-5 1-36,-1-1-1,1 0 1,-1 1 0,0-1 0,1 0 0,-1 1-1,0 0 1,1-1 0,-1 1 0,0 0-1,0 0 1,1 0 0,-1-1 0,0 1 0,0 0-1,0 1 1,0-1 0,0 0 0,-1 0-1,1 0 1,0 0 0,0 1 0,0 2-1,11 13 21,-10-15-20,0 1 1,0-1 0,-1 1-1,0-1 1,1 1-1,-1-1 1,0 1-1,0 0 1,0 0-1,-1 0 1,2 5-1,-2 34 17,0-22-4,0 39 9,0-58-23,0 0 1,0-1 0,0 1-1,0 0 1,0 0-1,0 0 1,0 0-1,0 0 1,1 0-1,-1 0 1,0 0-1,1 0 1,-1 0-1,1 0 1,-1-1-1,1 1 1,-1 0-1,1 0 1,-1-1 0,1 1-1,0 0 1,0-1-1,-1 1 1,2 0-1,-1 0 2,0-1 0,0 1 0,-1 0 0,1-1 0,0 1 1,-1 0-1,1-1 0,0 1 0,-1 0 0,1 0 0,-1 0 0,1 0 0,-1-1 0,0 1 0,1 0 0,-1 0 0,0 0 0,1 0 0,-1 0 0,0 0 0,0 0 1,0 0-1,0 0 0,0 1 0,0 0 9,0-1 0,0 0-1,1 0 1,-1 1 0,1-1 0,-1 0 0,1 1 0,-1-1 0,1 0 0,0 0 0,-1 0 0,1 0 0,0 0-1,0 0 1,0 0 0,0 0 0,0 0 0,0 0 0,0 0 0,0-1 0,0 1 0,0 0 0,0-1 0,1 1-1,-1-1 1,0 1 0,1-1 0,-1 1 0,0-1 0,0 0 0,1 0 0,1 0 0,11 2 22,0-1 0,23-2 1,-12 0-313,-12 2 30,29-3-1312,-21-5 581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7.4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93 464,'2'0'697,"208"0"1186,-206 0-1872,0-1 1,0 1-1,-1-1 0,1 0 1,4-2-1,-4 2-1,0 0 1,-1 0-1,1 0 1,0 0-1,5 0 1,17 2 67,-19 0-66,-1 0 0,1-1 0,-1 0 0,1 0 0,-1-1 0,1 1 0,-1-2 0,1 1 0,-1-1 1,11-3-1,-8 1 1,0 1 0,0 0 0,1 0 0,-1 1 0,1 0 0,-1 1 1,1 0-1,17 1 0,-15-1 3,0 1 0,1-1-1,-1-1 1,18-4 0,-19 3-2,0 0-1,1 1 1,-1 1 0,1 0-1,22 1 1,-19 0-5,-12 0-3,0-1 0,0 1-1,0 0 1,0-1 0,0 1 0,0-1 0,0 0 0,3-2 0,15-4 39,55-9 17,-72 15-61,0 0 1,1 0-1,-1 1 1,0 0-1,1 0 0,7 0 1,1 1 25,414-1 720,-424 0-686,14 0-37,-13 0-61,-8 0-979,-16 0-505,9 0 545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8.4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69 193 240,'-3'0'107,"-20"2"943,23-2-1018,-1 0 0,1 1 0,-1-1 0,0 0 0,1 1 0,-1-1 0,1 0 0,-1 1 0,1-1 0,-1 1 0,1-1 1,0 1-1,-1-1 0,1 1 0,-1-1 0,1 1 0,0-1 0,0 1 0,-1 0 0,1-1 0,0 1 0,0-1 0,0 1 0,-1 0 0,1-1 0,0 1 0,0 0 0,0-1 0,0 2 0,0-2-28,0 0-1,0 0 0,0 0 0,0 0 1,0 0-1,0 0 0,0 0 0,0 0 1,0 1-1,0-1 0,0 0 0,0 0 1,0 0-1,0 0 0,0 0 0,0 0 1,0 0-1,0 0 0,0 0 0,0 0 1,0 1-1,0-1 0,0 0 0,0 0 1,-1 0-1,1 0 0,0 0 0,0 0 1,0 0-1,0 0 0,0 0 0,0 0 1,0 0-1,0 0 0,0 0 0,0 0 1,-1 0-1,1 0 0,0 0 0,0 0 1,0 0-1,0 0 0,0 0 0,0 0 1,0 0-1,0 0 0,0 0 0,-1 0 1,1 0-1,0 0 0,0 0 0,0 0 1,0 0-1,0 0 0,-14 0 187,10 0-49,4 10 35,0-10-169,0 1-1,0 0 0,-1 0 1,1 0-1,0 0 1,0 0-1,0 0 1,0 0-1,0 0 1,1 0-1,-1 0 1,0 0-1,0 0 1,0 0-1,1-1 1,-1 1-1,1 0 1,-1 0-1,1 0 1,0 0-1,9 8 0,-9-8-7,0 1 1,1-1 0,-1 0 0,1 1-1,-1-1 1,1 0 0,0 0 0,-1 0 0,1 0-1,0 0 1,0-1 0,2 2 0,28 13 12,-25-11-7,1 0 1,0 0 0,15 5-1,-8-8-4,-12 0 2,0-1-1,0 0 1,0 1-1,0-1 1,-1 1 0,1 0-1,0 0 1,0 0 0,5 2-1,17 10-2,37 12 0,-60-24-3,1 0 0,-1 0 1,0 1-1,0-1 0,1 0 0,-1 1 0,0 0 0,0-1 1,0 1-1,-1 0 0,4 4 0,9 9 8,-12-14-4,-1 0 0,0 1 0,1-1 0,-1 0 0,0 1 0,0-1-1,0 1 1,0-1 0,0 1 0,0-1 0,0 1-1,0 0 1,-1-1 0,1 1 0,-1 0 0,1 0-1,-1-1 1,0 1 0,1 0 0,-1 0 0,0 3-1,0 7 15,0-6-6,1-1 0,-2 0 1,1 1-1,-2 6 0,2-11-8,0 0 0,0 0-1,-1 0 1,1 1 0,-1-1 0,1 0-1,-1 0 1,1 0 0,-1 0-1,0 0 1,0 0 0,1 0-1,-1-1 1,0 1 0,0 0-1,0 0 1,0-1 0,0 1-1,0 0 1,0-1 0,0 1-1,0-1 1,-3 1 0,-5 1 3,-1 0-1,0-1 1,0-1 0,0 0 0,-14-1 0,-10-1 26,25 3-31,-1-2 1,0 1-1,-13-4 0,20 4 1,1-1 0,-1 0 0,0 0 0,0 0 0,1-1 0,-1 1 0,1-1 0,-1 1 0,1-1 0,0 0 0,-1 0 0,1 0 0,0 0 0,0 0 0,-1-3 1,-2 0-1,4 5 0,1-1 0,-1 0 0,0 1 0,1-1 0,-1 1 0,1-1 0,0 0 0,-1 1 0,1-1 0,-1 0 0,1 1 0,0-1 0,0 0 0,-1 0 0,1 1 0,0-1 0,0 0 0,0 0 0,0-1 0,0 2 0,0-1 0,0 1 0,0-1 1,0 0-1,0 1 0,-1-1 0,1 1 1,0-1-1,0 1 0,0-1 0,0 0 1,-1 1-1,1-1 0,0 1 0,-1-1 1,1 1-1,0-1 0,-1 1 0,1 0 1,-1-1-1,1 1 0,-1-1 0,1 1 1,-1 0-1,1-1 0,-1 1 1,1 0-1,-1 0 0,1-1 0,-2 1 1,2 0-1,-1 0 0,0-1 0,1 1 1,-1 0-1,1 0 0,-1-1 0,1 1 1,-1 0-1,1-1 0,-1 1 0,1 0 1,-1-1-1,1 1 0,0-1 0,-1 1 1,1-1-1,0 1 0,-1-1 0,1 1 1,0-1-1,0 1 0,-1-1 0,1 0 1,0 1-1,0-1 0,0 1 1,0-1-1,0 0 0,0 1 0,0-2 1,0-64 4,0 65-5,0-1 0,1 0 1,-1 1-1,1-1 0,-1 1 1,1-1-1,0 1 0,-1-1 0,1 1 1,0 0-1,0-1 0,0 1 1,0 0-1,0 0 0,0-1 0,1 1 1,1-1-1,-1 0 6,1 0 0,-1-1-1,0 1 1,0-1 0,4-5 0,-5 4-6,1 1 1,0 0-1,0-1 0,0 1 1,0 0-1,1 0 0,3-3 1,-1-5-1,-3 9 0,-1-1 0,0 2 0,0-1 0,1 0 0,0 0 0,-1 0 0,1 1 0,2-3 0,-2 3-1,0-1-1,1 0 1,-1-1-1,0 1 0,-1 0 1,1 0-1,0-1 1,2-4-1,-2 2 3,0 1-4,-1 0 1,1 0-1,0 0 0,0 1 0,0-1 1,0 1-1,1 0 0,0 0 0,-1 0 1,6-5-1,-6 6 4,0 1-1,-1-1 1,1 0 0,-1 0 0,0 0-1,0 0 1,0 0 0,0 0 0,0 0 0,0 0-1,0 0 1,-1 0 0,1-1 0,-1 1-1,1 0 1,-1-3 0,0-43-28,-1 23 62,1 24-33,0 0 0,0 0-1,0 0 1,0 0 0,0 0 0,0 0-1,0 0 1,0-1 0,0 1 0,0 0-1,0 0 1,-1 0 0,1 0 0,-1 0-1,1 0 1,-1 0 0,1 0 0,-1 1-1,1-1 1,-1 0 0,0 0 0,1 0-1,-1 0 1,0 1 0,0-1 0,0 0 0,1 1-1,-1-1 1,0 1 0,0-1 0,-2 0-1,3 1-1,-2 0 2,0-1 0,0 0 0,0 1-1,0-1 1,0 0 0,0 0-1,0 0 1,1 0 0,-1 0 0,0-1-1,1 1 1,-1 0 0,0-1-1,1 1 1,0-1 0,-2-2 0,1 3 2,1 0 1,-1 0-1,1 0 1,-1 0-1,0 0 1,1 0-1,-1 0 1,0 1-1,0-1 1,1 1-1,-1-1 1,0 1-1,0 0 1,0 0-1,-3 0 1,-40 0 19,27 1-56,15 0 11,0-1 1,1 0 0,-1 1 0,0 0 0,1-1-1,-1 1 1,1 0 0,-1 1 0,1-1 0,0 0-1,-1 1 1,1-1 0,-4 4 0,-11 7-346,4-3-271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9.2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21 288,'2'0'611,"1"-1"-489,0 1 1,0-1-1,0 0 1,0 0-1,0 0 0,0 0 1,5-3-1,-7 3-104,0 1-1,0-1 0,0 1 1,0-1-1,0 1 0,0 0 1,0-1-1,0 1 0,0 0 1,0 0-1,0 0 0,0 0 1,0 0-1,0 0 0,0 0 1,0 0-1,0 0 0,1 1 1,2 0 23,117-9 228,74 8-1653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09.5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8 352,'21'0'849,"-7"0"143,21 0-752,-14 0-64,15 0-32,-22 0-32,21 0-64,7 0-16,-6 0-32,-22 0-144,7 0-208,14-8-480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8.8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 1040,'0'0'1169,"0"-12"-817,0 4-64,14 8-96,-14-12 32,21 12-800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9.1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64 400,'0'0'897,"14"-12"127,7 0-624,-21 4-352,15 8 0,-15-12 16,0 4-96,0-4-96,21 12-16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4:29.3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68 1201,'0'0'704,"14"0"-224,-14-8-112,0-4-128,0 4-80,0-4-15,0 5-49,22-5-16,-22 4-112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14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0 48,'0'0'43,"0"1"4,0 0 1,0 0 0,0 0 0,1 0 0,-1-1-1,0 1 1,0 0 0,0 0 0,0 0 0,-1 0-1,1-1 1,0 1 0,0 0 0,0 0-1,-1 0 1,1-1 0,0 1 0,-1 0 0,1 0-1,-1-1 1,0 2 0,-13-1 320,10-1-133,4 14 224,0 156-401,1-168-57,-1-1 0,0 1 0,0 0 0,1-1 0,-1 1 0,1-1-1,-1 1 1,1-1 0,0 1 0,-1-1 0,1 1 0,0-1 0,0 0-1,2 3 1,-2-3 0,0 0 0,0 1 1,0-1-1,0 0 0,0 0 0,0 1 0,-1-1 0,1 1 0,0-1 0,-1 1 0,0-1 0,1 1 1,-1-1-1,1 3 0,-2 19 21,0-17-19,1 0 0,-1 1 1,1-1-1,1 0 0,-1 1 0,1-1 1,2 7-1,3-6 4,-6-6-6,1-1 0,-1 1 0,1-1 0,-1 1 0,1 0 0,-1-1 0,1 1 0,-1 0 0,0 0 0,1-1 0,-1 1 0,0 0 0,0 0 0,0 0 0,1-1 0,-1 1 0,0 0-1,0 0 1,0 1 0,0-1 0,0 1 0,0-1-1,0 0 1,0 1-1,1-1 1,-1 0-1,0 1 1,1-1 0,-1 0-1,1 0 1,0 1-1,-1-1 1,1 0-1,0 0 1,0 0 0,0 0-1,0 0 1,0 0-1,0 0 1,2 1-1,0 2 2,-2-2-3,0-1 0,0 1 0,0 0 1,-1 0-1,1 0 0,-1 0 0,0 0 1,1 0-1,-1 0 0,0 0 0,0 0 1,0 0-1,0 0 0,-2 4 0,2 1-3,-1 0-4,1-5 7,0-1 0,0 1 0,0-1-1,-1 0 1,2 1 0,-1-1 0,0 1 0,0-1 0,0 1-1,1-1 1,-1 1 0,1-1 0,0 3 0,1 0 5,0 0 0,0 0 0,-1 0 0,0 0 0,0 1 0,0-1 0,0 0 0,0 1 0,-1 5 0,4-7-10,10 5 9,-11-6-32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15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10 80,'0'0'1398,"0"1"-1347,0 0 0,0 1 0,0-1-1,0 0 1,0 0 0,0 0 0,0 0 0,0 1 0,0-1 0,1 0 0,-1 0-1,0 0 1,1 0 0,0 2 0,8 0-19,-4 2-9,-4-5-20,0 1-1,-1-1 1,1 1-1,0-1 1,-1 1 0,1-1-1,0 1 1,0-1-1,0 0 1,0 1 0,-1-1-1,1 0 1,0 0-1,0 1 1,0-1 0,0 0-1,0 0 1,0 0-1,0 0 1,0 0 0,-1-1-1,3 1 1,156 0 90,-142 3-77,-15-2-13,0 0 0,0 0-1,0-1 1,-1 1 0,1-1-1,0 0 1,0 1 0,0-1-1,3 0 1,28 0 154,-18-9-181,1 0 30,-15 9-6,-1 0 1,0 0 0,0 0 0,0 0-1,1-1 1,-1 1 0,0 0 0,0 0-1,0 0 1,1 0 0,-1 0 0,0 0-1,0 0 1,0-1 0,1 1 0,-1 0-1,0 0 1,0 0 0,0-1 0,0 1 0,0 0-1,0 0 1,1 0 0,-1-1 0,0 1-1,0 0 1,0 0 0,0 0 0,0-1-1,0 1 1,0 0 0,0 0 0,0-1-1,0 1 1,1-3-3,4 2-3,-4 1 5,-1-1 0,0 1 1,1 0-1,-1 0 0,0 0 0,1 0 0,-1 0 0,0 0 1,1-1-1,-1 1 0,0 0 0,1 0 0,-1 0 0,0-1 1,0 1-1,1 0 0,-1 0 0,0-1 0,0 1 1,0 0-1,1-1 0,-1 1 0,0 0 0,0-1 0,0 1 1,0 0-1,0-1 0,0 1 0,1 0 0,-1-1 0,0 1 1,0-1-1,0 1 0,0 0 0,0-1 0,0 1 1,-1 0-1,1-1 0,0 1 0,0-1 131,0 1-130,0 0 0,0-1 1,0 1-1,0 0 0,0 0 0,0 0 1,0-1-1,1 1 0,-1 0 0,0 0 0,0 0 1,0-1-1,0 1 0,-1 0 0,1 0 1,0 0-1,0-1 0,0 1 0,0 0 0,0 0 1,0 0-1,0-1 0,0 1 0,0 0 1,0 0-1,0 0 0,-1 0 0,1 0 0,0-1 1,0 1-1,0 0 0,0 0 0,-1 0 1,1 0-1,0 0 0,0-1 0,-4 0 0,0 1 0,0-1-1,0 1 1,0 0-1,0 0 1,-8 1 0,-1-1 2,10 0 1,0 1-1,0-1 0,-1 1 0,1 0 1,0 0-1,0 0 0,0 0 1,-4 2-1,3-1-7,1 0 1,-1-1-1,0 0 1,1 1-1,-1-1 0,0-1 1,0 1-1,-7 0 1,-1 2 4,10-2 1,0 0-1,0 0 0,0-1 1,0 1-1,0-1 0,0 0 0,0 1 1,-2-1-1,-13 0-1,14 0 8,-1 0-16,-1 0 7,-13 0 0,18 0 2,0 0-1,-1 0 1,1 0 0,-1 0 0,1 1-1,0-1 1,-1 0 0,1 0-1,-1 0 1,1 0 0,0 1-1,-1-1 1,1 0 0,0 0 0,-1 1-1,1-1 1,0 0 0,-1 1-1,1-1 1,0 0 0,0 1 0,0-1-1,-1 0 1,1 1 0,0-1-1,0 1 1,0-1 0,0 0-1,-1 1 1,1-1 0,0 1 0,0 0-1,-3 2-5,-7-1 3,0 0 1,0-1-1,1 0 1,-17 0-1,24-1-17,2 0 19,0 1 0,0-1 0,0 1 0,0-1 0,0 1 0,0-1 0,0 0 1,0 1-1,-1-1 0,1 1 0,0-1 0,0 1 0,0-1 0,0 1 0,-1-1 0,1 0 0,0 1 0,-1-1 0,1 1 0,0-1 0,0 0 0,-1 1 0,1-1 0,-1 0 0,1 1 0,0-1 0,-1 0 0,1 0 0,-1 0 0,1 1 0,-1-1 0,1 0 0,0 0 0,-1 0 0,1 0 0,-1 0 0,1 0 0,-1 0 0,1 0 0,-1 0 0,1 0 0,-1 0 1,1 0-1,-1 0 0,0 0 0,-2 0 4,3 0-4,0 0 0,-1 0 0,1 0 0,0 0 0,0 0 1,0 0-1,-1 0 0,1 0 0,0 0 0,0 0 0,0 0 1,-1 1-1,1-1 0,0 0 0,0 0 0,0 0 0,-1 0 0,1 0 1,0 1-1,0-1 0,0 0 0,0 0 0,0 0 0,0 1 1,0-1-1,-1 0 0,1 0 0,0 0 0,0 1 0,0-1 0,0 0 1,-1 2 2,-8 2-19,4 0 13,4-3 5,1-1-1,-1 1 1,1-1-1,-1 1 1,0-1-1,0 1 1,1-1-1,-1 0 1,0 1-1,0-1 1,1 0-1,-1 0 1,0 1-1,0-1 1,0 0-1,1 0 1,-1 0-1,0 0 1,0 0-1,0 0 1,0 0-1,-1-1 81,2-10-1736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17.1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64,'0'0'491,"0"10"1304,0 12-1747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2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72 259 80,'0'0'256,"-2"0"-90,-8 0 23,8 0 16,-2 0 1,-25 0 207,27 0-343,-1 0-57,-15 0 1076,18-25-478,0 18-441,-1 5-161,1 0 0,0 0 0,0 0 0,0 0 0,0 1 0,0-1 1,0 0-1,0 0 0,1 0 0,-1 0 0,0 1 0,1-1 0,0 0 0,1-2 0,4 0 3,-6 3-11,1 1 0,0 0 0,-1-1 0,1 1 0,0 0 1,-1-1-1,1 1 0,0-1 0,-1 1 0,1-1 1,-1 1-1,1-1 0,-1 1 0,0-1 0,1 0 0,-1 1 1,0-1-1,1 0 0,-1 1 0,0-1 0,1 0 0,-1 1 1,0-1-1,0 0 0,0 0 0,0 1 0,0-1 0,0-1 1,0 0 0,1-1 0,-1 1-1,1-1 1,0 1 0,0-1 0,0 1 0,0 0 0,0 0 0,0-1 0,0 1 0,1 0 0,-1 0 0,1 0 0,0 0 0,0 1 0,-1-1 0,1 0 0,0 1 0,0-1-1,0 1 1,5-2 0,-6 2-1,0 1-1,0-1 0,0 0 0,0 0 0,0 0 1,0 1-1,0-1 0,-1 0 0,1 0 0,0 0 1,0 0-1,-1 0 0,1 0 0,-1-1 0,1 1 1,-1 0-1,1 0 0,-1 0 0,0 0 0,1-1 1,-1 1-1,0 0 0,0 0 0,0-1 0,0 1 0,0-2 1,0 3-1,0-1 1,0 0-1,0 0 1,0 1-1,0-1 1,0 0 0,0 1-1,0-1 1,1 0-1,-1 1 1,0-1-1,1 0 1,-1 1-1,0-1 1,1 0-1,-1 1 1,0-1 0,1 1-1,-1-1 1,1 1-1,0-1 1,-1 1-1,1-1 1,-1 1-1,1-1 1,-1 1-1,2-1 1,5-4 8,-6 4-10,-1 0 1,1 0-1,-1 0 1,0 0-1,0 0 0,1 0 1,-1 0-1,0 0 1,0 0-1,0 0 1,0 0-1,0 0 1,0 0-1,0 0 1,-1-1-1,1 1 0,0 0 0,0-1 0,0 1 0,0 0 0,0-1 0,0 1 0,0 0 0,0 0 0,1-1 0,-1 1 0,0 0 1,1 0-1,-1-1 0,1 1 0,0-1 0,0 0 6,1 0 0,-1 0 0,0 0 0,0 0 0,0 0 0,0 0 0,0 0 0,0-1 0,-1 1 0,1 0 0,-1 0 0,0-1 0,1 1 0,-1 0 0,0-3 0,0 3 40,-2 31 109,2 46 0,2-20 152,-2 113 737,0-167-1042,0-1 1,0 0 0,0 1-1,0-1 1,0 1-1,0-1 1,0 0-1,0 1 1,1-1-1,-1 1 1,0-1 0,0 0-1,1 1 1,-1-1-1,0 0 1,0 1-1,1-1 1,-1 0-1,0 1 1,1-1 0,-1 0-1,0 0 1,1 0-1,-1 1 1,1-1-1,-1 0 1,0 0-1,1 0 1,-1 0 0,1 0-1,-1 0 1,0 1-1,1-1 1,-1 0-1,1 0 1,0-1-1,-1 1 0,1 0 0,-1 0-1,0 0 1,1 0 0,-1 0-1,0 0 1,1 0-1,-1 1 1,0-1 0,1 0-1,-1 0 1,0 0 0,1 0-1,-1 0 1,0 0-1,1 1 1,-1-1 0,0 0-1,1 0 1,-1 0 0,0 1-1,0-1 1,1 0-1,-1 0 1,0 1 0,0-1-1,0 0 1,1 1 0,-1-1-1,0 0 1,0 1-1,0-1 1,0 0 0,0 1-1,1-1 1,-1 2 12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3.0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49 59 144,'0'0'424,"0"-9"665,0 8-966,-1-16 352,1 17-460,0-1 0,0 0 0,0 0 0,0 1 0,0-1 0,0 0 0,1 1 0,-1-1 0,0 0 0,0 1 0,0-1 0,1 0 0,-1 1 1,0-1-1,0 1 0,1-1 0,-1 0 0,1 1 0,0-2 0,9-5 53,-9 6-61,0 0 1,0 0 0,0 0 0,0 0 0,0 1-1,0-1 1,1 0 0,-1 1 0,0-1 0,0 0-1,1 1 1,-1 0 0,0-1 0,1 1 0,-1 0-1,0-1 1,1 1 0,1 0 0,72 0 115,-74 0-119,0 0 0,1 1 0,-1-1 1,0 0-1,0 1 0,0-1 1,1 1-1,-1-1 0,0 1 0,0-1 1,0 1-1,0 0 0,0-1 0,0 1 1,0 0-1,0 0 0,-1 0 0,1 0 1,0 0-1,0 0 0,-1 0 0,1 1 1,1 1 15,-1 0 1,0 0 0,1 0-1,-1 0 1,-1 0-1,1 0 1,0 0 0,-1 0-1,1 6 1,-1 88 496,-1-94-505,1-1-1,0 1 0,0 0 1,-1 0-1,1-1 0,-1 1 1,0 0-1,0-1 0,0 1 0,0-1 1,-1 1-1,1-1 0,0 0 1,-1 0-1,-2 3 0,1-2 9,1 1 0,0-1-1,-1 1 1,1 0 0,-2 5-1,4-7-12,-1 0 0,0 0 0,1 0 1,-1-1-1,0 1 0,0 0 0,0-1 0,0 1 0,0-1 0,0 1 0,0-1 0,-1 1 0,1-1 0,-2 2 1,-3 1 0,5-3-5,-1 1 1,1-1 0,0 0-1,0 0 1,0 0-1,0 1 1,0-1-1,0 0 1,0 1-1,1-1 1,-1 1 0,0-1-1,1 1 1,-1-1-1,1 1 1,0-1-1,-1 4 1,-3-2 23,-1-1-25,-1 0 0,0 0 0,-1 0 1,1-1-1,0 0 0,-9 0 1,-22 4 2,6-3-2,29-2-51,3-2-226,1 1 262,-1-1 1,1 1-1,-1-1 0,1 1 0,0 0 0,0 0 0,0 0 0,-1 0 1,4-1-1,24-9 19,-20 9-4,0 1-1,0 0 1,0 1-1,0 0 0,16 2 1,-15-1-2,1 0 1,-1-1 0,0 0-1,1 0 1,14-4-1,-22 4-2,11-3 1,0 0 1,0 1-1,26 1 0,-32 0 4,0 0 0,0 0 0,-1-1-1,10-2 1,-8 1 14,1 1-1,0 0 1,0 0 0,13 0-1,-10 2-6,23 0 8,-34 0-18,1 0-1,-1-1 1,0 1 0,1-1-1,-1 1 1,0-1-1,1 0 1,-1 0 0,0 0-1,0 0 1,3-2-1,-3 1 11,-17 2-2207,-5 0 449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3.4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93 192,'0'-1'51,"0"0"-1,0 0 1,0 0 0,0 0-1,0 0 1,0 0 0,0-1 0,0 1-1,1 0 1,-1 0 0,1 0-1,0-1 1,9-2 574,-2 2-562,-2-1 19,-1 1 0,1-1-1,-1 0 1,1 0-1,5-5 1,-6 5-43,-1-1-1,1 1 1,0 0 0,0 1-1,0-1 1,1 1 0,-1 0-1,9-2 1,-5 3 4,-6 1-18,1-1 0,0 1 0,0-1-1,-1 0 1,1 0 0,-1 0 0,1-1 0,5-2 0,-2 1 6,0 1 0,1 0 1,-1 1-1,1-1 0,-1 1 0,1 1 1,-1 0-1,1 0 0,10 1 0,4 0-7,-19-1-21,-3 21-433,0-20 397,-1 0 0,1 0 0,-1 1 0,1-1 1,-1 0-1,0 0 0,0 0 0,1 0 0,-1-1 0,0 1 0,0 0 0,0 0 0,0 0 0,0-1 0,-2 2 0,-19 11-982,3-4 52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3.9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161 0 272,'0'129'2799,"15"-129"-2735,15-1-50,20 0-12,-46 1-2,0 0 1,1 1-1,-1-1 1,0 1 0,0 0-1,0 0 1,0 1-1,4 1 1,-3-1 5,-2 0-6,0-1 1,0 1 0,-1-1-1,1 1 1,0 0-1,-1 0 1,1 1 0,-1-1-1,1 0 1,-1 1-1,0-1 1,3 6-1,0-1 0,-3-6 2,-1 1-1,0-1 0,0 1 1,0-1-1,0 1 0,0 0 1,0-1-1,0 1 0,-1 0 1,1 0-1,-1-1 0,1 1 1,-1 0-1,0 0 0,0 0 1,0 0-1,0 2 0,0 53 184,0-55-180,-1-1 0,0 1 1,1 0-1,-1-1 1,0 1-1,0-1 1,0 1-1,0-1 1,-1 0-1,1 1 0,0-1 1,0 0-1,-1 0 1,1 0-1,-1 0 1,1 0-1,-1 0 1,1 0-1,-1-1 0,-2 1 1,0 2 2,-1-1 1,1-1-1,-1 1 0,0-1 1,0 0-1,0 0 1,-5 1-1,5-2 0,-1 0 1,1 1-1,0-1 0,0 1 0,-5 2 1,4-1-7,0-1 0,0 0-1,1 0 1,-1 0 0,-7-1 0,-101 0-34,110 0 1,0 0 0,0 0 0,1-1 0,-1 0 0,0 0 0,0 0 0,-4-2-1,0 1-66,6 1 32,-1 0-1,0 0 0,1 0 1,-1 0-1,1 0 0,0 0 1,-1-1-1,1 1 0,0-1 1,0 0-1,0 1 0,0-1 0,-2-3 1,-12-15-833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4.8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72 320,'0'-11'1281,"0"2"-569,0-31 550,1 39-1258,-1 0 0,1 1 0,-1-1 0,1 1 0,-1-1 0,1 1-1,-1-1 1,1 1 0,-1-1 0,1 1 0,-1-1 0,1 1 0,0 0 0,-1-1 0,1 1 0,0 0 0,-1 0 0,2-1 0,-1 1 1,0-1 0,0 1-1,0 0 1,0-1 0,-1 1 0,1 0 0,0 0 0,0-1 0,0 1 0,0 0 0,0 0 0,0 0 0,0 0 0,0 0 0,0 1-1,2-1 1,1 1 10,17-2 4,-12 1-5,0 0 1,-1 0 0,15 2 0,-23-2-14,1 0-1,0 0 1,-1 1 0,1-1 0,0 0-1,-1 0 1,1 1 0,-1-1 0,1 0 0,-1 1-1,1-1 1,0 0 0,-1 1 0,1-1 0,-1 1-1,1-1 1,-1 1 0,0-1 0,1 1 0,-1-1-1,0 1 1,1-1 0,-1 2 0,6 6 12,8 3 4,-13-10-13,0-1-1,0 1 1,0 0 0,0-1-1,0 1 1,0 0 0,0 0-1,0 0 1,0 0 0,0 0-1,0 0 1,-1 0 0,1 0 0,0 0-1,-1 0 1,1 0 0,-1 0-1,1 0 1,-1 1 0,1-1-1,-1 0 1,0 0 0,0 1-1,1 1 1,-1 70 258,-1-71-259,1 0 0,0 0 0,0-1 0,-1 1 0,1 0 1,-1-1-1,0 1 0,1 0 0,-1-1 0,0 1 1,0-1-1,0 1 0,0-1 0,0 0 0,0 1 0,0-1 1,-1 0-1,1 0 0,0 1 0,-1-1 0,1 0 0,-1-1 1,1 1-1,-1 0 0,0 0 0,1-1 0,-1 1 0,0-1 1,1 1-1,-1-1 0,0 0 0,0 1 0,1-1 0,-1 0 1,0 0-1,-2-1 0,2 1 24,-2 0-49,-10 0-12,11 0 79,3 2-47,0-1 2,0 0 1,0 1-1,0-1 1,0 0-1,0 1 1,1-1-1,-1 0 0,0 0 1,1 1-1,-1-1 1,1 0-1,0 0 1,-1 1-1,1-1 1,0 0-1,0 0 1,0 0-1,-1 0 1,1 0-1,2 1 1,-1-1 0,1 1 1,0-1-1,0 0 1,0 0 0,0 0-1,0 0 1,3 0-1,10 3-2,-9-2-8,-3 0 10,1 0 0,-1-1-1,1 0 1,-1 0 0,1-1 0,-1 1-1,9-1 1,-6 0 8,0 0 19,0 0 1,1 0-1,-1 0 1,0 1 0,0 0-1,0 1 1,11 3-1,-2 1 55,-14-5-69,-1-1 1,1 1-1,-1-1 1,1 1-1,-1-1 0,0 1 1,1 0-1,-1 0 0,0 0 1,1 0-1,-1 0 1,2 1-1,11 0-1922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7.2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12 208,'0'0'47,"0"-1"-1,0 1 1,0 0-1,1-1 1,-1 1-1,0 0 1,0-1-1,0 1 1,0-1-1,0 1 1,0 0-1,0-1 1,0 1 0,0 0-1,0-1 1,0 1-1,0-1 1,-1 1-1,1 0 1,0-1-1,0 1 1,0 0-1,0-1 1,-1 1-1,1 0 1,0-1-1,0 1 1,-1 0-1,1 0 1,0-1 0,0 1-1,-1 0 1,0-1-1,-16 1 1536,16 8-1420,1-6-147,0-1 0,0 0 0,0 1 0,0-1 0,0 1 0,0-1 0,0 1 0,0-1 0,0 1 0,1-1 1,-1 1-1,1-1 0,-1 1 0,1-1 0,0 2 0,19 33 223,9 24-33,-26-54-190,0-1 0,-1 0 0,0 1 0,0-1 1,-1 1-1,1 0 0,-1-1 0,1 10 0,-3-1 7,0-10-20,1-1 0,0 1-1,0-1 1,0 1-1,0-1 1,0 1 0,1 0-1,0-1 1,-1 1-1,3 4 1,5 0 14,-8-7-19,1 0-1,0 0 1,0-1 0,0 1-1,-1 0 1,1 0-1,0 0 1,-1 0 0,1 1-1,-1-1 1,1 0-1,-1 0 1,1 0 0,-1 0-1,0 0 1,0 1-1,1-1 1,-1 0 0,0 0-1,0 0 1,-1 2-1,1 29-2269,0-32 2246,0 0 0,0 1 0,0-1 0,0 0 0,0 0 0,0 0-1,0 1 1,0-1 0,0 0 0,0 0 0,0 0 0,0 1 0,0-1 0,0 0-1,0 0 1,0 0 0,-1 0 0,1 1 0,0-1 0,0 0 0,0 0 0,0 0-1,0 0 1,-1 0 0,1 1 0,0-1 0,0 0 0,0 0 0,-1 0 0,-16 1-1206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7.5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50 208,'4'-1'595,"2"-1"-354,1 0 1,0 1-1,0 0 1,0 1-1,12-1 1,2-3-92,-5-1 4,4 1 55,-1 1 0,29 0 0,-39 3-173,0-1 1,0 0-1,0 0 1,0-1-1,14-4 1,-9 2-7,0 1 0,0 1 1,1 0-1,-1 1 0,1 1 1,22 2-1,-2-1-34,-34-1 4,0 0 0,0 0-1,0 0 1,0 0 0,-1 0 0,1 1 0,0-1 0,0 0 0,-1 0 0,1 1 0,0-1 0,0 0 0,-1 1 0,1-1 0,0 1 0,-1-1 0,2 2-1,2 1-3,1 0-154,0-1-1,0 1 0,0-1 0,1 0 1,-1 0-1,1 0 0,8 1 0,-10-3-718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9.4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0 110 128,'0'10'1302,"0"2"-470,0-8-385,0-11-253,0-120-154,0 125-51,2 4 3,-1-2 9,0 0-1,0 1 1,-1-1-1,1 1 1,0-1-1,-1 1 1,1-1-1,-1 1 1,1 0-1,-1-1 1,1 1-1,-1-1 1,1 1-1,0 1 1,1 17 76,-2-18-70,0 1-1,0-1 0,1 1 1,-1-1-1,0 0 0,1 1 1,-1-1-1,1 1 0,0-1 1,-1 0-1,1 0 0,0 1 1,0-1-1,0 0 0,1 2 1,-1-2 0,0 0 0,0 0 1,0 1-1,0-1 0,0 0 1,0 1-1,-1-1 0,1 1 1,0-1-1,-1 1 0,1 0 1,-1-1-1,0 1 0,1 0 1,-1 2-1,-1 13 53,1-11-24,-1-1 0,1 1 0,0 0 0,0 0-1,1-1 1,0 1 0,1 5 0,4-4 13,-6-6-45,1 0 0,-1-1 0,1 1 0,-1-1-1,1 1 1,-1 0 0,1-1 0,-1 1 0,0 0 0,1 0 0,-1-1 0,0 1 0,0 0 0,1 0 0,-1-1 0,0 1 0,0 0 0,0 0 0,0 1 0,0 85-113,0-85-220,3-2-674,15 0 182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39.9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73 384,'0'-10'1494,"0"-49"-832,7 57-615,-2 2-38,15 0 4,-13-1 5,0 1 1,1-1 0,-1 2 0,0-1-1,12 3 1,-19-2-17,1-1 0,-1 0-1,1 1 1,-1-1 0,0 0 0,0 1-1,1-1 1,-1 1 0,0-1 0,0 1-1,0-1 1,1 1 0,-1-1 0,0 1-1,0-1 1,0 1 0,0-1 0,0 1-1,0-1 1,0 1 0,0-1 0,0 1-1,2 11 42,1-6-30,-2-4 4,0 1 0,1 0 0,-1 0 0,0-1 0,-1 1 0,1 0 1,0 0-1,-1 0 0,1 5 0,-1 6 15,1-8 0,-1 0-1,0 0 1,0 1 0,-1-1-1,1 0 1,-3 7-1,-2-5 3,4-7-31,1 0-1,-1 0 1,0 0-1,1 0 1,-1 0-1,1 0 1,-1 0 0,1 0-1,0 0 1,-1 0-1,1 0 1,0 0-1,0 0 1,0 0 0,0 2-1,0 23 180,15-26-180,105 0 17,-119 0-20,0 0 1,-1 0-1,1 0 1,-1 1-1,1-1 1,0 0-1,-1 0 1,1 0-1,0 0 1,-1 1-1,1-1 1,-1 0-1,1 1 1,-1-1-1,1 0 1,-1 1-1,1-1 0,-1 1 1,1-1-1,-1 1 1,1-1-1,-1 1 1,0-1-1,1 1 1,-1-1-1,0 1 1,1-1-1,-1 1 1,0 0-1,6 9-10,-2-7 8,-2-2 4,-1 0 0,0 0 0,-1 0 0,1-1 1,0 1-1,0 0 0,0 0 0,0 0 0,-1 0 0,1 1 0,0-1 0,-1 0 0,1 0 0,-1 0 0,0 0 0,1 1 0,-1-1 0,0 0 0,0 0 0,1 1 0,-1-1 1,0 2-1,0 67 572,-1-69-564,1-1-1,0 1 0,-1 0 1,1-1-1,0 1 0,-1-1 1,1 1-1,-1-1 0,1 1 1,-1-1-1,1 1 1,-1-1-1,1 0 0,-1 1 1,0-1-1,1 0 0,-1 1 1,1-1-1,-1 0 0,0 1 1,-19 6 41,15-6-28,-5 1 0,0 0 0,-1-1 0,1-1 1,0 0-1,-14-2 0,-2 1-75,24 1 2,0 1 0,0-1 0,0-1 0,0 1 0,0 0 0,0 0 0,0-1-1,0 1 1,0-1 0,0 0 0,0 1 0,-3-3 0,4 2-9,0 0 0,0 0 0,1 0 0,-1 0 0,0 0 0,1 0 0,-1 0 0,0-1 0,1 1 0,0 0 0,-1 0 0,1 0 0,0-1 0,0 1 0,-1 0 0,1 0 0,0-1 0,0 1 0,1-1-1,-1-7-760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0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61 256,'0'0'483,"0"-13"771,0 7-1170,0 4-44,-1-1-1,1 0 1,0 1 0,0-1-1,0 0 1,1 0-1,-1 1 1,1-1 0,0-3-1,3 4-25,0 0 0,0 1-1,0-1 1,0 1 0,0 0 0,0 0-1,0 0 1,0 1 0,0 0 0,0-1-1,1 1 1,-1 1 0,6 0 0,10-1 79,-19 0-80,1 0-1,-1 1 1,1-1 0,-1 0 0,1 1 0,-1-1 0,1 1 0,-1-1 0,0 1 0,1-1 0,-1 1-1,0 0 1,1 0 0,-1 0 0,0 0 0,0 0 0,0 0 0,0 0 0,0 0 0,0 0 0,0 0 0,0 1-1,-1-1 1,1 0 0,0 1 0,-1-1 0,1 0 0,-1 1 0,1-1 0,-1 1 0,0-1 0,1 1 0,-1-1-1,0 1 1,0-1 0,-1 3 0,2-1 2,-1-1-1,0 0 1,0 0 0,1 0-1,-1 0 1,1 0 0,-1 0-1,1 0 1,0 0 0,0-1-1,0 1 1,0 0 0,2 2-1,-2-3 0,0 1 0,0 0-1,1 0 1,-2 0-1,1-1 1,0 1-1,0 0 1,-1 0-1,1 0 1,-1 0-1,1 0 1,-1 0-1,0 3 1,0 212 42,-3-213-445,-11 1-76,14-5 435,-1 0 0,1 0 0,0 0 0,0 1 0,-1-1 0,1 0 0,0 0 0,0 0 0,-1 1 0,1-1 0,0 0-1,0 0 1,0 1 0,0-1 0,-1 0 0,1 0 0,0 1 0,0-1 0,0 0 0,0 0 0,0 1 0,0-1 0,0 0 0,0 1 0,0-1-1,0 0 1,0 1 0,0 3-251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0.6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79 176,'0'-1'50,"0"1"0,0 0 0,0 0 0,0-1 0,0 1 0,0 0-1,0 0 1,-1-1 0,1 1 0,0 0 0,0 0 0,0-1 0,0 1 0,1 0 0,-1 0 0,0-1-1,0 1 1,0 0 0,0 0 0,0-1 0,0 1 0,0 0 0,0 0 0,0 0 0,1-1 0,-1 1 0,0 0-1,0 0 1,0 0 0,0-1 0,1 1 0,-1 0 0,0 0 0,29 0 622,-28 0-659,0 0-1,0 0 1,-1 0-1,1-1 1,0 1-1,0 0 1,-1 0-1,1 0 0,0-1 1,-1 1-1,1 0 1,0-1-1,-1 1 1,1 0-1,-1-1 1,1 1-1,0-1 1,0 0-1,4-3 37,-2 3-32,0 0 1,0 1-1,0-1 1,0 1 0,0 0-1,0 0 1,0 0-1,3 0 1,-3 1-12,-1-1 0,1 0 0,0 0 0,-1 0 0,1 0 0,-1-1 0,1 1 0,-1-1 0,1 1 0,-1-1 0,1 0 0,-1 0 0,5-2 0,-1 0-3,0 1 0,0 0-1,0 0 1,1 1-1,-1 0 1,7-1-1,24-5-121,-19 1-50,-13 5 3,0 0 0,0-1 1,-1 1-1,1-1 0,7-5 1,-11 7 122,-1 0 0,0-1 0,1 1 0,-1-1 0,0 1 0,0-1-1,1 1 1,-1-1 0,0 0 0,0 1 0,0-1 0,1 1 0,-1-1 0,0 1 0,0-1 0,0 0 0,0 1 0,0-2 0,0 2 28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1.1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40 592,'3'-14'810,"4"10"-373,0 1-360,1-2 44,8-1-10,6 2-10,1 2 0,0 0-1,30 3 1,-19-1-43,-33 0-54,0 0 1,0 0-1,1 0 0,-1 1 0,0-1 1,0 0-1,0 1 0,0-1 0,0 0 1,0 1-1,0-1 0,0 1 0,0 0 1,0-1-1,0 1 0,0 0 0,-1 0 1,1-1-1,0 1 0,0 0 0,-1 0 1,1 0-1,0 0 0,-1 0 0,1 0 1,0 2-1,5 7 63,-5-8-60,0-1 0,-1 1 0,1 0 0,-1-1 0,0 1 0,1 0 0,-1 0 0,0-1 0,0 1 0,0 0 0,0 0 0,-1 1 0,1 4 22,0 199 704,0-205-726,0 0 0,0 0-1,0-1 1,0 1-1,0 0 1,1 0 0,-1 0-1,0 0 1,0-1-1,1 1 1,-1 0 0,1 0-1,-1-1 1,1 1-1,-1 0 1,1-1 0,-1 1-1,1 0 1,0-1-1,-1 1 1,1-1 0,0 1-1,-1-1 1,1 1-1,0-1 1,0 0 0,0 1-1,-1-1 1,1 0 0,0 0-1,1 1 1,28 0 125,-24-1-134,120 0-1351,-110 0 305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1.8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59 1 368,'0'0'838,"-4"0"-208,-2-1-403,-11 2 811,17-1-1018,-1 0 1,1 0-1,0 0 1,-1 1 0,1-1-1,-1 0 1,1 0-1,0 0 1,-1 1-1,1-1 1,0 0 0,-1 0-1,1 1 1,0-1-1,-1 0 1,1 1-1,0-1 1,0 0 0,-1 1-1,1-1 1,0 1-1,0-1 1,0 1-1,-1-1 1,1 0 0,0 1-1,0-1 1,0 1-1,0-1 1,0 1-1,0 0 1,0 0 11,0 0 1,0 0-1,0 0 0,-1 0 1,1 1-1,0-1 0,-1 0 1,1 0-1,-1 0 0,1 0 0,-1 0 1,1 0-1,-1 0 0,0 0 1,1-1-1,-1 1 0,0 0 1,0 0-1,-1 0 0,-4 7 144,4-3-88,1 0 1,-1 0-1,2 0 1,-1 1-1,0-1 1,1 0-1,0 1 1,0-1-1,2 9 1,-1 7 194,-1 255-1483,0-274 623,0-14-2194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2.0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98 496,'0'-11'913,"0"3"-337,14 8-256,7-12-112,-7 4-16,21-3 0,-14 3-32,14 8-80,-1-12-32,1 12-16,0-8-16,0-4-80,0 12-240,20-7-128,-34 7-560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4.1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0 173 128,'4'0'358,"27"0"2040,-31-8-2187,0-150 440,0 157-647,0 1 1,-1 0 0,1-1-1,0 1 1,0-1 0,-1 1-1,1 0 1,0-1 0,-1 1-1,1 0 1,-1-1-1,1 1 1,-1 0 0,1-1-1,0 1 1,-1 0 0,1 0-1,-1 0 1,1-1 0,-1 1-1,1 0 1,-1 0 0,1 0-1,-1 0 1,1 0 0,-1 0-1,1 0 1,-1 0-1,1 0 1,-2 0 0,2 2-2,1-1-1,-1 0 1,0 0 0,0 0 0,1 0 0,-1 0-1,0 0 1,1 0 0,-1 0 0,1 0 0,0 0-1,0 2 1,0-2 0,0 0 0,0 1 0,0-1 0,0 0 0,-1 1 0,1-1 0,-1 1 0,1-1-1,-1 1 1,1-1 0,-1 1 0,0-1 0,0 3 0,0 1 17,-1-4-12,1 0 0,0 0 1,0 1-1,0-1 1,0 0-1,0 0 0,0 1 1,0-1-1,0 0 1,0 0-1,1 1 0,-1-1 1,0 0-1,1 0 1,-1 0-1,1 0 0,1 2 1,0 1-6,2 1 46,-1 0 0,1 0 1,-1 0-1,-1 1 0,1-1 1,-1 1-1,1 0 0,-2-1 1,3 11-1,-4-13-32,1 1 0,-1-1-1,1 0 1,0 0 0,0 0-1,0 0 1,1 0 0,-1 0 0,0 0-1,1 0 1,3 4 0,-2-3 3,0 0 0,-1 0 1,0 1-1,1-1 1,0 7-1,-1 2 10,-1 0 0,0 0 1,-2 20-1,1-9-66,0-23 31,0-1 1,0 1-1,0-1 0,0 0 0,0 1 0,0-1 0,0 1 0,0-1 0,0 1 0,1-1 0,-1 0 1,0 1-1,0-1 0,0 1 0,1-1 0,-1 0 0,0 1 0,1-1 0,-1 0 0,0 1 0,1-1 1,-1 0-1,0 0 0,1 1 0,-1-1 0,0 0 0,1 0 0,-1 0 0,1 1 0,-1-1 0,1 0 0,-1 0 1,0 0-1,1 0 0,-1 0 0,1 0 0,-1 0 0,2 0 0,-2 0-12,0 0 1,1 0-1,-1 0 0,0 0 1,0 0-1,1 0 0,-1 0 0,0 0 1,1 0-1,-1 0 0,0 0 0,1 0 1,-1 0-1,0 1 0,1-1 0,-1 0 1,0 0-1,0 0 0,1 0 0,-1 1 1,0-1-1,0 0 0,1 0 1,-1 1-1,0-1 0,0 0 0,1 0 1,-1 1-1,0-1 0,0 0 0,0 1 1,0-1-1,0 0 0,0 0 0,1 1 1,-1-1-1,0 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4.6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36 144 320,'0'0'464,"0"-10"764,0-47-754,0 56-470,0 0-1,0 0 0,0 0 0,0-1 0,-1 1 0,1 0 0,0 0 0,-1 0 0,1 1 0,0-1 0,-1 0 0,1 0 0,-1 0 1,-1-1-1,1 0-2,0 1 1,0 0 0,1-1 0,-1 1 0,0 0-1,1-1 1,-1 1 0,1-1 0,-1 1-1,1-1 1,0 1 0,-1-1 0,1 0 0,0 1-1,0-2 1,0 1 0,0 1-1,0 0 0,0 0 1,0-1-1,0 1 1,-1 0-1,1 0 0,0 0 1,-1-1-1,1 1 1,-1 0-1,1 0 1,-1 0-1,0 0 0,1 0 1,-1 0-1,0 0 1,0 0-1,0 0 0,0 1 1,0-1-1,-1-1 1,-2-2 13,-1-1 368,6 23-3,-1-1-233,0-17-139,0 1 1,0 0-1,0 0 1,0 0-1,1-1 0,-1 1 1,0 0-1,0 0 1,0-1-1,1 1 0,-1 0 1,0 0-1,1-1 1,-1 1-1,1 0 1,-1-1-1,1 1 0,-1-1 1,1 1-1,-1 0 1,1-1-1,0 1 0,-1-1 1,1 0-1,-1 1 1,2 0-1,5 4 58,-1 11 94,3-4 9,16 38 361,-21-43-468,-3-5-47,0-1 0,0 1 0,0-1 0,0 1 0,-1 0 0,1-1 0,-1 1 0,1 0 0,-1 0 0,1-1 0,-1 1 0,0 3 0,0 0 26,-1-2-28,1-1 1,0 0 0,0 1-1,0-1 1,0 1 0,0-1-1,0 0 1,1 1 0,-1-1-1,1 0 1,-1 1 0,2 2-1,12 10 1,-10-12 10,-4 18-464,0-3-2202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5.0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83 256,'0'-2'606,"0"1"-531,0 0 0,1-1 1,-1 1-1,0 0 0,0 0 0,0 0 1,0-1-1,0 1 0,-1 0 1,1 0-1,0-1 0,0 1 1,-1 0-1,1 0 0,-1 0 0,1 0 1,-2-2-1,-12-2 82,14 5-151,-1-1 0,1 0-1,0 1 1,-1-1-1,1 1 1,-1-1-1,1 0 1,0 1 0,0-1-1,-1 0 1,1 1-1,0-1 1,0 0 0,0 0-1,0 1 1,0-1-1,0 0 1,0 0-1,0 1 1,0-1 0,0 0-1,0 1 1,0-1-1,1-1 1,-1-3 44,0 5-49,0-1 1,0 1-1,0-1 1,0 0-1,0 1 1,0-1 0,1 1-1,-1-1 1,0 1-1,0-1 1,0 1-1,1-1 1,-1 1-1,0-1 1,1 1-1,-1-1 1,0 1-1,1-1 1,-1 1-1,1 0 1,-1-1-1,1 1 1,-1 0 0,0-1-1,1 1 1,0 0-1,17-5 17,-3 3-13,-9-1-1,-2 2 19,1-1-1,-1 1 1,1 0-1,-1 0 1,1 1-1,0-1 0,8 1 1,-1-1 29,20 2 140,-31-1-184,0 0 0,0 0 0,0 0 0,0 0 0,0 1 0,1-1 0,-1 1 0,0-1 0,0 0 1,0 1-1,0 0 0,0-1 0,0 1 0,0 0 0,-1-1 0,1 1 0,0 0 0,0 0 0,0 0 0,-1 0 0,2 1 0,-1 0 11,0 1-1,0-1 0,0 0 0,1 1 0,-1-1 0,1 0 0,-1 0 0,1 0 0,0 0 0,2 1 1,-3-1-10,0 0 9,0 0 0,0 1 0,0-1 0,-1 0 0,1 1-1,-1-1 1,0 1 0,1-1 0,-1 1 0,0-1 0,-1 1 0,0 3 0,1 0-1,-1 17 41,0-16-44,1 0 1,-1 0 0,1 0 0,1 0 0,-1 0 0,1 0 0,2 7-1,-1-10-1,0 0-1,0 0 1,-1 0-1,0 0 0,0 1 1,0-1-1,0 0 0,0 1 1,-1-1-1,0 7 1,0 39 261,3-50-215,73 0 178,-70-2-253,1 0-1,-1 0 0,1 0 1,-1-1-1,0 0 0,0 0 1,6-5-1,-4 4-114,-8 4 114,0 0-1,0-1 1,0 1 0,1 0-1,-1 0 1,0 0-1,0 0 1,0 0 0,1 0-1,-1 0 1,0 0-1,0-1 1,0 1-1,1 0 1,-1 0 0,0 0-1,0 0 1,0-1-1,0 1 1,0 0 0,0 0-1,1 0 1,-1-1-1,0 1 1,0 0-1,0 0 1,0 0 0,0-1-1,0 1 1,0 0-1,0 0 1,0 0 0,0-1-1,0 1 1,1-3-163,4 1-72,-5 2 224,1 0 0,-1 0 0,0 0 0,1 0-1,-1 0 1,0-1 0,1 1 0,-1 0 0,0 0 0,1 0 0,-1-1 0,0 1 0,1 0 0,-1 0 0,0-1-1,0 1 1,1 0 0,-1 0 0,0-1 0,0 1 0,0 0 0,0-1 0,1 1 0,-1 0 0,0-1-1,0 1 1,0-1 0,0 1 0,0 0 0,0-1 0,0 1 0,0 0 0,0-1 0,0 1 0,0 0-1,0-1 1,0-8-905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6.0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53 224,'0'-21'2497,"0"15"-2432,0 5-41,-1-1 0,1 0-1,0 1 1,1-1 0,-1 1-1,0-1 1,0 1-1,1-1 1,0-2 0,0 4-21,-1-1 1,1 0-1,-1 1 1,1-1-1,0 1 1,-1-1-1,1 1 1,0 0-1,0-1 1,-1 1-1,1 0 1,0 0-1,0-1 1,-1 1-1,1 0 1,0 0 0,0 0-1,0 0 1,-1 0-1,1 0 1,2 0-1,8 0 16,-10-1-17,0 1 0,0 0 0,0 0 0,0 0 0,0 0 0,0 0 0,-1 0 1,1 0-1,0 0 0,0 0 0,0 0 0,0 0 0,0 0 0,0 1 0,-1-1 0,1 0 0,0 1 0,0-1 0,0 1 0,-1-1 0,1 0 1,0 1-1,0 0 0,-1-1 0,1 1 0,-1-1 0,1 1 0,0 0 0,-1 0 0,1-1 0,-1 1 0,0 0 0,1 0 0,-1 0 0,1 0 0,0 1 4,0-1 0,0 1 0,0-1-1,0 1 1,1-1 0,-1 0 0,1 1-1,-1-1 1,3 1 0,-3-1 2,0 0 1,0-1-1,0 1 0,1 0 1,-1 0-1,0 0 1,0 0-1,0 0 1,0 0-1,-1 0 1,1 0-1,0 0 1,0 1-1,-1-1 1,1 0-1,-1 0 0,1 1 1,-1-1-1,1 0 1,-1 2-1,1 0 6,-1-1 0,1 1 0,-1-1 0,1 0 0,0 1 0,0-1 0,0 0 0,0 1 0,0-1 0,1 0 0,-1 0 0,1 0 0,-1 0 0,1-1-1,0 1 1,0 0 0,0-1 0,2 2 0,2 3 20,-6-6-28,0 1 1,1-1-1,-1 1 1,0-1-1,1 1 0,-1 0 1,0-1-1,1 1 0,-1-1 1,0 1-1,0 0 0,0-1 1,0 1-1,0 0 1,0-1-1,0 1 0,0-1 1,0 2-1,2 8 57,3-5-28,-5-4-23,1 0 0,0 0 0,0 0 0,-1 0 1,1 0-1,-1 0 0,1 0 0,-1 0 0,1 0 0,-1 1 0,0-1 1,1 0-1,-1 0 0,0 0 0,0 0 0,0 1 0,0 1 1,3 0 99,0-2-82,-2-1-22,-1 1 0,1-1 0,0 0 0,0 1 0,0-1-1,0 1 1,-1-1 0,1 1 0,0-1 0,0 1 0,-1-1-1,1 1 1,-1 0 0,1-1 0,0 1 0,-1 0-1,1 0 1,-1-1 0,0 1 0,1 0 0,-1 0 0,1 1-1,-1-1 8,1 0-1,-1 0 0,1 0 0,-1-1 0,1 1 0,0 0 1,-1-1-1,1 1 0,0 0 0,-1-1 0,1 1 0,0-1 1,0 1-1,-1-1 0,2 1 0,4 1 125,66-2-225,-21 0-2894,-31 0 1225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6.5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0 832,'0'0'1414,"0"2"-1211,0 225 1539,0-76-4871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6.7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0 110 368,'0'0'801,"0"-8"-193,21-4-208,-7 4-160,7-3 128,-7-9-224,7 8-32,-7 12-48,27-7-32,-27-5-16,21 4 0,-14-4-64,-7 12-160,7 0-128,-7 0-64,7 0-288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7.0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1040,'0'0'1599,"0"4"-1402,1-2-156,-1 0 0,0 0 0,1 0-1,0 0 1,-1 0 0,1 0 0,2 4 0,-2-4-9,0 1 0,0-1 0,0 1 1,0-1-1,0 1 0,-1 0 0,1-1 0,-1 5 0,0 169-1072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7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79 640,'0'-1'52,"0"0"-1,0 1 1,0-1 0,0 0-1,0 0 1,1 0-1,-1 0 1,0 1-1,1-1 1,-1 0-1,1 0 1,-1 1 0,1-1-1,-1 0 1,1 1-1,-1-1 1,1 1-1,1-2 1,1-2 105,-1 2-127,-1 1 1,1-1-1,-1 0 0,1 1 1,0-1-1,0 1 0,0 0 1,0-1-1,0 1 0,0 0 1,0 0-1,0 1 1,0-1-1,0 0 0,4 0 1,17-8 54,-15 5-64,0-1-1,1 2 1,-1-1 0,1 1 0,0 0 0,0 1-1,0 0 1,0 0 0,15 0 0,-24 2-22,0 0-1,1 0 1,-1 0 0,0 0-1,0 0 1,0 0 0,0 0-1,0 0 1,1 0 0,-1 0-1,0 0 1,0 0 0,0 0-1,0 0 1,0 0 0,1 0-1,-1 0 1,0 0 0,0 0 0,0 1-1,0-1 1,0 0 0,0 0-1,0 0 1,1 0 0,-1 0-1,0 0 1,0 1 0,0-1-1,0 0 1,0 0 0,0 0-1,0 0 1,0 0 0,0 1-1,0-1 1,0 0 0,0 0 0,0 0-1,0 0 1,0 0 0,0 1-1,0-1 1,0 0 0,0 0-1,0 0 1,0 0 0,0 0-1,0 1 1,0-1 0,0 0-1,0 0 1,-1 0 0,-2 6-38,-17 13-230,20-18 248,-1 0-1,0 0 1,0-1-1,0 1 1,0-1 0,0 1-1,0 0 1,0-1 0,0 0-1,0 1 1,-1-1-1,1 0 1,0 0 0,0 1-1,0-1 1,0 0-1,0 0 1,-1 0 0,1 0-1,-2-1 1,3 1-15,-1 0-1,0 0 1,0 0 0,0 0 0,0 0-1,0 0 1,0 0 0,0 0 0,0 0 0,0 0-1,0 1 1,0-1 0,0 0 0,0 1-1,0-1 1,0 1 0,0-1 0,0 1-1,-1 0 1,0 15-439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7.7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1 288,'0'0'563,"0"2"-27,0 165 1118,0-166-1651,0 0-1,1 0 1,-1-1-1,0 1 0,0 0 1,0 0-1,0 0 1,1-1-1,-1 1 0,0 0 1,1 0-1,-1-1 0,0 1 1,1 0-1,-1-1 1,1 1-1,-1 0 0,1-1 1,0 1-1,-1-1 1,1 1-1,-1-1 0,1 1 1,0-1-1,0 1 1,-1-1-1,1 0 0,0 1 1,0-1-1,0 0 0,2 1 7,-3-1-8,0 1 0,1-1 1,-1 0-1,0 0 0,0 0 0,0 0 0,1 0 0,-1 0 1,0 0-1,0 0 0,0 0 0,1 1 0,-1-1 0,0 0 1,0 0-1,0 0 0,0 0 0,0 1 0,1-1 0,-1 0 1,0 0-1,0 0 0,0 1 0,0-1 0,0 0 0,0 0 1,0 0-1,0 1 0,0-1 0,0 0 0,0 0 0,0 1 1,0-1-1,0 0 0,2 3 9,3-2-8,0 0 0,0-1 1,0 0-1,0 0 0,0 0 1,0 0-1,7-2 0,-6 0-6,-1 0-1,1-1 0,-1 1 0,0-1 0,0 0 0,7-5 1,-9 5 2,1 0-1,1 0 1,-1 0 0,0 1 0,1 0 0,-1 0 0,1 0 0,-1 0 0,1 1 0,0 0 0,8-2 0,3 3 0,20 0-39,-35 0 41,1 0 0,-1 0 0,1 0 0,-1 1 0,0-1 0,1 0 0,-1 1 0,0-1 0,1 1 0,-1-1 0,0 1 0,0 0 0,0 0 0,1-1 0,-1 1 0,0 0 0,0 0 0,1 2 0,0-1 1,-1 0 6,0 0 0,1 1 0,-1-1 0,0 0 0,0 0 0,-1 1-1,1-1 1,0 0 0,-1 1 0,1-1 0,-1 1 0,0-1-1,0 1 1,0 2 0,0 44 207,0-47-203,0-1 0,0 1 0,-1-1 0,1 0 0,0 1 0,-1-1-1,1 0 1,-1 1 0,1-1 0,-1 0 0,1 0 0,-1 1 0,0-1 0,0 0 0,0 0 0,0 0 0,-1 1 0,-22 14 84,4-3-11,13-6-59,6-5-19,-1 0-1,0 0 1,0-1-1,0 1 1,0-1-1,0 1 0,0-1 1,0 0-1,-1 0 1,1 0-1,-3 1 0,-16 3 36,14-3-43,-1 0 0,0 0 1,0-1-1,-10 0 0,12 0-97,0-1 0,-1 0 1,1-1-1,0 1 0,0-1 0,0 0 0,0-1 0,0 1 0,-6-4 0,8 2-448,4-3-256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8.1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0 196 112,'0'-1'18,"1"1"-1,-1-1 1,0 1 0,0-1-1,0 1 1,1 0 0,-1-1-1,0 1 1,0-1 0,1 1-1,-1 0 1,0-1-1,1 1 1,-1 0 0,0-1-1,1 1 1,-1 0 0,1-1-1,-1 1 1,1 0 0,-1 0-1,1 0 1,-1-1 0,0 1-1,1 0 1,-1 0-1,1 0 1,-1 0 0,1 0-1,-1 0 1,1 0 0,-1 0-1,1 0 1,-1 0 0,1 0-1,-1 0 1,2 1 0,0-1 90,-2 0-71,0-1-1,1 1 1,-1 0-1,0-1 1,1 1 0,-1 0-1,0-1 1,1 1-1,-1-1 1,0 1 0,0 0-1,0-1 1,1 1-1,-1-1 1,0 1 0,0-1-1,0 1 1,0-1-1,0 1 1,0-1 0,0 1-1,0 0 1,0-1-1,0 0 1,1-8 113,1 6-135,-1 2-2,0 0 0,0-1 0,0 1 0,0-1 0,0 1 0,0-1 0,-1 0 0,1 1 0,-1-1 1,1 0-1,-1 1 0,1-1 0,-1 0 0,0 0 0,0-1 0,0 2-9,0 0 0,0 0 1,0 0-1,0 0 0,0 0 0,0 0 1,1 0-1,-1 1 0,0-1 1,1 0-1,-1 0 0,0 0 1,1 0-1,-1 1 0,1-1 0,-1 0 1,1 0-1,-1 1 0,1-1 1,0 0-1,-1 1 0,1-1 0,1 0 1,-1 0-4,0 1 1,0-1 0,-1 0-1,1 1 1,0-1-1,-1 0 1,1 1 0,0-1-1,-1 0 1,1 0-1,-1 0 1,1 0 0,-1 0-1,1 1 1,-1-1-1,0 0 1,0 0-1,1 0 1,-1 0 0,0 0-1,0 0 1,0 0-1,0-2 1,0-92 356,0 94-220,-1 9-2,0 0-1,0 0 0,1 1 0,2 13 1,-1 1 81,-1 48 391,0-69-588,0 1-1,0-1 0,1 1 1,-1-1-1,1 0 1,-1 1-1,1-1 0,0 0 1,0 1-1,0-1 1,0 0-1,2 3 0,-1-3-5,-1 0 0,0 0-1,0 1 1,0-1 0,0 0-1,0 0 1,0 1 0,-1-1-1,1 1 1,-1-1 0,1 1-1,-1 2 1,0-1 3,0 0-1,1-1 1,-1 1 0,1-1 0,0 1-1,3 6 1,-3-6-11,1-1 0,-1 0 0,-1 1 1,1-1-1,0 1 0,0 6 0,-1 57-1983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48.6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28 256,'0'-1'87,"0"0"0,0 0 0,-1 0 0,1 0 0,1 0 0,-1 0-1,0 0 1,0 0 0,0 0 0,1 0 0,-1 0 0,0 0 0,1 0 0,-1 0 0,1 0 0,-1 0 0,1 0-1,-1 0 1,1 0 0,0 0 0,-1 1 0,2-2 0,1 1-60,-1 0 1,1 0-1,-1 1 1,1-1-1,0 1 1,-1 0-1,1-1 0,0 1 1,3 1-1,0-1 4,21 2 192,-26-2-212,1 1 0,-1-1 1,0 1-1,1-1 0,-1 1 1,0 0-1,0-1 0,0 1 1,0 0-1,1 0 0,-1 0 1,0 0-1,-1 0 0,1 0 1,0 0-1,0 0 0,0 1 1,-1-1-1,2 1 0,27 67 435,-28-66-424,-1 0-1,1-1 1,-1 1 0,1 0-1,-1 0 1,0 4 0,2 19 199,0-20-168,1 3 24,-1-1 0,0 1 0,-1-1 0,1 10 0,-2-16-64,0-1 0,0 0 0,0 1 0,0-1 0,1 1 1,-1-1-1,0 0 0,1 1 0,-1-1 0,1 0 0,-1 0 0,1 1 0,0-1 0,-1 0 1,1 0-1,0 0 0,0 0 0,0 0 0,1 1 0,-1-1 0,0 0-1,0 0 1,-1 0-1,1 0 1,0 0-1,0 0 1,-1 0-1,1 0 1,-1 0-1,1 0 1,-1 0-1,1 1 1,-1-1-1,0 0 1,1 0-1,-1 0 1,0 1-1,0-1 1,0 1-1,0 2 38,1 0-1,0 0 1,0 0-1,0 0 1,0 0-1,0 0 1,1-1-1,0 1 0,-1 0 1,5 5-1,-4-8-29,-1-1-1,0 1 0,1-1 0,-1 1 0,1-1 0,-1 0 0,1 1 0,-1-1 0,1 0 1,-1 0-1,1 0 0,-1 0 0,4-1 0,6 1 106,21 1 91,-18 0-186,0 0 0,1-1 0,-1-1 0,0 0 0,0-1 0,1-1 0,13-4 0,58-32-2525,-71 30 1108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55.4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1 276 48,'0'0'2046,"0"0"-2027,0 1-1,0-1 1,-1 1 0,1-1-1,0 1 1,0-1-1,0 1 1,0-1 0,0 1-1,0-1 1,0 1-1,0-1 1,0 0 0,0 1-1,1-1 1,-1 1-1,0-1 1,0 1-1,0-1 1,0 1 0,1-1-1,-1 0 1,0 1-1,0-1 1,1 0 0,-1 1-1,0-1 1,1 0-1,0 1 1,4 0-11,0 0-1,1 0 1,-1 0 0,8-1 0,-7 0 5,1 1 0,-1-1 0,12 4 0,-6-1 12,-1-1 0,0 0 0,1 0 0,14 0 0,53-3 132,-35 0-125,7 9-29,249-8 253,-288-1-243,1 0 0,0-1 0,-1-1 0,17-5 0,-19 6-11,26-2-5,-4 0 65,0 1-1,1 2 0,33 2 1,-18 0-9,-44-1-61,134 0 11,-135 0-3,1-1 0,-1 1 1,1-1-1,-1 1 0,1-1 1,5-2-1,-6 1 1,0 1 0,0 1-1,0-1 1,0 0 0,0 1 0,4-1 0,44-7-1,144 8 18,-191 0-11,0 0-1,0-1 0,0 0 1,0 0-1,5-2 0,19-4-9,-15 5-2,22-2-9,-26 3 13,0 0 0,16-3 0,-15 2 1,-1 0 0,18 0 1,186 2 185,-207 0-183,0 0 0,1 1-1,-1 0 1,0 0 0,-1 0-1,12 5 1,-13-5 0,0 0 0,0 0 1,1-1-1,-1 1 0,1-1 0,-1 0 0,0 0 0,6-1 1,15 0-6,754 1 295,-761-1-292,25-4 0,-24 2 6,25 0 0,-38 3-7,14 0 6,0 0 1,38-7-1,-23 3-7,-31 4 1,1 0 1,-1-1 0,0 1-1,1-1 1,-1 0-1,7-3 1,-5 3 17,-1 0 0,1 0 0,0 1 1,0 0-1,6 0 0,13-1 9,-10-3 9,-13 3-29,0 0 0,1 0-1,-1 0 1,1 1 0,-1-1 0,1 1 0,3 0-1,173 0 128,-172-1-133,0 0 0,0 0 0,0 0 0,0-1 0,0 0 0,-1 0 0,13-6 0,-18 8 0,-1-1 0,1 1-1,0-1 1,-1 1 0,1 0 0,0 0 0,0-1 0,-1 1 0,1 0-1,0 0 1,-1 0 0,1 0 0,0 0 0,0 0 0,-1 0 0,2 0 0,4 0 2,81-20 48,-49 11-23,-29 7-25,-1 0 1,1 0-1,-1 1 1,15-1 0,-22 2-5,2 0-1,-1 0-1,1 0 0,-1 0 0,1 0 0,-1-1 0,1 1 0,-1-1 0,1 1 0,-1-1 1,1 0-1,3-2 0,-3 2 9,0 1 0,1-1 0,-1 1 0,1-1-1,-1 1 1,1 0 0,-1 0 0,5 1 0,-3-1 12,0 1-1,0-1 1,0-1 0,7 0-1,-1-3-1,-9 3-10,0 0-1,1 0 0,-1 1 1,1-1-1,-1 0 0,1 1 1,-1 0-1,4-1 0,60-7 54,-63 8-58,-1 0-1,1 0 1,-1 0 0,1-1-1,0 1 1,-1-1 0,5-1-1,9-3 6,-3 3 3,0 1-1,20 1 1,11-1-6,-23-2-12,31 0-1,88 3 149,-130-1-130,0 1 1,17-5-1,-18 3 10,-1 0 0,18 0 0,-19 2-7,1 0-1,-1 0 0,1 0 1,-1-1-1,0-1 0,1 1 1,9-5-1,-11 5-4,0 0-1,0 0 1,0 1 0,0-1-1,0 1 1,10 1 0,3 0 26,313-1 418,-322 1-428,0-2 0,0 1 0,-1-2 1,1 1-1,16-5 0,-7 2-6,0 1 0,28 0-1,274 3 99,-250-8-29,461 8 103,-524 0-175,-1-1 0,0 0-1,1-1 1,-1 1 0,7-4 0,8 3 70,-9 1-62,-10 0-18,5-1 0,-1 1-1,0 0 1,1 0-1,10 0 1,-10 1 0,0 0-1,0-1 1,10-3 0,-9 2 0,1 0-1,-1 1 1,14 0-1,271 1 168,-221-8-158,444 8-61,-413 8 109,443-8-66,-543 0 6,-1 0 0,1 1 0,0 0-1,0 0 1,5 2 0,-5-2 0,-1 0 1,0 0-1,1 0 1,-1-1-1,6 1 0,342-1 736,-350 0-727,0 0 1,0 0-1,0 0 0,0 0 1,0 0-1,1 0 0,-1-1 1,0 1-1,0 0 0,0-1 1,0 1-1,0-1 0,0 1 1,2-2-1,13-6 19,1 3-200,-17 5 136,0 0-1,1 0 0,-1-1 1,0 1-1,0 0 0,1 0 1,-1-1-1,0 1 0,0 0 1,1 0-1,-1-1 0,0 1 1,0 0-1,0-1 1,1 1-1,-1 0 0,0-1 1,0 1-1,0 0 0,0-1 1,0 1-1,0 0 0,0-1 1,0 1-1,0 0 0,0-1 1,0 1-1,0 0 0,0-1 1,0 1-1,0 0 1,0-1-1,-1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56.6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 52 224,'0'-1'45,"0"1"-1,0-1 1,0 0-1,0 1 1,0-1 0,0 1-1,0-1 1,0 1-1,1-1 1,-1 1 0,0-1-1,0 1 1,0-1-1,1 1 1,-1-1-1,0 1 1,1-1 0,-1 1-1,0 0 1,1-1-1,-1 1 1,0-1 0,1 1-1,-1 0 1,1-1-1,-1 1 1,1 0-1,-1 0 1,1-1 0,9-6 322,-7 5-326,1 0 1,0 0-1,0 0 1,0 0-1,0 1 1,4-2-1,9-4 69,-9 2-9,-8 5-94,1-1 1,0 1 0,-1-1 0,1 1-1,0 0 1,0-1 0,0 1 0,-1 0-1,1-1 1,0 1 0,0 0 0,0 0-1,0 0 1,-1 0 0,1 0 0,0 0-1,2 0 1,14-1 67,22 2 163,-38-1-230,1 1-1,-1-1 0,0 0 0,1 1 0,-1-1 0,0 1 0,1-1 0,-1 1 0,0-1 1,0 1-1,1 0 0,-1 0 0,0 0 0,0 0 0,0 0 0,0 0 0,0 0 0,0 0 0,0 0 1,-1 0-1,2 2 0,-1 0 3,1-1 0,-1 0 1,1 1-1,-1-1 0,1 0 1,0 0-1,0 0 0,4 3 1,-5-4-7,1 0 0,-1 1 1,0-1-1,1 0 1,-1 0-1,0 1 0,0-1 1,0 1-1,0-1 1,0 1-1,0-1 0,0 1 1,-1 0-1,1-1 0,-1 1 1,1 0-1,-1 0 1,1-1-1,-1 1 0,0 0 1,0 2-1,0 99 458,0-101-446,0 1 0,-1-1 0,1 1 0,-1-1 1,1 1-1,-1-1 0,0 1 0,0-1 0,0 0 0,0 1 0,-1-1 1,1 0-1,-1 0 0,1 0 0,-1 0 0,-1 2 0,-10 14 105,6-2 7,6-14-115,1 1 0,-1-1 0,0 0 0,0 0 0,0 0 0,-1 1 0,1-1 0,-3 3 0,-2 1 3,-1 0 1,1-1-1,-1 0 1,0 0-1,-1 0 0,1-1 1,-1 0-1,0 0 1,0-1-1,0 0 1,-1-1-1,-11 3 0,17-4-14,0-1-1,1 1 0,-1 0 1,0 0-1,0 0 0,1 1 1,-1-1-1,-2 2 0,-19 9 6,16-10-9,1 0 1,-1 0-1,0 0 1,-12 0-1,17-2 23,6 0-2,416 0 2193,-417 0-2799,-2 13-1801,0 5 638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9:58.6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 1 96,'2'0'283,"27"0"1027,-29 0-1302,0 0-1,1 0 1,-1 0 0,0 0 0,0 0-1,0 0 1,1 0 0,-1 0 0,0 0-1,0 0 1,0 0 0,1 1 0,-1-1-1,0 0 1,0 0 0,0 0 0,0 0-1,1 0 1,-1 1 0,0-1 0,0 0-1,0 0 1,0 0 0,0 1 0,0-1-1,0 0 1,1 0 0,-1 0 0,0 1-1,0-1 1,0 0 0,1 2 16,4-1-5,1 0 1,-1 0-1,1 0 1,-1-1 0,1 0-1,-1 0 1,9-2-1,0 1 6,-1 2-14,1 1-1,-1 0 0,15 4 0,-18-3 5,1-1 0,22 2 0,-31-4-11,5-1 3,0 1 0,0 0-1,0 0 1,0 1-1,0 0 1,0 0 0,-1 0-1,1 1 1,0 0-1,7 4 1,-11-5 13,-1 0-1,0 0 1,1 0 0,-1 0 0,1-1-1,-1 1 1,1-1 0,-1 1-1,1-1 1,-1 0 0,5 0-1,-6 0 25,-400 0 495,435 0-490,52-1-4,-75 0-43,-1-1 0,1 0 0,-1 0 0,24-9 0,-29 9-4,0 0 0,1 0 0,-1 1 0,11 0 0,7-2 4,8-1-10,55-2 0,-37 6 75,-48 0 338,-6 0-317,-5 1-62,0 0 0,0 0-1,0 1 1,-11 3-1,11-3-17,1-1 0,-1 0-1,0 0 1,0-1 0,1 0 0,-11-2-1,-1 1 6,-247 1 190,268 0-176,411 0 431,-411 0-348,-2 0-108,0 1-1,0-1 1,0 0-1,1 0 1,-1 0 0,0 1-1,0-1 1,0 0 0,0 0-1,0 0 1,0 1 0,0-1-1,0 0 1,0 0 0,0 0-1,0 1 1,0-1 0,-1 0-1,1 0 1,0 0 0,0 0-1,0 1 1,0-1 0,0 0-1,0 0 1,0 0 0,0 0-1,-1 1 1,1-1 0,0 0-1,0 0 1,0 0 0,0 0-1,0 0 1,-1 0 0,1 1-1,-8 2-8,1 0-1,-1-1 1,-10 3-1,-5 1-346,22-5 291,1-1 0,-1 0-1,0 1 1,1-1 0,-1 0 0,0 0 0,1 0-1,-1 0 1,0 1 0,1-1 0,-1 0-1,0 0 1,0 0 0,1 0 0,-1-1 0,-1 1-1,0 0-190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0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0 176,'-3'0'536,"-23"0"2329,40 0-2646,108 0-179,-119 1-40,0 0-1,0 0 0,0 0 0,-1 0 0,1 0 1,-1 0-1,1 1 0,-1-1 0,1 1 0,-1 0 1,0 0-1,0 0 0,4 4 0,24 30 12,-29-35-11,0 0 0,-1 0 0,1 0-1,0 0 1,-1 0-1,0 0 1,1 0-1,-1 1 1,0-1 0,1 0-1,-1 0 1,0 0-1,0 1 1,0-1-1,0 0 1,0 0-1,0 0 1,0 1 0,-1 0-1,1 4 7,0 44 42,0-49-49,0-1 0,0 1 0,0 0 1,0-1-1,0 1 0,-1 0 0,1-1 0,0 1 1,0 0-1,0-1 0,0 1 0,-1 0 0,1-1 1,0 1-1,-1 0 0,1-1 0,-1 1 0,1-1 1,0 1-1,-1-1 0,1 1 0,-1-1 0,0 1 1,1-1-1,-1 0 0,1 1 0,-1-1 0,1 0 1,-2 1-1,1-1 1,0 1 1,1-1-1,-1 0 1,1 0-1,-1 1 1,1-1-1,-1 0 1,1 1 0,-1-1-1,1 0 1,-1 1-1,1-1 1,0 1-1,-1-1 1,1 1-1,0-1 1,-1 1-1,1-1 1,0 1-1,0-1 1,-1 1-1,1 0 1,0-1 0,0 1-1,0-1 1,0 1-1,0 0 1,0-1-1,0 2 1,0-2-1,0 1 0,0 0 0,0-1 0,0 1 0,-1-1 0,1 1 0,0 0 0,0-1 0,0 1 0,0-1 0,-1 1 0,1-1 0,0 1 0,0-1 0,-1 1 0,1-1 0,-1 1 0,1-1 0,0 1 0,-1-1 0,1 0 0,-1 1 0,1-1 0,-1 0 0,1 1 0,-1-1 0,1 0 0,-1 1 0,1-1 0,-2 0 0,2 0 0,-1 0-1,1 1 1,-1-1-1,0 0 1,1 0-1,-1 1 1,1-1 0,-1 0-1,1 1 1,-1-1-1,1 1 1,0-1-1,-1 0 1,1 1-1,-1-1 1,1 1 0,0-1-1,-1 1 1,1-1-1,0 1 1,0-1-1,0 1 1,-1 0 0,1-1-1,0 1 1,0-1-1,0 1 1,0-1-1,0 1 1,0 1-1,0-2 1,0 0 0,0 1 0,0-1 0,0 1 0,0-1 0,0 0 0,1 1 0,-1-1 0,0 0 0,0 1 0,0-1 0,1 0 0,-1 1-1,0-1 1,0 0 0,1 1 0,-1-1 0,0 0 0,1 1 0,-1-1 0,0 0 0,1 0 0,-1 0 0,0 1 0,1-1 0,15 4-1,24-5 1,-27 1 0,-6 0 5,7-1-6,-1 1 1,0 1 0,1 0-1,-1 1 1,18 4-1,-31-5 2,1-1 0,0 0 0,-1 0 1,1 1-1,-1-1 0,1 0 0,0 1 0,-1-1 0,1 0 0,-1 1 0,1-1 0,-1 1 0,1-1 0,-1 1 0,1-1 0,-1 1 0,1 1 0,7 8-17,5-3 11,-10-6 5,-1 0 0,0 0 0,0 0 0,0 1 0,0-1 0,0 0 0,0 1 0,3 2 0,10 26-14,-14-29 14,-1 1 0,1-1 0,0 1 0,-1-1 0,0 1-1,1-1 1,-1 1 0,0 0 0,0-1 0,0 1-1,0 0 1,0-1 0,0 1 0,-1 2 0,0 10 2,2-10 1,-1-1-1,-1 1 0,1 0 1,0-1-1,-1 1 0,0-1 0,0 1 1,0-1-1,0 1 0,0-1 1,-1 0-1,1 1 0,-5 4 0,-10 8 12,9-1 7,-7-10 24,8 0 6,6-4-47,0-1-1,-1 1 0,1-1 1,0 0-1,-1 1 1,1-1-1,-1 0 1,1 0-1,0 1 1,-1-1-1,1 0 1,-1 0-1,1 1 1,-1-1-1,1 0 1,-1 0-1,1 0 1,-1 0-1,1 0 1,-1 0-1,1 0 1,-1 0-1,0 0 1,1 0-1,-1 0 1,-15 4 72,-3 0-24,-125-4 17,141 0-72,1 0 0,-1-1-1,1 1 1,-1 0-1,1-1 1,-1 0 0,1 1-1,-1-1 1,1 0 0,0 0-1,-4-3 1,-12-4-191,14 7 156,-11-5-415,15 6 432,0 0-1,0 0 0,-1-1 0,1 1 0,0-1 0,0 1 0,0 0 0,-1-1 0,1 1 0,0 0 0,0-1 0,0 1 0,0-1 0,0 1 0,0 0 0,0-1 0,0 1 0,0-1 0,0 1 0,0-1 1,0 1-1,0 0 0,0-1 0,0 1 0,0-1 0,1 1 0,-1 0 0,0-1 0,0 1 0,0 0 0,1-1 0,-1 1 0,0 0 0,0-1 0,1 1 0,-1 0 0,0-1 0,1 1 0,-1 0 1,1 0-1,16-12-872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1.0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0 128,'0'0'3036,"0"2"-2953,0 136 653,0-135-729,0-1-1,1 0 1,-1 0-1,0 0 1,1 0 0,-1 0-1,1 0 1,0 0-1,0 0 1,0 0-1,0 0 1,0 0 0,2 2-1,-2-3-3,0 1 1,0 0-1,0 0 0,0-1 1,0 1-1,0 0 0,-1 0 1,1 0-1,0 0 1,-1 0-1,0 0 0,1 0 1,-1 3-1,0 4-1,-1-6-2,1 0 0,0-1 0,0 1 1,1 0-1,-1 0 0,0 0 0,2 5 0,8 4-3,-10-10 7,1 1-3,0-1 1,0 0-1,0 0 1,0 0-1,0 0 1,0 0-1,1 0 1,-1 0-1,1 0 1,-1-1-1,1 1 1,0 0 0,-1-1-1,1 1 1,0-1-1,0 0 1,0 0-1,0 0 1,0 0-1,1 0 1,2 1-1,-2-1 4,2 1 1,0 0 1,1-1-1,-1 0 1,1 0-1,-1 0 0,1 0 1,9-1-1,8 0-11,-9 1 2,25-3 0,-36 2 2,1 0-1,-1-1 0,0 0 1,1 0-1,-1 0 1,0 0-1,0-1 0,0 1 1,0-1-1,0 1 0,0-1 1,3-3-1,2-2-18,-7 6 19,0 1 0,0-1 0,-1 1 0,1-1-1,0 0 1,-1 0 0,1 1 0,-1-1 0,1 0 0,-1 0 0,1 0 0,-1 0-1,1 1 1,-1-1 0,0 0 0,1 0 0,-1 0 0,0 0 0,0 0-1,0 0 1,0 0 0,0 0 0,0 0 0,0 0 0,0 0 0,0-1 0,0-20 2,0 34-18,0 151 830,0-163-821,0 1-1,0-1 1,1 1-1,-1-1 1,0 1-1,1-1 1,-1 0-1,0 1 0,1-1 1,-1 1-1,1-1 1,-1 0-1,1 0 1,-1 1-1,0-1 1,1 0-1,-1 0 1,1 1-1,0-1 1,-1 0-1,1 0 1,-1 0-1,1 0 0,-1 0 1,1 0-1,-1 0 1,1 0-1,-1 0 1,1 0-1,-1 0 1,1 0-1,0-1 1,1 1-52,1 0-420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3.4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0 528,'0'20'1924,"0"-20"-1915,0 0 1,0 1-1,0-1 0,-1 0 1,1 1-1,0-1 1,0 0-1,0 1 1,0-1-1,0 1 0,0-1 1,0 0-1,0 1 1,0-1-1,0 0 0,0 1 1,0-1-1,1 1 1,-1-1-1,0 0 1,0 1-1,0-1 0,0 0 1,1 1-1,-1-1 1,0 0-1,0 0 0,1 1 1,-1-1-1,0 0 1,0 0-1,1 1 1,0-1-1,24 0 90,-13-1-91,0 1-1,0 0 1,0 0-1,0 2 1,21 4-1,-28-4-9,1 1 0,-1 0 0,0 0-1,9 7 1,-13-7 3,0-1-1,0 1 0,-1-1 0,1 1 0,-1 0 1,1-1-1,-1 1 0,0-1 0,0 1 1,0 0-1,0-1 0,0 1 0,-1 2 0,0 9 40,1 241 488,0-254-514,0 2-1,0-1-112,0-1-8,-1 0 1,1 0 0,0 0 0,0 0-1,0 0 1,0 0 0,0 0 0,0 0-1,0 0 1,0 0 0,0 0 0,1 2-1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3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1 576,'0'0'1297,"14"0"-849,7 0-336,-7 0 96,7 0-112,-7 0-48,7 0-16,-1 0 0,-6 0-96,7 0-80,-7 0-128,7 0-512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4.2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42 128,'0'-2'312,"0"-1"-175,0 2-93,0 0 0,0 0 0,0-1 0,0 1 0,0 0 0,0 0 0,0 0-1,0 0 1,0 0 0,1 0 0,-1 0 0,0 0 0,1 0 0,-1 0-1,1 1 1,-1-1 0,1 0 0,-1 0 0,1 0 0,0 0 0,-1 1-1,1-1 1,0 0 0,0 1 0,-1-1 0,1 0 0,0 1 0,0-1-1,0 1 1,0-1 0,0 1 0,2-1 0,5-1 3,0 0 1,0 0-1,1 1 0,-1 0 1,1 0-1,15 1 0,-20 0-30,0 1-1,0-1 1,0 0-1,0 1 1,0 0-1,0 0 0,0 0 1,0 1-1,-1-1 1,1 1-1,0 0 0,-1 0 1,1 0-1,-1 0 1,0 1-1,0-1 0,5 6 1,21 16 119,-24-8-61,0-8-35,-4-6-29,0 0 0,0 0 0,0 1 0,0-1 0,-1 0 0,1 0 0,-1 0 0,1 0 0,-1 1 0,0-1 0,0 0 0,0 1 0,0 2 0,0 133 192,0-135-226,-1-1 0,1 1 0,-1-1 0,0 1 0,0-1 0,0 1 0,0-1-1,0 1 1,-1-1 0,1 0 0,-1 0 0,1 0 0,-1 0 0,0 0 0,0 0 0,-2 2 0,-4 4-148,5 2-95,0-2-292,-9-6-98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4.4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51 416,'0'0'1745,"21"0"-1585,-7 0-80,7 0 16,-7-8-32,7 8-16,-7 0-16,20-12-32,-13 1-48,-7 3-64,7 8-96,-7 0-320,7-12-289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5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141 110 240,'-89'0'1988,"87"0"-1975,0 0 0,0 1 0,0-1 0,1 1 0,-1-1 0,0 1 1,0 0-1,1 0 0,-1 0 0,0 0 0,1 0 0,-1 0 0,1 0 0,-3 3 1,-16 20 112,20-23-120,-1 0 0,1 0 0,-1 0 0,1 0 0,0 0 0,-1 0 0,1 0 0,0 0 0,0 0 0,-1 0 0,1 0 0,0 0 1,0 0-1,0 0 0,0 0 0,1 0 0,-1 2 0,1 7 98,-1-2-50,0 16 120,0-23-171,1-1 0,-1 1 0,0 0 0,0 0 0,1 0 0,-1-1-1,0 1 1,1 0 0,-1 0 0,1-1 0,-1 1 0,1 0 0,-1-1 0,1 1 0,-1-1 0,1 1 0,0-1 0,-1 1 0,1-1 0,0 1-1,0-1 1,-1 0 0,1 1 0,0-1 0,1 1 0,22 8 4,-19-7-6,-1 0 1,0-1 0,1 1-1,0-1 1,-1 0-1,1 0 1,-1 0 0,8 0-1,-10-1 0,2-1-1,0 1 0,1 0 1,-1 0-1,0 0 0,0 1 1,0-1-1,1 1 0,-1 0 0,0 0 1,0 1-1,0-1 0,-1 1 1,1 0-1,0 0 0,5 4 1,-7-5 1,0 1 0,-1-1 0,1 0-1,0 0 1,1 1 0,-1-2 0,0 1 0,0 0 0,0 0 0,0-1 0,1 1 0,-1-1 0,0 1 0,1-1 0,-1 0 0,0 0 0,1 0-1,1-1 1,-1 1-3,-1 0 0,1 0-1,-1 0 1,1 0 0,-1 0-1,1 0 1,-1 1-1,1-1 1,-1 1 0,0 0-1,1-1 1,-1 1 0,0 0-1,0 1 1,0-1-1,3 2 1,3 5-1,-6-6 4,1 0 0,-1 1 0,1-1 0,-1 0 0,1 0 0,0-1 0,-1 1 0,5 1 0,-2-1 7,-3-2-8,-1 1-1,1-1 1,-1 0 0,0 1-1,1-1 1,-1 1-1,0 0 1,1-1-1,-1 1 1,0 0 0,0 0-1,0 0 1,1 0-1,-1 0 1,0 0 0,0 0-1,-1 0 1,1 0-1,0 0 1,1 2-1,-2-1 2,1-1 0,0 0 0,-1 1 0,1-1-1,0 0 1,0 0 0,0 0 0,0 0-1,0 0 1,0 0 0,0 0 0,1 1-1,6 5 0,-2 8-1,-5-13 2,0 0 1,0 0-1,-1 0 1,1 0-1,1 0 1,-1 0-1,0-1 1,0 1-1,1 0 1,1 2-1,1-1-1,-3-2 0,0 0 0,0 0 0,0 0 0,0 0 0,0 0 0,0 0 0,0 0 1,0 0-1,-1 0 0,1 0 0,0 1 0,-1-1 0,1 0 0,-1 1 0,1-1 1,-1 0-1,0 1 0,1-1 0,-1 1 0,0 1 0,0-2 0,0 1 0,0-1 0,0 1 0,0-1 0,0 1 0,0-1 0,-1 1-1,1-1 1,0 1 0,-1-1 0,1 1 0,-1-1 0,0 0 0,1 1 0,-3 1 0,2-2 0,-1 1 1,0-1-1,0 0 1,0 0 0,0 0-1,0 0 1,0 0-1,-5 0 1,0 2-2,-1-2 7,0 1-1,0-1 0,0-1 0,1 0 0,-1 0 0,-10-1 0,-5 0 5,20 1-12,0 0 0,0-1 0,0 1 0,0-1 1,0 1-1,0-1 0,0 0 0,-3-1 0,-15-5 1,19 6 1,0 1 0,0-1-1,0 0 1,0 0 0,0 0 0,0 0 0,1 0 0,-1 0-1,0 0 1,1 0 0,-1-1 0,1 1 0,-1-1 0,1 1-1,0-1 1,0 0 0,-1 1 0,0-3 0,1 2-1,0 0 1,0 0-1,0 0 0,0 1 1,-1-1-1,1 0 1,-1 1-1,0-1 0,1 1 1,-1-1-1,0 1 1,-3-2-1,4 2 0,-1 0 0,1 0 0,-1 0 1,1 0-1,0 0 0,-1 0 0,1 0 0,0 0 0,0 0 0,0-1 0,0 1 0,0-1 0,0 1 1,0 0-1,1-1 0,-1 1 0,0-1 0,1 0 0,-1 1 0,1-1 0,0 0 0,-1 1 0,1-1 1,0 0-1,0 1 0,0-3 0,0-74 37,0 77-38,0 0 1,0 0-1,0 1 0,1-1 0,-1 0 0,0 0 1,0 0-1,0 1 0,1-1 0,-1 0 0,0 1 1,1-1-1,-1 0 0,0 1 0,1-1 0,-1 0 1,1 1-1,-1-1 0,1 1 0,0-1 0,-1 1 1,1-1-1,-1 1 0,1-1 0,1 0 0,5-4-12,-2-5 5,-4 9 8,0 0 1,0-1-1,0 1 0,0 0 0,0-1 0,0 1 0,0 0 0,0 0 0,0 0 1,0 0-1,0 0 0,1 0 0,-1 1 0,2-2 0,-2 1 1,0 1 1,0-1-1,0 0 0,0 1 1,0-1-1,-1 0 0,1 0 1,0 0-1,0 0 0,-1 0 1,1 0-1,0 0 0,-1 0 0,1 0 1,-1 0-1,1-2 0,4-7 17,9 3-12,-8-3-6,-6 9 0,1 0 0,-1 0 0,0-1 0,1 1 0,0 0 0,-1 0 0,1 0 0,-1 0 0,1 0 0,0 0 0,0 1 0,0-1 0,-1 0 0,1 0 0,0 0 0,2 0 0,-1-1-3,0 1 0,0 0 1,0-1-1,0 0 1,0 1-1,-1-1 0,1 0 1,-1 0-1,1 0 1,-1 0-1,1 0 1,0-3-1,6-8-3,-7 11 7,-1 1 1,1 0-1,-1 0 1,1 0-1,-1-1 1,0 1-1,1 0 1,-1 0-1,0-1 1,0 1-1,0 0 1,0-1-1,0 1 1,0 0-1,-1-2 1,1-3 0,0-64 86,-1 69-87,1 0 0,0-1 0,-1 1-1,1 0 1,-1-1 0,1 1 0,-1 0 0,1 0 0,-1-1-1,0 1 1,0 0 0,1 0 0,-1 0 0,0 0-1,0 0 1,0 0 0,0 0 0,-1 0 0,1 1-1,0-1 1,0 0 0,0 1 0,-1-1 0,-1 0 0,-5-2-1,0 0 0,-15-2 0,16 3 1,2 2-3,0-1 0,-1 1 1,1 1-1,0-1 0,0 1 1,0 0-1,-1 0 0,1 0 1,0 1-1,0-1 0,1 1 1,-1 0-1,0 1 0,1-1 1,-9 7-1,6-4-57,0 0 0,0 1 0,0-1 1,1 2-1,-10 11 0,13-14-48,0-1 0,1 1 0,0-1 1,0 1-1,0 0 0,0 0 0,1 0 0,-1 0 0,1 0 0,0 0 1,0 0-1,0 7 0,1 9-1518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5.7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146 0 480,'0'0'1537,"0"20"-817,0 0-352,-21-1 1,21-7-97,-14 7 48,-6-7-96,6 16-96,-7-9-32,0 1-80,7 11-16,-7-11-144,21-1-288,0 1-240,0-8-417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7.6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71 208,'0'-2'520,"1"-1"-415,0 0-1,1 0 0,-1 0 0,1 0 1,0 1-1,-1-1 0,1 1 0,0-1 0,1 1 1,-1-1-1,0 1 0,1 0 0,4-3 1,-5 4-89,-1 0 0,1 1 1,0-1-1,-1 1 0,1-1 1,-1 1-1,1 0 0,0 0 1,-1 0-1,1-1 0,0 2 1,-1-1-1,1 0 1,1 0-1,6 1 45,13-11 128,-16 7-159,0 1-1,-1-1 0,1 1 0,0 1 0,1-1 0,-1 1 0,0 0 0,12-1 0,69 2 337,-84 0-318,0 0-11,-2 0-35,-1 0-1,1 0 1,0 0-1,-1 0 1,1 0-1,0 0 1,-1 1-1,1-1 1,-1 0-1,1 0 1,0 0-1,-1 1 1,1-1-1,-1 0 1,1 1-1,0-1 1,-1 0-1,1 1 0,-1-1 1,0 1-1,1-1 1,-1 1-1,1-1 1,-1 1-1,0-1 1,1 1-1,-1-1 1,0 1-1,1-1 1,-1 2-1,2 26 53,-2-14-23,0 98 222,0-110-253,0 0 0,0 0-1,0 0 1,-1-1-1,1 1 1,0 0-1,-1 0 1,1-1 0,-1 1-1,1 0 1,-1-1-1,0 1 1,0-1 0,0 1-1,0-1 1,0 1-1,-2 2 1,-3 3 7,2 2 7,-1-1 0,0 0 0,0 0 0,-13 13 0,-22 17 28,24-24-55,14-12 12,1-1 2,0-1-1,0 1 1,0 0-1,0 0 1,1 0-1,-1 0 1,0 0 0,0 0-1,0 0 1,1 0-1,-1 0 1,1 1-1,-1-1 1,1 0-1,-1 0 1,1 0 0,0 1-1,0-1 1,-1 0-1,1 3 1,0-4-1,0 1 1,0 0 0,0-1-1,0 1 1,0 0 0,0-1-1,0 1 1,-1 0-1,1-1 1,0 1 0,-1 0-1,1-1 1,0 1 0,-1-1-1,1 1 1,0-1 0,-1 1-1,1-1 1,-1 1-1,1-1 1,-1 1 0,1-1-1,-1 0 1,0 1 0,1-1-1,-1 0 1,-1 1 0,2-1-1,-1 0 0,1 1 1,-1-1-1,1 0 0,-1 1 0,1-1 1,-1 0-1,1 1 0,-1-1 1,1 0-1,-1 1 0,1-1 1,-1 1-1,1-1 0,0 1 1,-1-1-1,1 1 0,0-1 1,0 1-1,-1-1 0,1 1 1,0 0-1,0-1 0,0 1 1,0-1-1,-1 1 0,1 0 0,0 0 0,0-1 0,0 0 0,0 0 0,0 0 0,0 0 0,0 0 0,0 0 0,0 0 0,0 0-1,0 0 1,0 1 0,0-1 0,1 0 0,-1 0 0,0 0 0,0 0 0,0 0 0,0 0 0,0 0 0,0 0-1,0 0 1,0 0 0,0 0 0,0 1 0,0-1 0,0 0 0,0 0 0,0 0 0,1 0 0,-1 0-1,0 0 1,0 0 0,0 0 0,0 0 0,0 0 0,0 0 0,0 0 0,0 0 0,0 0 0,1 0-1,-1 0 1,0 0 0,0 0 0,0 0 0,0 0 0,0 0 0,0 0 0,0 0 0,0 0 0,0 0 0,0 0-1,1 0 1,-1 0 0,0-1 0,36 2 19,-16 0 5,-1 0 0,1-2 0,-1 0 0,1-1 0,22-6 0,-20 5-25,-9 2 7,-8 0-67,1 0 0,-1-1 0,0 0 0,0 0 0,0 0 0,6-4-1,-5 3-158,-6 2 173,1 0 1,-1 1 0,0-1-1,1 0 1,-1 0-1,0 1 1,1-1-1,-1 0 1,0 0 0,0 0-1,0 1 1,0-1-1,1 0 1,-1 0-1,-1-1 1,3-9-393,0 9 320,-1 1 0,1-1 0,0 1 0,-1-1 0,1 1 0,0 0 0,4-2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7.9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40 368,'3'0'707,"28"-2"352,-20-2-976,-3 1-29,-1 0 1,1 1-1,-1 0 0,1 1 0,13-2 0,-15 3-28,0-1-1,1 0 1,-1 0-1,0-1 1,9-3-1,-9 3-23,0 0 0,0 1-1,-1-1 1,1 1 0,9 0-1,3 1-1,14 0-341,-32 9-742,0 1 538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8.4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0 224,'0'200'3095,"4"-200"-3044,170 0-14,-174 0-37,0 0 0,0 0-1,0 0 1,0 0 0,0 0 0,1 0 0,-1 0-1,0 0 1,0 0 0,0 0 0,0 0 0,0 0-1,0 0 1,0 0 0,1 0 0,-1 0 0,0 0 0,0 0-1,0 0 1,0 0 0,0 0 0,0 0 0,0 0-1,0 0 1,1 0 0,-1 0 0,0 0 0,0 0-1,0 0 1,0 0 0,0 0 0,0 0 0,0 1 0,0-1-1,0 0 1,0 0 0,0 0 0,0 0 0,0 0-1,0 0 1,1 0 0,-1 0 0,0 1 0,0-1-1,0 0 1,0 0 0,0 0 0,0 0 0,0 0 0,0 0-1,0 0 1,0 1 0,0-1 0,-1 0 0,1 0-1,0 0 1,0 3-1,0-2 1,-1 0 1,1 1-1,0-1 0,0 0 0,0 1 0,0-1 1,0 0-1,0 0 0,0 1 0,1-1 1,-1 0-1,0 1 0,1-1 0,-1 0 1,2 2-1,-1 0 7,1-1 1,-1 1-1,1 0 1,-1 0-1,0 0 1,0 0-1,0 0 1,0 0-1,-1 0 1,1 0-1,-1 1 1,0-1-1,0 0 1,0 0-1,-1 4 1,1 70 325,0-76-331,0 0 0,0-1-1,0 1 1,-1 0 0,1-1-1,0 1 1,-1 0-1,1-1 1,0 1 0,-1-1-1,1 1 1,-1 0 0,1-1-1,-1 1 1,1-1-1,-1 1 1,0-1 0,1 0-1,-1 1 1,1-1 0,-1 0-1,0 1 1,1-1-1,-1 0 1,0 0 0,1 1-1,-1-1 1,0 0-1,0 0 1,1 0 0,-2 0-1,-12 6 9,4 4 26,10-9-34,-1 0 1,0 0-1,0 0 0,0 0 0,0 0 0,0 0 0,0-1 0,0 1 0,0 0 0,0-1 0,0 1 0,0 0 0,0-1 0,-1 1 0,1-1 0,0 0 0,0 1 0,-1-1 0,1 0 1,0 0-1,0 0 0,-1 0 0,1 0 0,-3 0 0,-84 0-50,88 0 16,-1 0 1,1 0-1,-1 0 1,1 0 0,-1 0-1,0 0 1,1 0-1,-1 0 1,1 0-1,-1-1 1,1 1-1,-1 0 1,1 0-1,-1 0 1,0 0 0,1-1-1,0 1 1,-1 0-1,1-1 1,-1 1-1,1 0 1,-1-1-1,1 1 1,-1-1 0,1 1-1,0 0 1,-1-1-1,1 1 1,0-1-1,0 1 1,-1-1-1,1 1 1,0-1-1,0 0 1,0 1 0,0-1-1,-1 1 1,1-1-1,0 1 1,0-1-1,0 1 1,0-1-1,0 0 1,0 1-1,1-1 1,-1 1 0,0-2-1,0-2-454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29.3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70 12 176,'0'0'582,"3"0"98,11 0-194,-10 0 20,-2 0-332,239 0 2427,-241 0-2585,0-1-1,1 1 1,-1-1-1,0 1 1,0-1-1,0 1 1,0-1 0,0 1-1,0-1 1,0 1-1,0-1 1,0 1-1,0-1 1,-1 1-1,1-1 1,0 1 0,0-1-1,0 1 1,-1-1-1,1 1 1,0 0-1,0-1 1,-1 0 0,-327 1-136,324 0 111,8 0-49,293 0 469,-543 0-433,241 1-34,1-1 0,0 1 0,0 0 0,-8 3 0,-10 1-637,18-5-62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3.6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81 128,'-2'0'414,"-10"0"1581,12-10-1688,0-40 491,0 49-798,0 1 0,0 0 0,0-1 1,0 1-1,0 0 0,0 0 1,1-1-1,-1 1 0,0 0 0,0 0 1,0-1-1,0 1 0,1 0 0,-1 0 1,0-1-1,0 1 0,0 0 1,1 0-1,-1 0 0,0 0 0,0-1 1,1 1-1,-1 0 0,0 0 0,1 0 1,-1 0-1,0 0 0,0 0 1,1 0-1,0 0 0,13-2 0,-1 1-3,-7-1-2,-2 0 10,1 1 0,-1 0 0,1 0 0,-1 0 0,1 0 0,-1 1 0,10-1 0,3 1 6,-10-1-15,1 1-1,-1 0 0,10 1 1,-16-1 2,-1 0 1,1 0 0,0 0 0,0 0 0,0 1 0,0-1 0,-1 0 0,1 0 0,0 1 0,0-1 0,-1 0 0,1 1 0,0-1 0,-1 1 0,1-1 0,0 1 0,-1 0 0,1-1 0,0 1 0,-1-1 0,1 1 0,-1 0-1,0 0 1,1-1 0,-1 1 0,1 0 0,-1 0 0,0-1 0,0 1 0,1 0 0,-1 0 0,0 0 0,0 1 0,0 69 68,0-68-66,-1-1 0,1 1 0,-1-1 1,1 1-1,-1-1 0,0 1 0,0-1 1,0 0-1,0 1 0,0-1 0,-1 0 1,1 0-1,-1 0 0,1 0 0,-1 0 1,0 0-1,-2 1 0,1 1 4,0-1 0,0 0-1,0 1 1,0-1 0,1 1 0,-3 5 0,1 0 10,3-6-13,1-1 0,-1 0 1,0 1-1,0-1 0,0 0 0,-1 1 1,1-1-1,0 0 0,-1 0 0,0 0 0,1 0 1,-1-1-1,0 1 0,0 0 0,-3 2 0,5-4-1,0 0-1,-1 0 0,1 0 0,0 0 1,0 0-1,0 0 0,0 0 0,0 0 1,-1 0-1,1 0 0,0 0 0,0 0 1,0 0-1,0 0 0,0 0 0,0 0 1,-1 0-1,1 1 0,0-1 0,0 0 1,0 0-1,0 0 0,0 0 1,0 0-1,0 0 0,0 1 0,0-1 1,-1 0-1,1 0 0,0 0 0,0 0 1,0 0-1,0 1 0,0-1 0,0 0 1,0 0-1,0 0 0,0 0 0,0 1 1,0-1-1,0 0 0,0 16 59,4-16-38,10 0-16,-4 0-15,1 0 1,18 2-1,-27-1 9,1-1 1,-1 1-1,1-1 0,-1 1 1,0 0-1,1 0 0,-1 0 1,0 0-1,1 0 1,-1 1-1,0-1 0,0 1 1,0-1-1,0 1 1,0 0-1,2 3 0,1 6-11,-5-10 13,1 0-1,-1 0 1,0 0-1,1 0 1,-1 0-1,1-1 1,0 1-1,-1 0 1,1 0-1,0 0 1,-1 0-1,1-1 1,0 1-1,0 0 1,-1-1-1,1 1 1,0 0-1,2 0 1,-1 0-2,1 1 0,-1 0 0,0 0 1,0 0-1,0 0 0,0 0 0,0 0 1,0 0-1,0 0 0,-1 1 0,1-1 0,-1 1 1,0-1-1,1 1 0,-1 0 0,0 0 1,-1-1-1,2 6 0,-1 4 18,1 1-1,-2 0 1,-1 15-1,1 0 133,-1-27-137,1 1 0,0 0 1,0-1-1,-1 1 0,1-1 0,-1 1 1,1 0-1,-1-1 0,0 1 0,1-1 0,-1 0 1,0 1-1,0-1 0,0 1 0,0-1 1,0 0-1,-1 0 0,-1 2 0,-29 16 159,13-9-118,-1 6 62,17-14-98,0 1 0,0-1 0,0 0 0,0 0 0,0 0 0,-1 0 0,1-1 0,-1 1 0,-5 1 1,-11 2-2,12-3-25,0 0-1,1-1 0,-2 1 0,-8-1 1,14-1-57,1 0 0,-1 0 1,0 0-1,1 0 0,-1-1 1,1 1-1,-1-1 0,0 0 1,1 1-1,0-1 0,-1 0 1,1 0-1,-3-2 0,4 2-10,0-1 0,0 1 0,-1 0 0,1-1 0,1 1 0,-1-1 0,0 1 0,0-1-1,0 1 1,1-1 0,-1 0 0,1 1 0,-1-1 0,1 0 0,0 1 0,0-1 0,0 0 0,0 0 0,0-2-1,0-16-944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4.3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1 208,'0'0'2030,"0"13"-1709,0 262 850,0-274-1172,-1 0 1,1-1 0,1 1-1,-1 0 1,0 0 0,0 0-1,0-1 1,0 1 0,0 0-1,1 0 1,-1-1 0,0 1-1,1 0 1,-1 0 0,1-1-1,-1 1 1,1 0 0,-1-1-1,1 1 1,-1-1-1,2 2 1,2 3-14,-3-5 16,0 1 1,-1 0-1,1 0 0,0 0 0,0 0 0,0 0 0,-1-1 0,1 1 0,0 0 0,0-1 1,0 1-1,0-1 0,0 1 0,1-1 0,-1 1 0,0-1 0,0 0 0,0 0 1,0 1-1,0-1 0,1 0 0,-1 0 0,0 0 0,0 0 0,0 0 0,0-1 0,2 1 1,8 0-7,-5 0 14,1 0-36,-1 0-1,1 0 1,0 0-1,8-2 1,4-17-57,-16 18 78,0-1 3,1 0 0,0 0-1,-1-1 1,1 1-1,-1-1 1,4-4 0,-4 3-3,-2 3 3,-1 0 0,1 0 0,0 0-1,-1 0 1,1 1 0,0-1 0,0 0 0,-1 0 0,1 0-1,0 1 1,0-1 0,0 0 0,0 1 0,2-1-1,6-4-31,4-7 40,-12 10-6,1 1 0,-1-1 0,0 1 0,1 0 0,0-1-1,-1 1 1,1 0 0,2-1 0,-1 1-8,-3-4 6,0 5 1,0 0 0,0-1 0,0 1 1,0 0-1,0 0 0,0-1 0,0 1 1,0 0-1,-1 0 0,1-1 0,0 1 1,0 0-1,0 0 0,0 0 0,0-1 1,1 1-1,-1 0 0,0 0 0,0-1 1,0 1-1,0 0 0,0 0 0,0-1 1,0 1-1,0 0 0,0 0 0,1 0 1,-1-1-1,0 1 0,0 0 0,0 0 1,0 0-1,1 0 0,-1-1 0,0 1 1,0 0-1,0 0 0,1 0 0,-1 0 0,0 0 1,0 0-1,1 0 0,13-6-12,-14 6 14,0 0-1,1 0 1,-1 0 0,0-1 0,0 1-1,1 0 1,-1 0 0,0 0 0,0-1-1,0 1 1,1 0 0,-1 0-1,0-1 1,0 1 0,0 0 0,0 0-1,1-1 1,-1 1 0,0 0 0,0-1-1,0 1 1,0 0 0,0-1 0,0 1-1,0 0 1,0-1 0,-1-2 3,1 6 2,1-1-1,-1 0 1,1 0 0,-1 0 0,1 0-1,0 0 1,0 0 0,-1-1 0,1 1-1,1 0 1,-1 0 0,2 2 0,-3-3 1,1 0 1,0 0 0,-1 1-1,0-1 1,1 0 0,-1 0 0,0 1-1,0-1 1,1 0 0,-1 0-1,0 1 1,0-1 0,0 0-1,-1 1 1,1 1 0,-1 3 23,1 95 626,0-100-654,0 0 0,0 0 0,0 0 1,0 0-1,1 0 0,-1 0 0,0-1 0,0 1 1,1 0-1,-1 0 0,0 0 0,1 0 0,-1 0 1,1-1-1,-1 1 0,1 0 0,0 0 0,-1-1 1,1 1-1,0 0 0,-1-1 0,3 2 1,-3-2-2,1 1 0,0-1 0,0 1 1,-1-1-1,1 1 0,0 0 0,-1 0 0,1-1 1,-1 1-1,1 0 0,-1 0 0,1-1 1,-1 1-1,1 0 0,-1 0 0,0 0 1,0 0-1,1 0 0,-1 0 0,0 0 1,0 0-1,0 1 0,0 69-1872,0-63 651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5.2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1 448,'-2'0'737,"-7"0"-231,6 0 41,3 2-467,0 147 1081,1-145-1159,0-1-1,0 1 1,0 0 0,0-1 0,0 1-1,1-1 1,0 1 0,-1-1-1,1 0 1,1 0 0,-1 0 0,0 0-1,1 0 1,-1 0 0,1-1 0,4 4-1,-5-5-1,-1 0 0,1 0 0,-1 0 0,1 0 0,-1 0 1,1 0-1,-1 0 0,0 0 0,0 1 0,0-1 0,0 1 0,0-1 0,0 1 0,0-1 0,0 1 0,1 2 0,-1 0 2,0-3-1,0 1 0,0-1 0,0 0 0,0 0 0,0 0 0,0 0 0,0 0 0,0 0 0,0 0 0,1 0 0,-1 0 0,0-1 0,3 2 0,7 6-15,-5 3 11,-6-10 4,1 1 0,-1-1 1,1 0-1,-1 0 0,1 1 0,-1-1 0,1 0 1,0 0-1,0 0 0,0 0 0,0 0 0,0 0 0,0 0 1,0 0-1,1 0 0,11 5-11,-11-5 10,-1-1 1,1 1-1,-1-1 0,1 1 1,-1-1-1,0 1 0,1 0 1,-1 0-1,0 0 0,1 0 1,-1 0-1,0 0 0,2 2 1,-3-2 17,3-1 6,-2 0-24,1 0 0,-1 0-1,0-1 1,0 1 0,0 0-1,1-1 1,-1 1 0,0-1-1,0 1 1,0-1 0,0 1 0,0-1-1,0 0 1,0 0 0,0 1-1,0-1 1,0 0 0,1-1-1,5-5-9,-5 2 26,-2 4-16,1-1 1,-1 1-1,0-1 0,1 1 0,-1 0 0,1-1 1,-1 1-1,1 0 0,-1 0 0,1-1 0,0 1 1,0 0-1,0 0 0,0 0 0,0 0 0,0 0 1,0 0-1,2-2 0,0 1-1,-3 1 0,1 1 0,-1-1 0,0 1 0,1-1 0,-1 1 1,0-1-1,1 1 0,-1-1 0,0 1 0,0-1 0,0 1 0,1-1 0,-1 0 0,0 1 0,0-1 1,0 1-1,0-1 0,0 0 0,0 0 0,2-7-13,-1 6 13,0 0 0,1 1 0,-1-1 0,1 0 1,-1 1-1,1-1 0,0 1 0,0 0 0,-1-1 0,1 1 0,0 0 0,0 0 0,1 0 1,2 0-1,-5 0 1,0 1 0,1 0 0,-1-1 0,0 1 0,1 0 0,-1-1 0,0 1 0,0 0 0,1-1 0,-1 1 0,0-1 0,0 1 0,0-1 0,0 1 0,1 0 0,-1-1 0,0 1 0,0-1-1,0 1 1,0-1 0,0 1 0,0-1 0,0 0 0,1-6-5,4 1-8,-4 5 11,0 0 1,-1 0 0,1 0-1,0 1 1,-1-1-1,1 0 1,-1 0-1,0 0 1,1 0-1,-1 0 1,0 0-1,1 0 1,-1 0-1,0 0 1,0 0-1,0 0 1,0-1 0,0 1-1,0-1 1,0 1 17,0 4 8,0-2-19,0 0 1,0 0 0,0 0-1,1 0 1,-1 0 0,0 0-1,0 0 1,1 0 0,-1 0-1,1 0 1,-1 0-1,1-1 1,-1 1 0,1 0-1,-1 0 1,1 0 0,0-1-1,-1 1 1,1 0 0,0-1-1,0 1 1,1 0 0,3 4 42,-4-5-43,-1 1 1,1-1-1,-1 1 0,1 0 0,-1-1 0,0 1 0,1-1 0,-1 1 0,0 0 0,0-1 1,1 1-1,-1 0 0,0-1 0,0 1 0,0 0 0,0 0 0,0-1 0,0 1 1,0 0-1,0-1 0,0 1 0,0 0 0,0-1 0,0 1 0,-1 1 0,1-1 5,-1 0-1,1 0 1,0 0 0,0 0-1,0 0 1,0 0-1,-1 0 1,2 0-1,-1 0 1,0 0-1,0 0 1,0 0-1,0 0 1,1 0 0,-1 0-1,0 0 1,1 0-1,-1 0 1,1 0-1,0 1 1,1 0 7,0 0 10,-1 1 1,1-1-1,-1 0 0,1 0 1,-1 1-1,0-1 0,0 1 1,0-1-1,0 1 1,0 0-1,0-1 0,-1 1 1,1 0-1,-1-1 0,0 1 1,0 0-1,0 3 0,0 151-72,0-155-537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5.6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64 416,'0'0'1209,"4"-2"-878,25-9-51,-27 9-266,0 0 1,0 1-1,0-1 1,0 1-1,1-1 1,-1 1-1,0 0 1,1 0-1,-1 0 1,1 1-1,0-1 1,-1 0-1,1 1 1,0 0-1,2-1 1,2 0 9,2 0 28,0 0-1,0-1 0,10-4 0,34-2 205,-38 0-212,-14 7-44,-1 1 0,1-1-1,0 0 1,-1 1-1,1 0 1,0-1 0,0 1-1,-1-1 1,1 1 0,0 0-1,0-1 1,0 1-1,0 0 1,-1 0 0,1 0-1,0 0 1,0 0-1,0 0 1,0 0 0,0 0-1,0 0 1,-1 0-1,3 1 1,-3-1-15,0 1-1,0 0 1,0-1-1,0 1 1,0-1 0,0 1-1,0 0 1,-1-1-1,1 1 1,0-1-1,0 1 1,0-1 0,-1 1-1,1 0 1,0-1-1,-1 1 1,0 0 0,-28 9-532,25-6 352,4-4 161,-1 1 1,1-1-1,-1 1 1,1-1-1,-1 1 1,0-1-1,1 1 1,-1-1-1,0 0 1,0 1-1,1-1 0,-1 0 1,0 1-1,0-1 1,1 0-1,-1 0 1,0 0-1,0 0 1,1 0-1,-2 0 1,-2 0-496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6.1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0 288,'0'21'520,"0"-21"-500,0 1 0,1-1 0,-1 1 0,0-1 0,0 0 0,0 1 0,0-1 0,0 0 0,0 1 0,0-1-1,-1 1 1,1-1 0,0 0 0,0 1 0,0-1 0,0 0 0,0 1 0,-1-1 0,1 0 0,0 1 0,0-1 0,0 0 0,-1 1-1,1-1 1,0 0 0,-1 1 0,1-1 0,0 0 0,-1 0 0,1 0 0,0 1 0,-1-1 0,1 0 0,0 0 0,-1 0-1,0 0 1,1 0-9,0 1 0,-1-1-1,1 0 1,-1 0 0,1 0-1,0 0 1,-1 1 0,1-1-1,0 0 1,-1 0 0,1 1-1,0-1 1,-1 0 0,1 0-1,0 1 1,0-1-1,-1 0 1,1 1 0,0-1-1,0 1 1,0-1 0,0 0-1,-1 1 1,1-1 0,0 0-1,0 1 1,0-1 0,0 1-1,0-1 1,0 0 0,0 1-1,0-1 1,0 1 0,0-1-1,0 1 1,0-1 0,0 1-3,0 0 0,0 0 1,0-1-1,-1 1 0,1 0 1,0 0-1,-1-1 0,1 1 1,0 0-1,-1-1 0,1 1 0,-1-1 1,1 1-1,-1 0 0,1-1 1,-1 1-1,0-1 0,1 0 1,-1 1-1,1-1 0,-2 1 1,-5 5 40,6-2-18,-1 1 0,1-1 0,1 0 0,-1 1 0,1-1 0,-1 0 0,1 1 0,1-1-1,0 7 1,-1 5 36,0 56 405,1-72-472,-1 1 1,1 0-1,-1 0 0,1-1 1,-1 1-1,1-1 0,-1 1 0,1 0 1,-1-1-1,1 1 0,0-1 1,-1 1-1,1-1 0,0 0 0,-1 1 1,1-1-1,0 0 0,0 1 1,-1-1-1,1 0 0,0 0 0,0 0 1,0 0-1,-1 1 0,1-1 1,0 0-1,0-1 0,1 1 0,37 0 3,-25 0-3,57 0 8,-70-1-8,-1 1 1,1 0-1,-1 0 0,1 0 1,-1 0-1,1 0 1,-1 0-1,1 0 1,-1 0-1,1 0 1,-1 0-1,1 0 0,-1 0 1,1 1-1,-1-1 1,0 0-1,1 0 1,-1 0-1,1 1 0,-1-1 1,1 0-1,-1 1 1,0-1-1,1 0 1,-1 1-1,0-1 0,1 0 1,-1 1-1,0-1 1,0 0-1,1 1 1,-1-1-1,0 1 1,0-1-1,0 1 0,1 0 1,3 7 9,15 0-15,-16-7 4,-1-1 0,0 1 1,0 0-1,0-1 0,0 1 0,1 0 0,-1 0 0,0 1 1,-1-1-1,1 0 0,0 1 0,3 2 0,-4 1 3,1 1 0,-1 0-1,0-1 1,-1 1-1,1 0 1,-1-1 0,0 1-1,-2 9 1,1 3 74,1 33 39,0-50-108,-1 1-1,1-1 1,-1 0 0,0 1-1,1-1 1,-1 0 0,0 0-1,0 0 1,0 0 0,0 0-1,0 0 1,0 0 0,0 0-1,0 0 1,0-1 0,0 1-1,-1 0 1,1-1 0,0 1-1,-3 0 1,0 1 5,0-1 1,0 1-1,1-1 1,-1 0-1,-1 0 0,-3 0 1,1 0 8,-1 0 0,1 0 1,0 1-1,-10 3 0,9-2-24,-1-1 0,1 0 0,-9 1-1,15-3-10,0 0 0,0 0 0,0 0-1,0 0 1,1 0 0,-1-1 0,0 1-1,0 0 1,0-1 0,0 0 0,0 1-1,1-1 1,-1 0 0,0 0 0,1 0-1,-1 0 1,-2-2 0,3 1-67,0 0 1,0 0-1,1 0 0,-1 0 1,0 0-1,1 0 1,0 0-1,0 0 0,-1 0 1,1 0-1,0 0 1,0 0-1,1 0 0,0-4 1,-1 0-357,0-14-1204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0:46.8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71 224,'0'0'1366,"0"-2"-886,0-67 1004,4 69-1463,50 0-53,-51 0 33,0 0 0,0 1-1,0-1 1,0 1 0,0 0 0,-1 0 0,1 0-1,0 0 1,-1 0 0,1 0 0,2 2 0,-4-2 0,1 0 0,-1 0-1,0 0 1,0 0 0,0 0 0,0 0 0,0 0 0,0 0 0,0 0 0,0 0 0,0 1 0,0-1 0,-1 0 0,1 1 0,0-1 0,-1 1 0,1-1-1,-1 0 1,0 1 0,1 1 0,-1 146 151,0-148-109,0 2-60,0-3 16,0 1 1,-1-1 0,1 0 0,0 1-1,0-1 1,0 1 0,0-1 0,0 0-1,0 1 1,0-1 0,0 1 0,0-1-1,0 0 1,0 1 0,1-1 0,-1 1-1,0-1 1,0 0 0,0 1 0,0-1-1,1 0 1,-1 1 0,0-1 0,0 0-1,1 1 1,47 17-24,-41-14 23,1-1 0,0 1 0,9 2 0,14 5 0,-20-7 0,-6-3 2,-1 1-1,1 0 1,0 0-1,-1 0 0,1 1 1,-1-1-1,5 4 0,46 39 11,-53-44-11,-1 0 1,0 1-1,0-1 0,1 1 0,-1-1 1,0 1-1,0 0 0,0-1 0,-1 1 1,2 2-1,4 8 2,1-4 9,-6-6-4,1-1-1,-2 0 0,1 0 0,0 1 0,0-1 1,0 0-1,0 1 0,-1-1 0,1 1 0,-1-1 1,1 1-1,-1-1 0,0 1 0,1-1 0,-1 1 1,0 0-1,0-1 0,0 1 0,0-1 1,-1 4-1,1 0 35,1-4-28,-1 0-1,0 1 1,0-1 0,0 1 0,0-1-1,0 1 1,0-1 0,0 0 0,0 1 0,-1-1-1,1 1 1,0-1 0,-1 0 0,1 1-1,-2 1 1,-19 23 316,13-13-156,6-11-152,1-1-1,-1 1 1,0-1 0,1 0-1,-1 0 1,0 0 0,0 0 0,1 0-1,-1-1 1,0 1 0,0 0 0,-3 0-1,-12 5 28,4 2-25,11-7-19,0 1-1,-1-1 1,1 0-1,0 1 1,-1-1-1,1 0 0,-1 0 1,1-1-1,-1 1 1,1-1-1,-1 1 1,0-1-1,1 0 1,-5 0-1,-91 0-2239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0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101 1 64,'0'14'342,"0"-12"-275,0 0 0,0 1 0,0-1-1,-1 0 1,1 0 0,-1 0 0,0 1 0,1-1 0,-1 0 0,0 0 0,0 0 0,0 0 0,0 0 0,-1-1 0,1 1 0,0 0 0,-4 2 0,4-2-54,1-1 0,-1 0 0,1 0 0,-1 0 0,1 0 0,-1 1-1,1-1 1,-1 0 0,1 0 0,0 1 0,0-1 0,0 0-1,0 1 1,0-1 0,0 0 0,0 1 0,0-1 0,0 0 0,1 2-1,0 4 36,-1 102 18,0-108-66,0-1 1,0 1-1,0 0 0,0-1 0,0 1 1,0 0-1,0-1 0,0 1 0,0 0 1,0-1-1,0 1 0,-1 0 0,1-1 1,0 1-1,0-1 0,-1 1 0,1 0 1,0-1-1,-1 1 0,1-1 0,0 1 1,-1-1-1,1 1 0,-1-1 0,1 0 1,-1 1-1,1-1 0,-1 1 0,0-1 0,1 0 1,-1 0-1,1 1 0,-1-1 0,0 0 1,1 0-1,-1 0 0,1 1 0,-1-1 1,0 0-1,1 0 0,-1 0 0,-1 0 1,2-1-1,-1 1 0,1 0 0,-1 0 0,1 0 1,-1 0-1,1 0 0,-1 0 0,1 1 0,-1-1 1,1 0-1,-1 0 0,1 0 0,-1 0 0,1 0 1,0 1-1,-1-1 0,1 0 0,-1 1 0,1-1 1,-1 0-1,1 0 0,0 1 0,-1-1 0,1 1 1,0-1-1,-1 0 0,1 1 0,0-1 0,0 1 1,0-1-1,-1 1 0,1-1 0,0 1 0,0-1 1,0 1-1,0-1 0,0 0 0,0 1 0,0-1 1,0 1-1,0 0 0,0 6 0,-1-1 0,1 1 0,-1-1 0,0 1 0,-1-1 0,0 0 0,0 1 0,0-1 0,-4 7 0,4 14-59,2-25 44,1-1 1,-1 1-1,0 0 1,0 0 0,0-1-1,0 1 1,0 0 0,-1 0-1,1-1 1,0 1 0,-1 0-1,1-1 1,-1 1 0,1 0-1,-1-1 1,0 1 0,-2 2-1,-17 9-193,15-10-82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2.1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29 80,'0'0'1678,"5"-2"-1630,16-5-13,-16 5-6,16-1 6,3-8-19,-19 8-5,-2 3-9,70 0 52,-73 0-51,1 1 1,0 0 0,-1 0-1,1 0 1,-1 0 0,1-1-1,-1 1 1,1 0-1,-1 0 1,0 0 0,1 0-1,-1 0 1,0 0 0,0 0-1,0 0 1,1 0 0,-1 0-1,0 0 1,0 0 0,-1 0-1,1 0 1,0 0 0,0 0-1,-1 2 1,1 5 27,-1 1-33,0-4 11,1 1 1,0 0-1,0 0 1,0-1-1,0 1 1,1 0-1,0 0 1,2 7-1,4-6-1,-6-6-6,0 0 0,0-1-1,-1 1 1,1 0-1,0 0 1,0 0-1,-1 0 1,1 0-1,-1 0 1,1 0-1,-1 0 1,1 0-1,-1 1 1,1-1 0,-1 0-1,0 0 1,0 0-1,0 0 1,0 1-1,0-1 1,0 0-1,0 0 1,0 2-1,0 208 175,0-210-176,0 0 0,0 0 0,0 0 0,0 1 0,-1-1 0,1 0 0,0 0 0,-1 0 0,1 0 0,-1 0 0,1 0 0,-1 0 0,1 0 0,-1 0 0,0 0 0,1 0 0,-1 0 0,0 0 0,0 0 0,0 0 0,0-1 0,0 1 0,0 0 0,0-1 0,0 1 0,-1 0 0,2-1 0,-1 1 0,1-1-1,0 0 1,-1 1 0,1-1-1,0 0 1,-1 1 0,1-1-1,0 1 1,-1-1 0,1 0-1,0 1 1,0-1-1,0 1 1,0-1 0,-1 1-1,1-1 1,0 1 0,0-1-1,0 1 1,0-1 0,0 1-1,0-1 1,0 1 0,0-1-1,0 1 1,0-1-1,1 0 1,-1 1 0,0-1-1,0 1 1,0-1 0,1 1-1,-1 0 1,0-1 1,0 1-1,1-1 0,-1 1 0,0-1 0,0 1 0,0-1 0,0 1 0,0 0 0,0-1 1,0 1-1,0-1 0,0 1 0,0 0 0,0-1 0,0 1 0,0-1 0,0 1 1,0-1-1,-1 1 0,1-1 0,0 1 0,0-1 0,-1 1 0,1-1 0,0 1 0,-1-1 1,1 1-1,-1-1 0,1 0 0,0 1 0,-1-1 0,1 1 0,-1-1 0,-19 12 6,14-10-20,6 1-25,0-3 37,0 1 0,0-1 0,0 0 1,0 0-1,0 1 0,0-1 1,0 0-1,0 0 0,0 0 1,0 1-1,0-1 0,0 0 1,0 0-1,0 1 0,0-1 1,0 0-1,0 0 0,0 1 1,0-1-1,0 0 0,0 0 1,0 1-1,0-1 0,0 0 1,0 0-1,1 0 0,-1 1 1,0-1-1,0 0 0,0 0 1,0 0-1,1 1 0,-1-1 1,0 0-1,0 0 0,1 0 1,-1 0-1,0 0 0,0 0 1,0 0-1,1 1 0,-1-1 1,0 0-1,0 0 0,1 0 1,-1 0-1,1 0 0,29 1-1,0-2 0,0-1 0,0-1 0,0-1 0,45-13 0,-62 13-10,0 1 0,1 0 0,-1 1 0,1 1 0,0 0 1,19 1-1,-20 0-33,-8 0-16,-5-14-690,0 11 242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2.6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45 48,'0'0'352,"4"0"56,9 0 89,-9 0-156,1-2-135,1-1-177,2 0 0,-1 1 0,0 0 0,0 0 0,1 1 0,-1 0 0,0 1 0,9-1 0,-14 2-27,-1-1 1,0 0-1,0 0 1,0 0-1,0-1 1,0 1-1,0 0 1,0 0-1,0 0 1,0-1-1,0 1 1,0 0-1,0-1 1,-1 1-1,3-2 1,6-3 42,3 1-35,-8 4-8,-1-1 1,1 0-1,-1-1 0,0 1 0,1 0 0,-1-1 0,3-2 0,3 1 11,61 3-1096,-95 0 568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3.3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0 208,'0'169'1876,"0"-167"-1810,4-2-98,38 0-18,-41 0 47,0 0 1,0 0 0,0 0-1,0 0 1,1-1-1,-1 1 1,0 0 0,0 0-1,0-1 1,0 1 0,0-1-1,0 1 1,0-1-1,0 1 1,2-2 0,5-2-6,53 2 4,-48 2 6,-8 0 11,-5 0-12,1 0 0,-1-1 0,1 1 0,-1 0 0,1 0 0,0 0 0,-1-1 0,1 1 1,-1 0-1,1 0 0,0 0 0,-1 0 0,1 0 0,-1 0 0,1 0 0,0 0 0,-1 1 0,1-1 0,-1 0 0,1 0 0,0 0 0,-1 1 1,1-1-1,-1 0 0,1 1 0,-1-1 0,1 0 0,-1 1 0,1-1 0,-1 0 0,1 1 0,-1-1 0,0 1 0,1-1 0,-1 1 0,0-1 1,1 1-1,-1 0 0,0 0 0,5 4 7,15 8 5,-19-13-12,-1 1-1,1 0 1,0-1-1,-1 1 1,1 0 0,-1 0-1,1 0 1,-1-1-1,1 1 1,-1 0 0,0 0-1,1 0 1,-1 0-1,0 0 1,0 0 0,0 0-1,0 0 1,1 0-1,-1 0 1,0-1 0,-1 1-1,1 2 1,1 6 1,3-4-1,-3-3 2,0 1-1,1-1 1,-1 1-1,1-1 1,0 0-1,0 0 0,0 1 1,0-1-1,0-1 1,1 1-1,-1 0 1,1 0-1,-1-1 1,1 0-1,-1 1 1,1-1-1,0 0 1,2 1-1,-5 3 11,1 20 55,0-23-64,-1 0 0,0 0 0,0-1 1,0 1-1,0 0 0,-1 0 0,1 0 0,0 0 1,-1 0-1,1-1 0,-1 1 0,0 0 1,0 0-1,-1 1 0,-68 14 44,61-10-44,8-6-3,0 0 0,0 0 0,0 0 0,1-1 0,-1 1 0,0 0 0,0-1 1,0 1-1,-1-1 0,1 1 0,0-1 0,0 0 0,0 1 0,0-1 0,-2 0 0,-42 10-89,41-10-2,-1 0-102,-15 0-243,15 0-238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4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302 1 64,'0'0'21,"-3"0"22,-61 1 357,56 4-314,7-4-72,-1 0-1,1 0 1,-1-1 0,1 1-1,-1-1 1,0 1 0,1-1-1,-1 0 1,0 1 0,1-1-1,-1 0 1,0 0-1,1 0 1,-1 0 0,-3-1-1,1 1 12,-1 1-1,1 0 0,0 0 1,-1 1-1,1-1 0,0 1 1,-8 4-1,10-5-11,0 0 0,-1 0 0,1 0 0,0 0 0,-1-1-1,1 1 1,-1-1 0,1 0 0,-1 0 0,1 0 0,-1 0 0,1 0 0,-1 0-1,-4-1 1,-11-1 96,2 3-54,0 0 0,-27 6 0,24-5-2,16-2 358,6 0-368,347 0-790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6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64,'0'0'1713,"3"0"-1609,1 1-97,-1-1 0,1 1 0,0-1 1,0-1-1,0 1 0,0 0 0,-1-1 0,1 0 0,0 0 1,-1 0-1,1 0 0,0 0 0,-1-1 0,0 0 0,6-3 1,-3 0-4,-6 4-4,1 0 0,0 0 0,0 1 0,0-1 0,0 0 0,0 1 0,0-1 0,1 0 0,-1 1 0,0-1 0,0 1 0,0 0 0,0-1 0,1 1 1,-1 0-1,0 0 0,0 0 0,0 0 0,1 0 0,-1 0 0,2 0 0,74 0 5,-76 1-3,-1 0 1,1 0-1,0-1 0,-1 1 0,1 0 0,-1 0 0,1 0 1,-1 0-1,0 0 0,1 0 0,-1 0 0,0 0 0,0 0 0,1 0 1,-1 0-1,0 1 0,0-1 0,0 0 0,0 0 0,-1 0 1,1 0-1,0 0 0,-1 1 0,1 4 21,0 63-4,0-67-6,0 29 54,0 14-9,0-44-59,1 0 0,-1 0 0,1 0 1,0 0-1,-1 0 0,1 0 0,0 0 0,0 0 0,-1 0 0,1 0 0,0 0 0,0 0 0,0-1 0,0 1 0,0 0 0,0-1 0,0 1 0,0 0 0,3 0 0,26 7-4,4-3 7,-33-5-3,0 0 1,0 1 0,0-1 0,0 1 0,0-1-1,0 1 1,0-1 0,0 1 0,0 0-1,-1-1 1,1 1 0,0 0 0,-1 0-1,1-1 1,0 1 0,-1 0 0,1 0 0,-1 0-1,1 0 1,-1 0 0,0 0 0,1 0-1,-1 0 1,0 0 0,1 0 0,-1 0-1,0 0 1,0 2 0,0-2 1,0 1 0,0 0 0,0-1 0,1 1 0,-1 0-1,1-1 1,-1 1 0,1 0 0,-1-1 0,1 1 0,0-1 0,0 1 0,0-1 0,1 2 0,-1-1 0,1-1 1,-1 1-1,0 0 1,0 0-1,0 0 1,0 0 0,-1 0-1,1 0 1,-1 0-1,1 0 1,-1 0 0,1 0-1,-1 0 1,0 3-1,0-4 1,0 0-1,0 0 0,0 0 0,0 0 0,0 0 1,1 0-1,-1 0 0,0-1 0,0 1 0,1 0 1,-1 0-1,1 0 0,-1 0 0,1-1 0,-1 1 0,1 0 1,-1 0-1,1-1 0,0 1 0,-1 0 0,1-1 1,0 1-1,-1-1 0,1 1 0,0-1 0,0 1 1,0-1-1,1 1 0,-1-1 0,0 1 0,0-1-1,0 0 1,-1 1 0,1-1-1,0 1 1,0-1 0,-1 1 0,1-1-1,0 1 1,-1 0 0,1-1 0,0 1-1,-1 0 1,1 0 0,-1-1 0,1 1-1,-1 0 1,1 0 0,-1 0 0,0 0-1,0 0 1,1-1 0,-1 1-1,0 0 1,0 0 0,0 0 0,0 2-1,0-3 0,0 0 1,0 1-1,0-1 0,0 1 0,0-1 0,0 1 0,0-1 0,0 0 0,0 1 0,0-1 0,0 1 0,0-1 0,1 1 1,-1-1-1,0 0 0,0 1 0,0-1 0,1 0 0,-1 1 0,0-1 0,0 0 0,1 1 0,-1-1 0,0 0 0,0 1 0,1-1 1,-1 0-1,1 0 0,-1 1 0,0-1 0,1 0 0,-1 0 0,0 0 0,1 0 0,-1 0 0,1 1 0,0-1 0,7 5 5,-6 1-1,-1 1-1,1 0 1,-1 0-1,-1 0 1,0 0-1,1 0 0,-2 0 1,0 8-1,-1 17 70,3-24-60,-3 14 7,2-21-19,-1-1-1,1 1 0,-1 0 0,1 0 1,-1-1-1,1 1 0,-1-1 0,1 1 1,-1 0-1,0-1 0,0 1 0,1-1 1,-1 0-1,0 1 0,0-1 0,1 0 1,-1 1-1,0-1 0,0 0 0,0 0 1,0 0-1,1 1 0,-1-1 0,0 0 1,0 0-1,0 0 0,0-1 0,-146 1-296,144 0 176,-2-2-82,-15-12-193,19 14 368,1-1 0,-1 1 1,1 0-1,0-1 0,-1 1 1,1-1-1,0 1 0,-1-1 1,1 0-1,0 1 0,0-1 1,-1 1-1,1-1 0,0 1 0,0-1 1,0 0-1,0 1 0,0-1 1,0 0-1,0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29.4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0 144,'0'20'1121,"0"50"-433,1-69-688,-1 1 0,0-1 0,0 0 0,0 0 0,1 1 0,-1-1 0,0 0 0,1 0 0,-1 0 0,1 0 0,-1 0 0,1 1 0,0-1 0,0 0 0,-1 0 0,1-1 0,0 1 1,0 0-1,0 0 0,0 0 0,2 1 0,-1 0 2,-1-1-1,0 0 0,-1 0 0,1 0 0,-1 0 1,1 0-1,-1 0 0,1 0 0,-1 1 0,0-1 1,0 0-1,1 0 0,-1 1 0,0-1 1,0 0-1,0 0 0,0 1 0,-1-1 0,1 0 1,-1 2-1,1 5 31,0 333 274,5-336-292,-4-5-18,0 0 0,1 1 1,-1-1-1,0 1 0,0-1 1,1 1-1,-1-1 0,0 1 1,0 0-1,0 0 0,0-1 0,0 1 1,0 0-1,0 0 0,0 0 1,0 0-1,0 0 0,-1 0 1,1 1-1,0-1 0,-1 0 1,1 0-1,-1 1 0,1-1 1,-1 0-1,1 0 0,-1 1 0,0-1 1,0 0-1,0 1 0,0-1 1,0 1-1,0 2 0,0-3-158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1.0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48,'0'0'2041,"0"14"-2001,0 130 283,1-143-323,-1 0 1,0 0-1,0 0 1,1 1-1,-1-1 1,0 0-1,1 0 1,-1 0-1,1 0 1,0 0-1,-1 0 1,1 0 0,0 0-1,0 0 1,-1 0-1,1 0 1,0 0-1,0-1 1,0 1-1,0 0 1,0-1-1,0 1 1,0 0-1,1-1 1,-1 1-1,2 0 1,1 0 1,-4 0-3,1 0 1,0 0-1,-1 0 1,1 0-1,0 0 1,-1 0-1,1 0 1,-1 0-1,0 0 1,1 0-1,-1 0 1,0 0-1,1 0 1,-1 0 0,0 0-1,0 1 1,0-1-1,0 0 1,0 0-1,0 0 1,-1 0-1,1 0 1,-1 2-1,1 3-3,0 30 6,13-34 29,-6-2-115,-2 0 52,-4 0 31,-1 0-1,1-1 1,0 1-1,0 0 1,0 0-1,-1 0 0,1 0 1,0 0-1,0 0 1,0 0-1,-1 0 0,1 0 1,0 0-1,0 1 1,0-1-1,-1 0 1,1 1-1,0-1 0,0 0 1,-1 1-1,1-1 1,0 1-1,-1-1 0,1 1 1,0-1-1,-1 1 1,1-1-1,-1 1 1,1 0-1,-1-1 0,1 1 1,-1 0-1,0-1 1,1 1-1,-1 0 0,0 0 1,1 0-1,-1 0 1,10 2-20,-3-3 18,43 0 0,-46 0-18,1 0-14,-4 0 33,1 0 0,0-1 0,-1 1 0,1 0-1,-1-1 1,1 1 0,-1-1 0,1 0 0,-1 1 0,1-1 0,-1 0 0,3-2 0,-3 2 0,0 0 1,0 0-1,1 1 1,-1-1 0,0 0-1,1 1 1,-1-1 0,0 1-1,1-1 1,-1 1-1,1-1 1,2 1 0,-1 0 22,-2-26-74,-2 16 55,1 16 142,5-4-144,-4-3 3,0 1-1,0 0 0,0 0 0,0 0 0,-1 0 1,1 0-1,0 1 0,0-1 0,0 0 1,0 0-1,0 0 0,0 1 0,-1-1 0,1 1 1,0-1-1,0 0 0,0 1 0,-1-1 1,1 1-1,0 0 0,-1-1 0,1 1 0,0 0 1,-1-1-1,1 1 0,-1 0 0,1-1 1,0 2-1,1 32 91,-2-22-83,0 78-1077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2.0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96,'0'0'1531,"0"15"-1221,0 211 301,5-221-584,10 6-15,-14-10-14,1 1-1,-1-1 1,1 0-1,-1 1 1,1-1-1,-1 0 1,1 0-1,0 0 1,0 0-1,0-1 1,-1 1-1,1 0 1,0-1-1,0 1 1,0-1-1,0 0 1,0 1-1,3-1 1,115 0-97,-114 0 62,-3 0 2,-2-1 32,0 1 0,0 0 1,-1 0-1,1-1 0,0 1 0,0 0 0,0-1 1,-1 1-1,1-1 0,0 1 0,0-1 0,-1 1 0,1-1 1,0 1-1,-1-1 0,1 0 0,-1 1 0,1-1 1,-1 0-1,1 0 0,-1 0 0,1 1 0,-1-1 1,0 0-1,1 0 0,-1 0 0,0 0 0,0 1 0,0-1 1,1 0-1,-1 0 0,-1-2 0,1-40-118,0 25 100,0 17 83,0 5-6,0-4-54,-1 0 0,1 1 0,0-1 1,0 0-1,0 1 0,0-1 0,0 0 0,0 0 0,0 1 0,0-1 0,0 0 0,0 0 0,0 1 0,0-1 0,0 0 0,0 1 1,0-1-1,0 0 0,0 0 0,0 1 0,0-1 0,0 0 0,0 0 0,1 1 0,-1-1 0,0 0 0,0 0 0,0 0 0,0 1 1,1-1-1,-1 0 0,0 0 0,0 0 0,0 1 0,1-1 0,-1 0 0,0 0 0,0 0 0,1 0 0,-1 0 0,0 0 0,0 1 1,1-1-1,-1 0 0,1 0 0,1 1 9,0 0-4,-1 0 0,1-1 0,-1 1 0,1 0 0,-1 0 0,0 1 1,1-1-1,-1 0 0,0 0 0,0 1 0,0-1 0,0 1 0,0-1 0,0 1 0,0-1 0,0 1 1,-1-1-1,1 1 0,-1 0 0,1-1 0,-1 1 0,0 0 0,1 0 0,-1-1 0,0 1 0,0 0 1,0 0-1,0-1 0,-1 4 0,1 130 393,0-133-443,-1-1-178,1 0 199,0 0 1,0-1-1,0 1 1,0 0-1,0 0 1,0-1 0,0 1-1,0 0 1,0-1-1,0 1 1,0 0-1,1 0 1,-1-1-1,0 1 1,0 0-1,1-1 1,-1 1 0,0-1-1,1 1 1,-1 0-1,1 0 1,13-1-318,-11 0-245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2.6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12 128,'0'1'12,"0"-1"0,0 1 0,0 0 0,0-1 1,1 1-1,-1 0 0,0-1 0,0 1 0,0 0 0,0-1 0,1 1 0,-1-1 0,0 1 0,1 0 0,-1-1 1,0 1-1,1-1 0,-1 1 0,1-1 0,-1 1 0,1-1 0,-1 1 0,1-1 0,-1 0 0,1 1 1,-1-1-1,1 0 0,-1 1 0,1-1 0,0 0 0,-1 0 0,1 0 0,0 1 0,-1-1 0,1 0 0,0 0 1,-1 0-1,1 0 0,1 0 0,-2 0 8,1 0 0,-1 0 0,1 0 0,-1 0-1,1 0 1,-1 0 0,0 0 0,1 0 0,-1 0 0,1 0 0,-1 0 0,1 0 0,-1 0 0,1 0 0,-1 1 0,0-1-1,1 0 1,-1 0 0,1 1 0,-1-1 0,0 0 0,1 1 0,-1-1 0,0 0 0,0 1 0,1-1 0,-1 0-1,0 1 1,0-1 0,1 1 0,-1-1 0,0 0 0,0 1 0,0-1 0,0 1 0,1-1 0,-1 2 0,0-1 289,5-1-130,83-3 227,-79 2-381,1 0-1,0-1 1,-1 0 0,1 0-1,-1-1 1,17-8 0,-21 8 20,-1 3-2,-4 0-42,1 0 0,-1 0 0,1 0 0,-1 1 0,1-1 0,-1 0 0,1 0 0,-1 0 0,1 0 0,-1 0 0,1 0-1,-1-1 1,1 1 0,0 0 0,-1 0 0,1 0 0,-1 0 0,1-1 0,-1 1 0,1 0 0,-1 0 0,0-1 0,1 1 0,-1 0 0,1-1 0,-1 1 0,0-1 0,1 1 0,-1 0 0,0-1 0,1 1 0,-1-1-1,0 1 1,0-1 0,1 1 0,-1-1 0,0 1 0,0-1 0,0-1 21,26 2-441,-21 0 155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3.3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0 176,'0'5'376,"0"135"1316,0-137-1647,6-3-34,44 0-54,-49-1 41,-1 1 0,1-1 0,-1 1 0,1-1 1,-1 1-1,1 0 0,-1-1 0,1 0 0,-1 1 0,1-1 0,-1 1 0,0-1 1,1 0-1,-1 1 0,0-1 0,0 0 0,1 1 0,-1-1 0,0 0 0,0 1 0,0-2 1,0 1-3,9-3 3,-9 4 2,0 0-1,1-1 0,-1 1 0,1 0 1,-1 0-1,1 0 0,-1-1 0,0 1 1,1 0-1,-1 0 0,1-1 0,-1 1 1,0 0-1,1-1 0,-1 1 0,0 0 1,0-1-1,1 1 0,-1-1 0,0 1 1,0 0-1,1-1 0,-1 1 0,0-1 1,0 1-1,0-1 0,0 1 0,0-1 0,0 1 1,0-1-1,0 1 0,0-1 0,0 0 1,0 1-2,0 0 1,0 0 0,0 0 0,0 0-1,0 0 1,0-1 0,0 1 0,0 0 0,0 0-1,0 0 1,0 0 0,0 0 0,0 0-1,0-1 1,0 1 0,1 0 0,-1 0-1,0 0 1,0 0 0,0 0 0,0 0-1,0 0 1,0-1 0,0 1 0,0 0-1,0 0 1,1 0 0,-1 0 0,0 0-1,0 0 1,0 0 0,0 0 0,0 0-1,0 0 1,1 0 0,-1 0 0,0 0-1,0 0 1,0 0 0,0 0 0,0 0 0,0 0-1,1 0 1,-1 0 0,0 0 0,0 0-1,0 0 1,0 0 0,0 0 0,1 0-1,-1 0 1,0 0 0,0 0 0,0 1-1,79-1-25,-37 0 26,-37 0 8,-5 2 8,2 2-14,0-1 1,0 0 0,1 0-1,-1 0 1,1 0 0,-1 0-1,1 0 1,0-1 0,0 0-1,0 1 1,0-1 0,1 0-1,-1 0 1,5 1 0,-8-3-3,0 0 1,0 0 0,0 0-1,1 0 1,-1 0 0,0 0-1,0 0 1,0 0-1,1 0 1,-1 0 0,0 1-1,0-1 1,0 0 0,1 0-1,-1 0 1,0 0-1,0 0 1,0 1 0,0-1-1,1 0 1,-1 0 0,0 0-1,0 0 1,0 1 0,0-1-1,0 0 1,0 0-1,1 0 1,-1 1 0,0-1-1,0 0 1,0 0 0,0 0-1,0 1 1,0-1 0,0 0-1,0 0 1,0 1-1,0-1 1,0 0 0,0 1-1,0 108 240,0-108-239,0-1 0,0 1 0,0 0 0,0-1 0,0 1 0,0-1 0,-1 1 0,1-1 0,0 1 0,0-1 0,0 1 0,0 0 0,-1-1 0,1 1 0,0-1 0,0 1 0,-1-1 0,1 0-1,0 1 1,-1-1 0,1 1 0,-1-1 0,1 0 0,-1 1 0,1-1 0,-1 0 0,1 1 0,-1-1 0,1 0 0,-1 1 0,1-1 0,-1 0 0,1 0 0,-1 0 0,1 0 0,-1 0 0,1 0-1,-1 0 1,0 0 0,1 0 0,-1 0 0,0 0 0,0 0 0,1 0-1,-1 0 1,1 0-1,-1 0 1,0 0 0,1 0-1,-1 0 1,1 1 0,-1-1-1,1 0 1,-1 0 0,1 0-1,-1 1 1,1-1 0,-1 0-1,1 1 1,-1-1-1,1 0 1,-1 1 0,1-1-1,-1 1 1,1-1 0,0 0-1,-1 1 1,1-1 0,0 1-1,0-1 1,-1 1-1,1-1 1,0 1 0,0 0-1,0-1 1,-1 1 0,1-1-1,0 1 1,0-1 0,0 1-1,0 0 1,0-1 0,0 1-1,0 0 1,0 0-1,0-1 1,0 1-1,0-1 1,0 1-1,0-1 1,0 1-1,0-1 1,0 1-1,0-1 1,0 1-1,-1-1 1,1 0-1,0 1 1,0-1-1,-1 1 1,1-1-1,0 1 1,-1-1-1,1 0 1,0 1-1,-1-1 1,1 0-1,-1 1 1,1-1-1,0 0 1,-1 1-1,0-1 1,-17 2 6,-5 0-10,-6 11 11,25-11-88,0 0 1,0-1 0,0 1-1,0 0 1,0-1-1,-1 0 1,1 0-1,-7 0 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4.2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1 103 144,'0'-59'2004,"0"58"-2002,0 0 0,0 1 0,0-1 0,0 1 0,0-1 0,0 1 0,0-1 0,0 1 0,1-1 0,-1 1 1,0-1-1,0 1 0,1-1 0,-1 1 0,0-1 0,1 1 0,-1-1 0,0 1 0,1-1 0,-1 1 0,0 0 0,1-1 1,-1 1-1,1 0 0,-1-1 0,1 1 0,-1 0 0,1 0 0,-1-1 0,1 1 0,-1 0 0,1 0 0,0 0 0,-1 0 0,2 0 1,-1-1-1,1 1 1,-1 0 0,0-1 0,1 1 0,-1-1-1,0 1 1,0-1 0,1 0 0,-1 0 0,0 1 0,0-1-1,0 0 1,0 0 0,0 0 0,1-2 0,-1 2-4,1 0 0,-1-1 1,0 1-1,0 0 0,1 0 1,-1 0-1,1 0 0,-1 0 1,1 1-1,-1-1 0,1 0 1,-1 1-1,1-1 0,0 1 1,-1-1-1,3 1 0,34-2 19,-30 2-6,-6 0-11,-1 0-1,-1 0 1,1-1-1,0 1 0,-1 0 0,1 0 0,0 0 0,0 0 0,0 0 0,-1 0 0,1 0 0,0 0 0,0 1 0,-1-1 0,1 0 0,0 0 0,-1 1 0,1-1 0,0 0 0,-1 1 0,1-1 0,0 0 0,-1 1 0,1-1 0,-1 1 0,1-1 0,-1 1 0,1 0 1,-1-1-1,1 1 0,-1-1 0,1 1 0,-1 0 0,0-1 0,1 1 0,-1 0 0,0 0 0,0-1 0,0 1 0,1 0 0,-1 0 0,0 0 0,0 0 0,0-1 1,0 1-1,0-1 0,0 1 0,0-1 0,0 1 1,0-1-1,0 1 0,0-1 0,0 1 1,1-1-1,-1 1 0,0-1 0,0 1 0,0-1 1,1 1-1,-1-1 0,0 0 0,1 1 1,-1-1-1,0 1 0,1-1 0,-1 0 1,1 1-1,-1-1 0,1 0 0,-1 0 0,0 1 1,1-1-1,-1 0 0,1 0 0,-1 0 1,2 1-1,-2-1 1,1 0-1,-1 0 1,1 0 0,-1 1-1,1-1 1,-1 0 0,1 0 0,-1 1-1,1-1 1,-1 0 0,1 1-1,-1-1 1,0 0 0,1 1 0,-1-1-1,1 1 1,-1-1 0,0 1-1,0-1 1,1 1 0,-1-1 0,0 1-1,0-1 1,1 1 0,-1-1-1,0 1 1,0-1 0,0 1 0,0-1-1,0 1 1,0-1 0,0 1-1,0 0 1,0 143 271,0-143-267,0 1-1,0-1 1,-1 0-1,1 0 1,0 1-1,-1-1 1,1 0-1,0 0 1,-1 1-1,0-1 1,1 0-1,-1 0 1,0 0-1,1 0 1,-1 0-1,0 0 1,-1 1-1,1-1 2,0 0 0,0 0-1,0 0 1,1 0 0,-1 0 0,0 0-1,0 0 1,1 0 0,-1 0 0,1 0-1,-1 1 1,1-1 0,0 0-1,-1 0 1,1 1 0,0-1 0,0 2-1,0-3-4,0 1 1,0-1-1,0 1 0,0-1 0,0 1 0,0-1 1,0 1-1,0-1 0,-1 0 0,1 1 0,0-1 0,0 1 1,0-1-1,-1 1 0,1-1 0,0 1 0,0-1 1,-1 0-1,1 1 0,0-1 0,-1 1 0,1-1 0,-1 0 1,1 0-1,0 1 0,-1-1 0,1 0 0,-1 0 1,1 1-1,-1-1 0,1 0 0,-1 0 0,1 0 0,-1 0 1,1 0-1,0 1 0,-1-1 0,1 0 0,-1 0 1,1 0-1,-2-1 0,1 1 0,1 0 0,-1 0-1,1 0 1,-1 0 0,0 0 0,1 0 0,-1 1 0,0-1-1,1 0 1,-1 0 0,0 0 0,1 1 0,-1-1 0,1 0-1,-1 1 1,1-1 0,-1 0 0,1 1 0,-1-1 0,1 1-1,-1-1 1,1 1 0,-1-1 0,1 1 0,0-1 0,-1 1-1,1-1 1,0 1 0,-1-1 0,1 1 0,0 0 0,0-1-1,0 1 1,-1 0 0,1-1 0,0 1 0,0 0-1,0-1 1,0 1 0,0-1 0,0 1 0,1 1 0,-2-1-6,1 1 0,0-1 0,0 0 1,0 1-1,0-1 0,0 1 0,0-1 1,1 1-1,-1-1 0,0 0 0,1 1 0,-1-1 1,1 0-1,1 3 0,-1-3-4,1-1 0,-1 1 0,1-1 0,-1 1 0,1-1 0,-1 0 0,1 1 0,0-1 0,-1 0 0,1 0 0,-1 0 0,3-1 0,3 1 8,16-1-43,30 1 29,-51 0 14,0 0 0,0 0 0,0 1 0,1-1 0,-1 0 0,0 1-1,0 0 1,0-1 0,0 1 0,-1 0 0,1 0 0,0 0 0,0 0 0,0 1 0,-1-1 0,1 0-1,-1 1 1,3 2 0,2 7 1,-5-9 1,-1-1-1,1 0 0,0 0 0,-1 0 1,1 0-1,0 0 0,0 0 0,0 0 0,0 0 1,-1 0-1,1 0 0,1 0 0,-1 0 1,0-1-1,0 1 0,0 0 0,0-1 1,0 1-1,1-1 0,-1 1 0,2-1 1,7 13 20,-3-6-16,-5-5-3,-1-1 0,1 0 0,-1 1 0,1 0 0,-1-1 0,0 1 0,0 0 0,0 0 0,0-1 0,0 1 0,0 0 0,0 0 0,0 0 0,-1 0 0,1 4 0,3-1 28,17 21 12,-11-19-44,-9-6 4,1 0 0,-1-1 0,0 1 0,0 0 1,0 0-1,0 0 0,0 0 0,0 0 0,-1 0 0,1 0 0,0 1 0,0-1 0,-1 0 0,1 0 0,-1 1 0,1-1 0,-1 0 1,1 0-1,-1 1 0,0-1 0,0 1 0,0-1 0,0 0 0,0 1 0,0-1 0,0 0 0,0 2 0,0 89 353,0-92-354,-1 1-1,1-1 1,0 1 0,0-1-1,0 1 1,0-1-1,-1 1 1,1-1 0,0 1-1,0-1 1,-1 1 0,1-1-1,0 0 1,-1 1-1,1-1 1,0 0 0,-1 1-1,1-1 1,-1 0 0,1 1-1,-1-1 1,1 0-1,0 0 1,-1 0 0,1 1-1,-1-1 1,1 0 0,-1 0-1,1 0 1,-1 0-1,1 0 1,-1 0 0,1 0-1,-1 0 1,0 0-1,0 0 1,1 0-1,-1 0 1,0 0-1,1 0 1,-1 0-1,0 0 1,1 0-1,-1 0 1,1 0-1,-1 1 1,0-1-1,1 0 1,-1 0-1,1 1 1,-1-1-1,1 0 1,-1 1-1,1-1 1,-1 0-1,1 1 0,-1-1 1,1 1-1,0-1 1,-1 1-1,1-1 1,-1 1-1,1-1 1,0 1-1,0-1 1,-1 1-1,1-1 1,0 1-1,0 0 1,0-1-1,0 1 1,-1 1-1,1-2 2,-1 1 1,1 0-1,-1 0 0,0 0 1,0 0-1,1-1 0,-1 1 0,0 0 1,0-1-1,0 1 0,0-1 1,0 1-1,0-1 0,1 1 0,-1-1 1,-1 1-1,1-1 0,0 0 0,0 0 1,0 0-1,-1 1 0,1-1 1,-21 3 6,0-1-1,-1-1 1,-36-3-1,3 0-226,11 2-187,41 0 55,-1 0-221,-20 0-192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5.1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0 288,'0'12'688,"0"22"-111,0-23-321,-30 6-80,30-6-96,0 18 80,0-12-96,-20-6-16,20 6-48,0-6 16,0 6 0,0-5-16,0 5-128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5.8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1 204 64,'0'0'152,"0"-2"32,0-4-94,-1 3-72,1 1 0,0 0 0,0 0 0,0 0 0,0 0 1,1-1-1,-1 1 0,0 0 0,1 0 0,0 0 0,-1 0 1,3-4-1,10-2 43,-13 8-58,1-1 1,0 1-1,0 0 0,-1-1 0,1 1 1,0-1-1,-1 1 0,1-1 0,0 1 0,-1-1 1,1 1-1,-1-1 0,1 0 0,-1 1 1,1-1-1,-1 0 0,1 1 0,-1-1 1,0 0-1,1 0 0,-1 1 0,0-1 0,0 0 1,0 0-1,0 0 0,1 1 0,-1-1 1,0 0-1,0 0 0,0 0 0,-1 1 1,1-2-1,0 0 8,0 1 1,0 0-1,0 0 0,0 0 1,1-1-1,-1 1 1,0 0-1,0 0 0,1 0 1,-1 0-1,1-1 1,-1 1-1,1 0 0,0 0 1,-1 0-1,1 0 1,0 0-1,0 0 0,1-1 1,5-7 99,-5 0-21,-1 1 1,1-1-1,-1 1 1,-1-1-1,0 1 1,-2-17 0,1 3-82,1 19 119,0 32-15,-1-26-102,1 0 0,-1 0 0,1 0 0,0 0 0,0 0 0,0 0 1,0 0-1,1 0 0,-1 0 0,1 0 0,0 0 0,0-1 0,0 1 1,1 3-1,6 3 13,-6-8-18,-1 1-1,1-1 1,-1 0-1,0 1 1,1 0 0,-1-1-1,0 1 1,0 0-1,0-1 1,0 1 0,-1 0-1,1 0 1,0 0-1,-1 0 1,1 0 0,-1 0-1,0 0 1,1 3-1,-2 18 130,0-12-86,0 0 0,1-1 0,0 1 0,1-1 0,0 1 0,3 11 0,2-11-9,-5-8-31,1 0 1,-1 0 0,1 0 0,-1 0-1,0 0 1,0 0 0,0 1 0,-1-1-1,1 0 1,-1 0 0,0 1 0,0-1-1,0 5 1,-1-6-7,1 0-1,0 0 1,-1 0-1,1 1 1,0-1-1,1 0 1,-1 0-1,0 0 0,1 1 1,-1-1-1,1 0 1,-1 0-1,1 0 1,0 0-1,0 0 1,0 0-1,0 0 1,0 0-1,1 0 1,-1-1-1,1 1 1,-1 0-1,1-1 1,2 3-1,2 1 3,-5-1-8,1-1 0,-1 0 0,0 1 1,0-1-1,0 1 0,-1-1 0,1 1 1,-1 0-1,0-1 0,0 1 0,0 0 1,0-1-1,-2 7 0,1 9-182,1-18 172,-1-1 1,1 1-1,0 0 0,0 0 1,0 0-1,0 0 1,0-1-1,0 1 1,0 0-1,0 0 1,0 0-1,0 0 0,0-1 1,1 1-1,-1 0 1,0 0-1,1-1 1,-1 1-1,0 0 1,1 0-1,-1-1 0,1 1 1,-1 0-1,1-1 1,-1 1-1,1 0 1,0-1-1,-1 1 1,1-1-1,0 1 0,-1-1 1,1 0-1,0 1 1,0-1-1,-1 0 1,1 1-1,0-1 1,0 0-1,1 1 1,7 1-116,-9-2 113,1 0 0,-1 1 0,0-1 0,1 0-1,-1 0 1,0 0 0,0 0 0,1 0 0,-1 1 0,0-1 0,0 0 0,0 0 0,1 1-1,-1-1 1,0 0 0,0 0 0,0 1 0,0-1 0,1 0 0,-1 0 0,0 1-1,0-1 1,0 0 0,0 1 0,0-1 0,0 0 0,0 1 0,0-1 0,0 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6.4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48,'0'-14'488,"0"14"-459,0-1-1,0 1 0,0-1 1,0 0-1,0 1 1,0-1-1,0 1 0,0-1 1,0 1-1,1-1 0,-1 1 1,0-1-1,0 1 1,0-1-1,1 1 0,-1-1 1,0 1-1,0-1 0,1 1 1,-1-1-1,1 1 1,-1 0-1,0-1 0,1 1 1,-1 0-1,1-1 1,-1 1-1,1 0 0,-1 0 1,1-1-1,-1 1 0,1 0 1,-1 0-1,1 0 1,-1-1-1,1 1 0,-1 0 1,1 0-1,-1 0 1,1 0-1,0 0 0,-1 0 1,1 0-1,-1 1 0,1-1 1,0 0-1,2 0 26,2 0 12,-2 0-51,0 1 0,-1-1 0,1 1 0,-1-1 0,1 1 0,-1 0 0,1 0 0,-1 0 0,3 2 0,21 7 73,-19-8-58,-1 1 1,1 0-1,-1 0 1,11 7-1,-13-7-30,12 4 33,-15-6-32,-1-1 0,1 0 0,-1 0 0,1 0 0,-1 1 0,1-1 0,-1 0 0,1 1 1,-1-1-1,1 0 0,-1 1 0,1-1 0,-1 0 0,1 1 0,-1-1 0,0 1 0,1-1 0,-1 1 1,0-1-1,0 1 0,1-1 0,-1 1 0,0-1 0,0 1 0,0 0 0,0-1 0,1 1 1,-1-1-1,0 1 0,0-1 0,0 1 0,0 0 0,0-1 0,0 1 0,-1-1 0,1 1 0,0 0 1,0-1-1,-1 1 0,1 2 2,0-2-2,0 0 0,0 0 1,0 0-1,0 0 0,0 0 0,1 0 1,-1 0-1,0 0 0,0 0 1,1 0-1,-1 0 0,0 0 0,1 0 1,-1 0-1,1-1 0,-1 1 1,1 0-1,0 0 0,-1 0 0,1-1 1,0 1-1,-1 0 0,1-1 1,0 1-1,0 0 0,0-1 0,0 1 1,-1-1-1,3 1 0,-2-1 1,0 1-1,0-1 1,0 0 0,-1 1-1,1-1 1,0 1-1,0-1 1,-1 1-1,1-1 1,0 1-1,-1-1 1,1 1 0,-1 0-1,1-1 1,-1 1-1,1 0 1,-1 0-1,1-1 1,-1 1 0,0 0-1,1 0 1,-1 0-1,0-1 1,0 1-1,0 0 1,1 0-1,-1 0 1,0 0 0,0 1-1,0 68 175,0-69-173,-1 1-1,1-1 0,0 1 1,-1-1-1,1 0 0,0 1 0,-1-1 1,1 0-1,-1 0 0,0 0 1,0 1-1,1-1 0,-1 0 1,0 0-1,0 0 0,0 0 1,0 0-1,0 0 0,0 0 1,-2 1-1,-15 17 16,13-10-10,-1 0 1,0 0 0,0-1-1,-13 14 1,18-18-7,-1 0 1,1 0 0,0 0 0,1 0 0,-1 0 0,1 0-1,-1 0 1,1 0 0,0 1 0,1-1 0,-1 0 0,1 0-1,0 0 1,0 0 0,2 5 0,5-7 16,-7-2-16,0 0 0,-1 0 0,1 0 0,0 0 0,-1 0 0,1 0 0,0 0 0,-1 0 0,1 0 0,-1 0 0,1 1 0,0-1 0,-1 0 0,1 0 0,-1 1 0,1-1 0,-1 0 0,1 1 0,-1-1 0,1 1 0,-1-1 0,1 0 0,-1 1 0,1-1 0,-1 1 0,0 0 0,1-1 0,-1 1 0,0-1 0,1 1 0,-1 0 0,1 1 2,-1-1 1,1 0-1,0 0 1,0 0-1,0 0 1,-1 0-1,1 0 1,0 0-1,0 0 1,1 0-1,-1 0 1,0 0-1,0-1 1,0 1-1,2 0 1,5 2 42,144-3-112,-152 0 60,1 1 0,0-1-1,0 0 0,0 0 0,-1 0 0,1 0 0,0 0 1,0 0-1,0 0 0,-1 0 0,1 0 0,0 0 1,0 0-1,0 0 0,-1-1 0,1 1 0,0 0 0,0-1 1,-1 1-1,1 0 0,0-1 0,0 1 0,-1-1 0,1 1 1,-1-1-1,1 1 0,0-1 0,-1 0 0,1 1 0,-1-1 1,0 0-1,1 1 0,-1-1 0,1 0 0,-1 0 0,0 1 1,0-1-1,1-1 0,-1 2-2,0 0-1,1-1 1,-1 1-1,0 0 1,1-1 0,-1 1-1,0 0 1,0 0-1,1 0 1,-1-1-1,1 1 1,-1 0 0,0 0-1,1 0 1,-1 0-1,0 0 1,1 0 0,-1 0-1,1-1 1,-1 1-1,0 0 1,1 0 0,-1 1-1,1-1 1,-1 0-1,0 0 1,1 0-1,0 0 1,8-2-312,-9 1 289,1 0 1,-1 0-1,1-1 0,-1 1 0,1 0 0,0 0 0,-1 0 0,1 0 0,0 0 0,0 0 0,0 0 0,0 0 0,0 0 0,0 0 0,0 0 0,0 0 0,0 1 0,0-1 0,0 0 0,0 1 0,1-1 0,1 0 1,0 0-110,2-2-496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6.8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57 96,'0'0'859,"3"0"-315,1-1-473,-1 0-1,1 1 1,-1-1-1,1-1 1,-1 1-1,1 0 1,4-4-1,28-10 33,9 5-59,1 2-1,90-4 1,-133 12-87,-3 11-1507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7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0 256,'0'273'2476,"5"-273"-2495,16 0-39,-16 0-20,11-2-23,-14-1 88,-2 3 10,0-1 0,0 1 0,0 0 1,0-1-1,0 1 0,0 0 0,0 0 0,1-1 0,-1 1 0,0 0 1,0-1-1,0 1 0,1 0 0,-1 0 0,0-1 0,0 1 1,0 0-1,1 0 0,-1 0 0,0-1 0,1 1 0,-1 0 0,0 0 1,0 0-1,1 0 0,-1 0 0,0 0 0,1-1 0,-1 1 0,0 0 1,1 0-1,120 0-184,-116 0 246,0 0-35,20 0 0,-25 2-13,0 1 1,-1-1-1,1 0 1,0 0 0,0 0-1,1 1 1,-1-1-1,0 0 1,1 0 0,0 2-1,1 5 3,6-2 9,-7-7-22,-1 0 1,1 1-1,-1-1 0,1 0 0,-1 0 0,1 1 0,-1-1 1,0 0-1,1 1 0,-1-1 0,1 0 0,-1 1 0,0-1 0,1 0 1,-1 1-1,0-1 0,0 1 0,1-1 0,-1 1 0,0-1 1,0 1-1,0-1 0,0 1 0,0-1 0,1 1 0,-1-1 1,0 1-1,0-1 0,0 1 0,0-1 0,0 1 0,-1 0 0,1 0 1,1 0-1,-1 1 1,0-1-1,0 0 1,1 0-1,-1 0 1,0 0-1,1 0 0,0 0 1,-1 0-1,1 0 1,-1 0-1,1 0 1,0 0-1,0 0 1,0 0-1,-1 0 0,1 0 1,0-1-1,0 1 1,0 0-1,0-1 1,0 1-1,0-1 1,2 1-1,4 3 7,5 7 6,-2 0-2,-7 16 119,-2-12 21,-2 12 13,0-26-164,0 0 0,1 0 0,-1 0 0,1-1 0,-1 1 0,0 0 0,1 0 0,-1-1 0,0 1 1,0-1-1,0 1 0,1 0 0,-1-1 0,0 1 0,0-1 0,0 0 0,0 1 0,0-1 0,0 0 0,0 0 0,0 1 1,0-1-1,0 0 0,0 0 0,0 0 0,0 0 0,-1-1 0,-3 2 1,0-1-1,1 1 1,-1-1 0,1 1-1,-1 0 1,1 1 0,-6 2-1,9-4 0,0 1 0,0 0 0,0-1 0,0 0 0,1 1 0,-1-1-1,0 1 1,0-1 0,0 0 0,0 0 0,0 1 0,0-1 0,0 0-1,0 0 1,0 0 0,0 0 0,0 0 0,0 0 0,0-1 0,-1 1-1,-19-2-39,-2 1 15,3 0-114,0 1 0,1 0 0,-26 5 0,26 0 22,14-3 23,-1 0 1,1-1 0,-1 0-1,0 0 1,1 0-1,-11 0 1,-13-1-613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8.5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30 96,'0'0'245,"3"0"161,10 0 48,-9 0 221,1 0-617,87 0 241,-88 0-302,1 0 14,8 0-3,7 0-2,0 0 0,0-1-1,0-1 1,0-1 0,21-6 0,-29 5-21,-6 2 12,0 0-1,1 0 1,-1 1 0,0 0-1,1 0 1,-1 0-1,1 1 1,7 0-1,32 0-660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39.0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48,'0'0'1918,"5"0"-1870,274 0 387,-273-1-426,0 1 0,0-1 0,-1-1 0,1 1-1,0-1 1,-1 0 0,7-3 0,-6 2-13,1 1 0,-1 0-1,0 0 1,1 0 0,-1 1 0,1 0 0,8-1-1,27 2-784,-36 0 36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1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1 121 160,'0'0'3073,"0"-2"-3057,0 0-15,0 0 0,0 0-1,0 0 1,1 0-1,-1 1 1,1-1-1,0 0 1,-1 0-1,1 0 1,0 1-1,0-1 1,0 0-1,0 1 1,2-2-1,-2 2 0,-1-1 2,1 0 0,0 0 0,-1 1-1,1-1 1,-1 0 0,0 0 0,0 0-1,1 0 1,-1 1 0,0-1-1,-1 0 1,1 0 0,0 0 0,-1-3-1,0 4 1,1-1-1,0 1 0,-1-1 0,1 1 1,0-1-1,0 1 0,0 0 0,0-1 1,0 1-1,0-1 0,0 1 0,1-1 0,-1 1 1,0-1-1,1 1 0,0 0 0,-1-1 1,1 1-1,0-2 0,5-2-4,-5 5 2,0-1 1,0 0-1,0 0 0,-1 1 1,1-1-1,0 0 0,0 0 1,0 0-1,-1 0 0,1 0 1,-1 0-1,1 0 0,-1 0 1,1 0-1,-1 0 0,0 0 1,1 0-1,-1 0 0,0-1 1,0 1-1,0 0 0,0-2 1,0 21-11,0-18 10,0 1 0,0 0 0,0 0 0,0-1 0,0 1 1,0 0-1,0-1 0,1 1 0,-1 0 0,0 0 0,0-1 0,0 1 0,1 0 1,-1-1-1,0 1 0,1 0 0,-1-1 0,1 1 0,-1-1 0,1 1 1,-1-1-1,1 1 0,-1-1 0,2 2 0,-2-2 1,1 0 1,-1 1-1,1-1 0,-1 1 1,1-1-1,-1 1 0,1-1 1,-1 1-1,1-1 0,-1 1 1,0 0-1,1-1 0,-1 1 1,0 0-1,0-1 0,0 1 1,1 0-1,-1-1 0,0 1 1,0 0-1,0-1 0,0 1 1,0 0-1,0 1 0,0 108 19,0-108-18,0 0 0,0 0 0,0 0 0,1 0 0,-1 0 0,1 0-1,0 0 1,-1 0 0,1 0 0,0-1 0,0 1 0,0 0 0,2 2 0,5 10-3,-7-8 2,0 0 1,0 0 0,0 0-1,-1 0 1,0 0 0,-1 6-1,1-6 6,0 0 0,0 0 0,1 0 0,1 9 1,4 0 8,-5-13-12,0-1 0,-1 0 0,1 1 0,0-1 0,-1 1 0,0 0 0,1-1 0,-1 1 0,0-1 0,1 3 0,-1-3-2,0 0 1,0 0-1,0 1 1,0-1-1,0 0 1,1 0-1,-1 0 1,0 0-1,1 0 0,-1 0 1,1 1-1,-1-1 1,1 0-1,0 0 1,-1-1-1,1 1 1,0 0-1,0 0 1,0 0-1,1 1 1,5 5-1,-7-5-1,1-1 1,0 1 0,-1 0 0,0-1 0,1 1 0,-1 0 0,0 0 0,1-1-1,-1 1 1,0 0 0,-1 0 0,1-1 0,0 3 0,-1-2 0,1 0 1,0 0 0,0 1-1,0-1 1,0 0 0,0 0-1,0 0 1,1 0 0,-1 0-1,1 0 1,1 3 0,0 1 39,0 1 1,0 0-1,0-1 1,-1 1-1,0 0 1,0 0-1,0 0 1,-2 12-1,1 17 42,0-34-33,0-14-2749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2.1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41 464,'0'206'2433,"0"-205"-2431,0 0 0,0 0-1,0 0 1,1 0 0,-1 0-1,0 0 1,0 0 0,1 0-1,-1 0 1,0 0 0,1 0-1,-1-1 1,1 1 0,-1 0-1,1 0 1,-1 0 0,1-1-1,0 1 1,-1 0 0,1-1-1,0 1 1,1 1 0,-1-2-1,0 1 1,-1-1 0,1 1 0,0-1 0,0 1-1,-1 0 1,1 0 0,-1-1 0,1 1 0,0 0 0,-1 0-1,0 0 1,1 0 0,-1-1 0,1 1 0,-1 0-1,0 0 1,0 0 0,1 0 0,-1 0 0,0 0 0,0 2-1,0-1 4,1 1-1,-1-1 1,1 0-1,0 1 1,0-1-1,0 0 1,0 1-1,0-1 1,0 0-1,1 0 1,-1 0-1,1 0 1,-1 0-1,1 0 1,3 2-1,6 9 23,-5-4-10,-6-8-17,1 0 0,-1 0 0,1 0 0,-1 0 0,1 0 0,0 0 0,0 0-1,0-1 1,-1 1 0,1 0 0,0 0 0,0-1 0,0 1 0,2 0 0,7 7-3,-8-7 5,-1 0-1,0 0 0,0 0 1,1 0-1,-1 0 0,1 0 1,-1 0-1,1 0 0,-1-1 1,1 1-1,0-1 0,-1 1 1,1-1-1,-1 0 0,3 1 1,-2-1-2,-1 0 0,1 0 0,0 0 0,-1 1 1,1-1-1,-1 1 0,1-1 0,-1 1 0,1-1 0,-1 1 1,3 1-1,-3-1 0,0 0 1,1-1-1,-1 1 1,1 0-1,-1-1 1,1 1-1,-1-1 1,1 0-1,0 1 1,-1-1-1,3 0 1,81 0 7,-84 0-8,0 0 0,0 0 1,0-1-1,0 1 0,0 0 1,0-1-1,0 1 0,0-1 1,0 1-1,0-1 0,0 1 0,0-1 1,0 0-1,0 1 0,0-1 1,-1 0-1,1 0 0,0 0 1,-1 1-1,1-1 0,0 0 0,-1 0 1,1 0-1,-1 0 0,1 0 1,-1 0-1,0 0 0,1 0 1,-1-1-1,0 0 0,3-5-1,10-11-2,-11 16 2,0 0 0,0 0 0,0 0 0,-1 0 0,1 0 1,-1 0-1,0 0 0,1-1 0,-1 1 0,0 0 0,0-1 0,-1 1 1,1-1-1,0-4 0,-1-152 35,0 157-35,0-1 0,-1 1 0,0 0 0,1-1 0,-1 1 0,0 0 0,0 0 0,0 0 0,-1-1 0,1 1 0,0 0 0,-1 1 0,1-1 0,-1 0 0,-2-2 0,-10-15 1,12 15 1,2 2-2,-1 1 0,0-1 1,1 1-1,-1 0 0,0-1 0,0 1 1,0 0-1,0-1 0,0 1 1,0 0-1,0 0 0,0 0 0,0 0 1,0 0-1,-1 0 0,1 0 1,0 0-1,-3 0 0,3 0 2,0 0-1,0 1 0,0-1 1,0 0-1,1 1 1,-1-1-1,0 0 0,0 0 1,1 0-1,-1 0 1,0 0-1,1 0 0,-1-1 1,-7-8 30,-4 2-23,10 7-8,0 0 0,0 0 0,0 0 0,0 0 0,0-1 0,0 1 0,-2-4 0,3 4 0,0 0 0,0 0-1,0 0 1,-1 0-1,1 0 1,0 0 0,-1 0-1,1 1 1,0-1-1,-1 0 1,1 1 0,-1-1-1,-2 0 1,-11-5-19,9 4 25,-71 2 20,74 1-27,1 0-1,0 0 0,0 0 0,0 1 0,1-1 0,-1 1 0,0-1 0,0 1 0,1 0 0,-1 0 0,1-1 0,0 1 0,-3 4 0,1-1-5,2-4 2,1-1-1,-1 1 1,1 0 0,-1-1 0,1 1-1,0 0 1,-1 0 0,1-1 0,0 1-1,0 0 1,0 0 0,-1 0 0,1-1-1,0 1 1,0 0 0,0 1 0,-1 7-74,-3-2 24,3-4-2,0-1 0,0 1 1,0-1-1,0 1 1,0 0-1,0 0 0,1-1 1,-1 1-1,1 0 1,0 3-1,0 6-591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2.6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54 160,'0'0'344,"0"-14"1110,0 12-1438,0 1 0,0 0 0,0 0 0,0-1 0,0 1 0,1 0 0,-1 0 0,1-1 0,-1 1 0,1 0 1,-1 0-1,1 0 0,0 0 0,-1 0 0,1 0 0,0 0 0,0 0 0,0 0 0,0 0 0,1-1 0,1 0-4,0 1 1,-1-1 0,1 1 0,0 0-1,0 0 1,0 0 0,1 0 0,3-1-1,10 0-11,0 1 0,28 2 0,-23-1 55,-18 0-49,0 0-1,0 0 1,0 0 0,0 0 0,-1 1 0,1-1-1,0 1 1,0 0 0,0 0 0,-1 0 0,1 1-1,-1 0 1,1-1 0,-1 1 0,0 0 0,1 0-1,-1 1 1,0-1 0,5 6 0,11 26 81,-15-26-69,1-1 0,-1 2 0,-1-1 0,0 0 0,4 17 0,-3-13 0,-3-6 1,0 0-1,0 0 1,0 0-1,-1 0 1,0 0-1,0 1 1,-2 7-1,1-9-7,1 1-1,-1-1 1,1 1-1,0-1 0,1 1 1,-1-1-1,1 1 1,3 8-1,3 1 1,-6-13-8,1 1-1,-1 0 1,0 0-1,1 0 1,-1 0-1,-1 0 1,1 0-1,0 0 1,-1 1-1,1 5 1,-1 143 105,0-152-107,0 1-1,0-1 1,0 1-1,0-1 1,0 0 0,0 1-1,-1-1 1,1 1-1,0-1 1,0 1-1,0-1 1,0 0 0,-1 1-1,1-1 1,0 0-1,0 1 1,0-1-1,-1 1 1,1-1 0,0 0-1,-1 0 1,1 1-1,0-1 1,-1 0-1,1 0 1,0 1 0,-1-1-1,1 0 1,-1 0-1,1 0 1,-1 0-1,1 1 1,0-1 0,-1 0-1,1 0 1,-1 0-1,1 0 1,-1 0-1,0 0 1,1 0-27,-1 0-1,1 0 1,0 0 0,-1 0-1,1 0 1,0 0 0,-1 0 0,1 0-1,0 0 1,-1 0 0,1 0-1,0 0 1,-1 0 0,1 1-1,0-1 1,-1 0 0,1 0-1,0 0 1,-1 0 0,1 1-1,0-1 1,-1 0 0,1 1-1,0-1 1,0 0 0,0 0 0,-1 1-1,1-1 1,0 0 0,0 1-1,0-1 1,0 0 0,-1 1-1,1-1 1,0 0 0,0 1-1,0-1 1,0 1 0,0-1-1,-14 0-2236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2.8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81 240,'0'0'1598,"2"-2"-1379,3-1-159,0-1 0,0 1 0,0 1 0,0-1 0,0 1 0,10-3 0,25-12 99,-35 14-149,-1 1 0,1 0-1,0 1 1,0-1 0,0 1 0,10-2 0,17-5 49,-26 6-65,3-1-25,1 0 0,-1 0 0,1 1-1,-1 0 1,1 1 0,16-1 0,-7 2-329,-3 0-395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3.7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58 124 128,'-3'-1'363,"-33"-25"1051,35 25-1393,1 1 0,-1-1 0,1 0 0,-1 1 0,1-1 0,0 0 0,-1 1 0,1-1 0,0 0 0,-1 0 0,1 0 0,0 1 0,0-1 0,0 0 0,0 0 0,0 0 1,0 1-1,0-1 0,0 0 0,0 0 0,0 0 0,1-1 0,-1-1 66,0 2-79,0 0 0,0-1 0,0 1 0,0 0 1,-1 0-1,1 0 0,0 0 0,-1 0 0,1 0 0,-1 0 0,1 0 1,-1 0-1,1 0 0,-2-1 0,1 1-1,0-1 0,0 1-1,0 0 1,1 0 0,-1-1 0,0 1 0,1 0-1,-1-1 1,1 1 0,0-1 0,-1 1 0,1-1-1,0 1 1,0-4 0,0 4-5,0 0 0,-1 0 0,1 0 0,1 0 0,-1 0 0,0 0 0,0-1 0,0 1 0,0 0 0,1 0 0,-1 0 0,1 0 0,-1 0 0,1 0 0,-1 0 0,1 0 0,-1 0 0,1 0 0,1-1 0,0 1-2,0 0-1,0 0 0,0 1 1,0-1-1,0 0 1,0 1-1,0-1 0,4 0 1,1 0 2,5 0 0,0-1 0,0 2 0,0 0-1,1 0 1,15 3 0,-16 9 18,-5-4-5,-6-7-14,3 2 1,0 1 0,-1-1 1,1 0-1,-1 1 0,0 0 0,0 0 1,-1 0-1,4 5 0,14 42 43,-19-47-39,1 0 0,-1 0 0,0 1-1,-1-1 1,1 0 0,-1 1 0,0-1-1,0 1 1,0-1 0,-1 5 0,0 13 24,1-15-25,0 0 1,-1 0-1,-1 11 0,1-15-2,0 0 0,0-1-1,0 1 1,-1 0 0,1 0-1,-1-1 1,0 1-1,0-1 1,-3 4 0,4-4-2,-1 0 0,1 0 0,-1 0 0,1 1 0,0-1 0,0 0-1,0 1 1,0-1 0,-1 5 0,-4 10-2,-1-5 4,6-10-1,-1 0-1,1 1 1,0-1-1,0 0 1,0 1-1,0-1 0,0 1 1,1-1-1,-1 1 1,1-1-1,-1 1 1,1-1-1,0 4 1,0-5-4,0 0 1,0 0 0,0 0 0,0 0-1,0 0 1,0-1 0,0 1 0,0 0-1,0 0 1,1 0 0,-1 0 0,0-1-1,0 1 1,1 0 0,-1 0-1,1-1 1,-1 1 0,0 0 0,1-1-1,0 1 1,0 1 0,0-2-8,1 1 0,-1-1 0,1 0 0,-1 0 0,1 1 0,-1-1 1,1 0-1,-1 0 0,1 0 0,2-1 0,8 1-7,117 0-58,-126 0 72,-1 0 0,0 1 1,0-1-1,0 0 1,0 1-1,0 0 1,0 0-1,0-1 0,0 1 1,0 0-1,0 0 1,0 1-1,0-1 0,-1 0 1,1 1-1,0-1 1,-1 1-1,0-1 1,1 1-1,1 3 0,11 10 6,-8-9-4,0 0-1,0 1 0,-1 0 0,7 13 1,8 10 43,-15-25-36,-4-4-6,0 0-1,1 0 1,-1 0-1,-1 0 0,1 0 1,0 0-1,0 0 1,0 1-1,-1-1 1,1 0-1,0 0 1,-1 1-1,1-1 1,-1 0-1,0 1 0,1-1 1,-1 1-1,0-1 1,0 3-1,0 55 54,0-58-52,0 0 1,0 0-1,0 0 1,0 0 0,0 0-1,0 0 1,0 0-1,0 0 1,-1 0-1,1 1 1,0-1 0,-1 0-1,1 0 1,-1-1-1,1 1 1,-1 0 0,0 0-1,1 0 1,-1 0-1,0 0 1,0-1-1,1 1 1,-1 0 0,0-1-1,0 1 1,0 0-1,0-1 1,-2 2 0,1-2 1,1 1 1,-1 0 0,0 1 0,1-1-1,-1 0 1,0 0 0,1 1 0,0-1 0,-2 3-1,0-2 10,0 1 0,-1-1 0,1 1 1,0-1-1,-1 0 0,1-1 0,-1 1 0,-5 1 0,-14 8 54,16-8-51,0 0 0,0-1 0,0 0 0,-1 0 0,-13 2 0,8-2 1,-46 2 92,46-1-85,-7 2 58,0-1 1,0-1 0,-31 1 0,19-4 172,29 0-133,0 0-35,-12 0-54,12 0 70,-1 0-56,-10 0-10,10 0 74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4.3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1 224,'0'2'766,"0"47"458,0-48-1219,0 0-1,0 0 0,0 0 0,0-1 0,-1 1 0,1 0 1,0 0-1,0-1 0,-1 1 0,1 0 0,-1-1 0,1 1 1,0 0-1,-1-1 0,1 1 0,-1 0 0,0-1 1,1 1-1,-1-1 0,1 1 0,-1-1 0,0 1 0,1-1 1,-2 1-1,-5 5 43,7-5-38,-1 0 0,1 0 0,-1 1-1,1-1 1,0 0 0,0 1-1,-1-1 1,1 1 0,0-1-1,0 0 1,1 2 0,-1-1 4,0-1 1,0 1-1,0-1 1,0 1-1,0-1 1,0 1-1,-1-1 1,1 1-1,-1-1 1,1 0 0,0 1-1,-2 1 1,0-1 13,1 1 1,-1 0-1,1-1 1,0 1-1,0 0 1,0 0-1,0 0 1,0 0-1,0 0 1,1 0-1,0 0 1,-1 0-1,1 0 1,0 0-1,1 5 1,-1-5 4,0-2-25,1 1 5,-1-1-1,0 1 0,0-1 0,1 1 0,-1 0 1,0-1-1,-1 1 0,1 0 0,0-1 0,0 1 1,-1-1-1,1 1 0,-1-1 0,1 1 0,-2 2 1,-34 13-45,32-16-108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5.2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165 186 368,'0'0'1748,"-3"0"-1655,1 0-84,2 0-5,-1 0-1,1 0 1,-1 0 0,1 0-1,-1 0 1,0 0-1,1 0 1,-1 0 0,1 0-1,-1 0 1,1 0-1,-1 0 1,1 0 0,-1 0-1,1 1 1,-1-1-1,1 0 1,-1 0-1,1 0 1,-1 1 0,1-1-1,-1 0 1,1 1-1,0-1 1,-1 0 0,1 1-1,0-1 1,-1 1-1,1-1 1,0 1 0,-1-1-1,1 1 1,0-1-1,0 1 1,-1-1 0,1 1-1,0-1 1,0 1-1,0-1 1,0 1-1,0 0 1,-1 0 6,1 0-1,-1 0 1,1 0 0,-1 0-1,1 0 1,-1 0-1,0 0 1,0 0 0,1 0-1,-1 0 1,0 0 0,0-1-1,0 1 1,0 0-1,0 0 1,0-1 0,0 1-1,0-1 1,0 1 0,-1-1-1,1 0 1,-1 1-1,-9 5 13,10-5-20,0 0 0,0 0-1,1 0 1,-1 0 0,1 0 0,-1 1 0,1-1 0,-1 0 0,1 0 0,0 0-1,-1 1 1,1-1 0,0 0 0,0 0 0,0 1 0,0-1 0,0 0 0,0 0-1,1 0 1,-1 1 0,0-1 0,1 0 0,-1 0 0,1 2 0,0-1-1,-1-1 1,1 1 0,0 0-1,0-1 1,0 1 0,-1-1-1,2 1 1,-1-1-1,0 0 1,0 1 0,0-1-1,1 0 1,-1 0 0,0 0-1,1 0 1,1 1 0,5 0-2,0-1 0,0 0 1,0 0-1,0-1 1,0 0-1,10-2 0,1 1 3,92 1-11,-105 1 9,0 0 0,0 0-1,-1 0 1,1 1 0,-1 0 0,1 0 0,-1 1-1,0-1 1,0 1 0,0 0 0,0 0 0,4 5 0,-8-6 0,0 0 0,0 0 1,0 0-1,-1 0 0,1 0 1,-1 0-1,0 0 0,1 1 1,-1-1-1,0 0 0,0 0 1,0 0-1,-1 1 0,0 2 1,1-1 2,0 58 94,-1-61-96,1 1 0,-1 0-1,0-1 1,0 1 0,0 0 0,0-1-1,0 1 1,-1-1 0,1 0 0,0 1-1,-1-1 1,1 0 0,-1 0-1,1 0 1,-1 0 0,0 0 0,-2 1-1,-5 4 3,7-5-2,0 0-1,0 1 1,-1-1 0,1 0 0,0 0-1,-1 0 1,1-1 0,-1 1 0,1-1-1,-1 1 1,-4-1 0,-29 0-1,25 0 4,-4 0 1,13 1-4,0-1-1,0 0 1,0 0-1,0 0 1,0 0-1,0 0 1,0 0-1,0-1 1,0 1-1,0 0 1,0-1-1,0 0 0,0 1 1,0-1-1,0 0 1,0 0-1,0 0 1,-2-2-1,-4-3-4,7 6 3,-1-1-1,1 0 1,-1 1-1,1-1 1,-1 0-1,1 0 1,0 0-1,0 0 1,-1 0-1,1 0 1,0-1-1,0 1 1,0 0-1,0-1 1,0 1-1,0-1 1,1 1-1,-1-1 1,0 1-1,0-3 1,1 2 1,0 0-1,0 1 1,-1-1-1,1 0 1,-1 1-1,1-1 1,-1 1 0,1-1-1,-1 1 1,0-1-1,0 1 1,0-1 0,0 1-1,-2-3 1,2 3-1,0 0 0,0 0 1,0-1-1,0 1 0,0 0 1,1-1-1,-1 1 0,0-1 0,1 1 1,-1-1-1,1 0 0,-1 1 1,1-1-1,0-2 0,0-1-2,-1 0-1,1 1 0,-1-1 1,0 0-1,0 1 0,-3-7 1,3 7 1,-1 0 0,1 0 0,0-1 1,1 1-1,-1 0 0,0-6 0,1 6 5,1 1-1,-1 0 1,1-1-1,-1 1 1,1 0 0,0-1-1,3-5 1,-3 6-3,0 1 1,0-1-1,0 0 0,0 0 1,-1 0-1,1 0 1,0-5-1,-1 6-1,0 0 0,0-1 0,0 1 0,1 0 0,-1 0 0,1 0 0,0 0 0,-1 0 0,1 0 0,0 1 0,0-1 0,0 0 0,1 0 0,-1 1 0,3-4 0,0 0 0,-4 5 0,1-1 0,-1 0-1,0 1 1,1-1-1,-1 0 1,1 1 0,-1-1-1,0 0 1,0 0-1,1 0 1,-1 1 0,0-1-1,0 0 1,0 0 0,0 0-1,0 0 1,2-9-4,0 6 2,0-1 0,-1 1 0,1-1 0,-1 0 0,0 1 0,0-1 1,0 0-1,-1 0 0,0-6 0,0-68 5,1 78-3,-2 0 0,1 1 0,0-1 0,0 0 0,0 0 0,0 0 0,0 1 0,-1-1 0,1 0 0,0 0 0,-1 1 0,1-1 0,-1 0 0,1 1 0,-1-1 0,1 0 0,-1 1 0,1-1 0,-1 1 0,1-1 0,-1 1 0,0-1 0,1 1 0,-1-1 0,0 1 0,0-1 0,1 1 0,-1 0 0,0 0 0,0-1 0,1 1 0,-1 0 0,0 0 0,0 0 0,0 0 0,1 0 0,-2 0 0,-10-3 8,6-3-5,6 6-3,0 0 0,-1-1 0,1 1 0,-1-1 0,1 1 0,0 0 0,-1 0 0,1-1 0,-1 1 0,1 0 0,-1-1 0,1 1 0,-1 0 0,1 0 0,-1 0 0,1 0 0,-1 0-1,1-1 1,-1 1 0,1 0 0,-1 0 0,1 0 0,-1 0 0,1 1 0,-2-1 0,-74 0 43,71 1-45,1-1 0,0 2 1,0-1-1,0 0 0,0 1 0,1 0 0,-1-1 1,0 2-1,1-1 0,-1 0 0,1 1 0,0-1 1,0 1-1,0 0 0,-4 5 0,-1 0-9,2 2-69,4-5 25,1-3-14,-1 1 0,1-1 0,0 1-1,0-1 1,0 1 0,0 0 0,1 0-1,-1-1 1,1 1 0,-1 5 0,1 4-654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5.7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42 224,'0'0'1734,"0"-10"-1438,-1 9-294,1 0-1,0-1 0,0 1 0,0 0 1,0 0-1,1 0 0,-1 0 1,0 0-1,0 0 0,1 0 0,-1 0 1,0 0-1,1 0 0,-1 0 0,1 0 1,-1 0-1,1 0 0,0 0 1,-1 0-1,1 0 0,0 0 0,0 1 1,0-1-1,-1 0 0,1 1 0,0-1 1,0 0-1,0 1 0,1-1 0,3 0 8,0 0 0,0 0 0,0 1 0,0 0 0,0 0 0,5 0 0,9 1 18,-17-1-17,1 0-1,-1 1 1,1-1-1,-1 1 1,1 0-1,-1-1 1,1 1-1,-1 0 1,0 1-1,0-1 1,1 0-1,-1 1 0,0-1 1,0 1-1,0 0 1,0 0-1,-1-1 1,1 1-1,0 0 1,-1 1-1,0-1 1,1 0-1,-1 0 1,0 1-1,0-1 1,0 0-1,0 1 0,-1-1 1,1 1-1,0 2 1,-1-2 4,0 0 1,1 1-1,-1-1 0,1 0 1,0 0-1,0 0 1,2 5-1,-2-5 4,0 0-1,0 0 1,0 1-1,0-1 1,0 1 0,-1-1-1,1 6 1,-1 335 713,0-343-870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5.9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1 154 704,'0'0'1265,"21"-12"-993,-21 4-112,15-4-48,6 4 0,-7-4-32,29-1-16,-28-7 32,21 12-80,-1-4-16,-13-8 0,14 12-16,0 8-192,-22-12-96,8 4-496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6.2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61 288,'0'0'1249,"2"-2"-852,1 0-347,0 0-1,1 0 0,-1 0 0,1 0 1,-1 1-1,1-1 0,-1 1 1,6-1-1,-3 0-4,0 0 0,1 0 0,9-5 1,-13 5-38,1 1 0,-1-1 0,1 1 0,0 0 0,0 0 0,0 1 0,6-1 1,6-1 8,8-6 23,10-1-13,34 8-18,-50 1-29,-15 0 20,-3 1-158,0 0 113,1 1-1,-1-1 0,0 0 1,-1 0-1,1 1 0,0-1 1,0 0-1,0 0 0,-1 0 0,1 1 1,-1-1-1,1 0 0,-1 1 1,-16 6-489,1-7-80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6.7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0 1153,'0'155'1472,"0"-153"-1468,1 0 0,-1 0 0,0 0 0,1 0-1,-1 0 1,1 0 0,-1-1 0,1 1 0,0 0 0,0 0-1,0-1 1,0 1 0,2 1 0,-2-1-2,0 0 0,0 0 0,0 0-1,0 0 1,0 0 0,0 0 0,0 0 0,0 0 0,-1 0 0,1 0 0,-1 0-1,1 0 1,-1 4 0,15-6 14,-3 0-18,-6 1-1,0-1 0,0 0 0,0 0 0,0-1 0,0 0 0,-1 0 0,1 0 0,0-1 0,6-2 0,-6 2-2,1-1 0,0 1 0,0 0-1,0 1 1,0 0 0,0 0 0,0 0 0,0 1 0,0 0-1,10 1 1,4 0-2,-16-1 7,-1 1 0,1 0-1,-1 0 1,1 1 0,-1-1-1,0 1 1,0 0 0,0 0-1,0 0 1,0 1 0,0-1-1,-1 1 1,1 0 0,4 5-1,-5-5 2,0-1 0,1 1 0,-1 0 0,1-1-1,4 3 1,-7-5-1,0 0 0,0 1-1,0-1 1,0 0 0,0 1-1,0-1 1,-1 1 0,1-1 0,0 1-1,0-1 1,0 1 0,-1 0-1,1-1 1,0 1 0,0 1-1,1 0-2,-2-1 6,1 0 0,-1 0 0,1 0 0,-1 0-1,0 0 1,1 0 0,-1 0 0,0 0 0,0 0 0,0 0-1,1 0 1,-1 0 0,0 0 0,-1 0 0,1 0 0,0 0-1,-1 2 1,1-1 2,0 9 8,1-10-3,-1 1-1,0 0 1,0-1-1,0 1 1,0 0-1,0-1 1,0 1-1,0 0 1,-1-1-1,1 1 1,0 0-1,-1-1 1,0 1-1,1-1 1,-1 1-1,0 0 1,0-1-1,0 0 1,0 1-1,0-1 1,0 0-1,0 1 1,0-1 0,-3 2-1,-3 2 0,-44 33 90,45-34-88,-1 0 0,0 0 0,0 0 0,0-1 0,-14 4-1,-54 17 110,61-20-90,11-3-9,-1 0-1,0 0 1,0 0-1,0 0 1,0-1-1,-8 1 1,-62 7 464,2-8-60,69 0-444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07.3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21 368,'2'0'731,"251"0"734,-166-12-1342,-15 12 13,-70 0 411,-2-1-544,0 1 1,-1-1 0,1 1 0,0-1 0,0 1 0,0 0 0,-1-1 0,1 1 0,0-1 0,-1 1 0,1 0 0,0-1 0,-1 1 0,1 0 0,0-1 0,-1 1 0,1 0 0,-1 0 0,1-1 0,-1 1-1,1 0 1,0 0 0,-1 0 0,1-1 0,-1 1 0,1 0 0,-1 0 0,1 0 0,-1 0 0,1 0 0,-1 0 0,0 0 0,-26 0 6,13 1 12,-22-1-13,-93 2 124,108-1-108,1 2-1,-1 0 1,1 1-1,-21 8 0,36-11-2,0 0 0,0 0 0,0 0 0,-1-1 0,1 0-1,-10-1 1,3 1 4,-14 0 44,-36 0 47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1.1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49 144,'0'0'2529,"0"-8"-2326,0 7-194,0 0 0,0 0 0,-1 1-1,1-1 1,0 0 0,0 0 0,0 1 0,-1-1 0,1 0-1,-1 0 1,1 1 0,0-1 0,-1 0 0,1 1 0,-1-1 0,1 1-1,-1-1 1,0 0 0,1 1 0,-1 0 0,1-1 0,-1 1-1,0-1 1,0 1 0,1 0 0,-1-1 0,0 1 0,0 0 0,1 0-1,-2-1 1,0 1-24,1-1 16,1 1-1,0-1 1,-1 1 0,1-1 0,0 1 0,-1-1-1,1 1 1,0-1 0,0 1 0,-1-1 0,1 0 0,0 1-1,0-1 1,0 1 0,0-1 0,0 1 0,0-1-1,0 0 1,0 1 0,0-1 0,0 1 0,0-1 0,0 0-1,0 1 1,0-1 0,0 1 0,1-1 0,-1 1-1,0-1 1,0 0 0,1 1 0,-1-1 0,0 1-1,1-1 1,0 0 0,7 0-4,0 1-1,0-1 0,9 2 1,-5-1 6,-12 0-3,0 0 0,1 0 0,-1 0 0,1 0 0,-1-1 0,1 1 0,-1 0 0,1 0 0,-1 1 0,1-1 0,-1 0 0,1 0 0,-1 0 0,1 0 0,-1 0 0,1 0 0,-1 1 0,1-1 0,-1 0 0,1 0 0,-1 1 0,0-1 0,1 0 0,-1 1 0,1-1 0,-1 1 0,0-1 0,0 0 0,1 1 0,-1-1 0,0 1 0,1-1 0,-1 0 0,0 1 0,0-1 0,0 1 0,0 0 0,5 8 0,9 3 0,-7 7 0,-1-8 1,-5-9-3,1 1 0,0 0 0,-1 0 0,0 1 0,0-1 0,0 0 0,0 0 0,0 0 0,-1 1 0,1-1-1,-1 5 1,0 217 13,0-226-12,1 0 0,-1 1 0,0-1 0,1 0 0,-1 0 0,0 1 0,1-1 0,-1 0 0,1 1 0,-1-1 0,1 1 0,-1-1 0,1 1 0,0-1 0,-1 1 0,1-1 0,0 1 0,-1-1 0,1 1 0,0 0 0,0 0 0,-1-1 0,1 1 0,0 0 0,0 0 0,-1 0 0,1 0 0,0 0 0,0 0-1,0 0 1,1 0 0,35 0-28,-24 1 27,-7-1 4,0 0-1,0 0 1,-1 1 0,12 2-1,-15-2-1,0 0-1,0 0 0,0 0 0,0 0 1,0 0-1,0 0 0,0 0 0,0 1 1,0-1-1,-1 1 0,1-1 1,0 1-1,-1-1 0,2 3 0,18 37 9,-16-35-8,-3-4 1,-1 0 1,0-1-1,1 1 0,-1 0 0,0-1 0,0 1 0,0 0 1,-1 0-1,1 0 0,0 0 0,-1 0 0,1 0 1,-1 0-1,0 0 0,0 3 0,0 94 119,0-97-115,0-1 0,0 1 0,0 0 0,0-1-1,-1 1 1,1 0 0,-1-1 0,1 1 0,-1-1 0,0 1 0,1-1-1,-1 1 1,0-1 0,0 0 0,0 1 0,0-1 0,0 0 0,-2 2-1,-8 9 62,8-9-54,-1 0 1,0 0-1,0-1 1,0 1 0,0-1-1,0 0 1,0 0 0,-1-1-1,1 1 1,-9 1 0,-2 1-8,9-2 0,-1-1 1,0 0-1,0 0 1,1-1-1,-1 0 1,0 0-1,-7-2 0,-13 1 0,25 1-11,1 0 1,0 0 0,-1 0 0,1-1 0,0 1-1,-1-1 1,1 1 0,0 0 0,-1-1 0,1 0-1,0 1 1,0-1 0,-1 0 0,1 0 0,-1-1-1,0 1-17,1 0-1,-1-1 0,1 1 1,-1 0-1,0 1 0,1-1 1,-1 0-1,0 0 0,-2 0 0,4 1 7,-1 0-1,0 0 0,1 0 0,-1 0 0,0 0 0,1 0 0,-1 0 0,0-1 0,1 1 0,-1 0 1,1 0-1,-1-1 0,0 1 0,1 0 0,-1-1 0,1 1 0,-1 0 0,1-1 0,-1 1 0,1-1 1,-1 1-1,1-1 0,0 1 0,-1-1 0,1 1 0,0-1 0,-1 0 0,1 1 0,0-1 0,0 0 1,-1 1-1,1-1 0,0 1 0,0-1 0,0 0 0,0 1 0,0-1 0,0 0 0,0 1 0,0-1 0,0 0 1,0 1-1,1-2 0,-1 1-19,0-19-851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1.7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11 160,'0'0'656,"3"0"-130,71-7 354,-61 5-860,0 1 1,0 0-1,0 1 0,13 2 0,4-1-6,-18 0-12,-10 5 21,3 8 16,0-7-28,-4-5-6,1-1 1,-1 1-1,0 0 0,0-1 0,0 1 0,0 0 0,0 0 0,0 0 1,0 0-1,-1 0 0,1 0 0,-1 0 0,0 0 0,1 0 0,-1 2 0,0 200 430,0-203-434,0 1-1,0-1 1,0 1-1,0-1 0,-1 0 1,1 1-1,0-1 1,-1 1-1,1-1 1,-1 0-1,1 1 0,-1-1 1,0 0-1,1 0 1,-1 0-1,0 1 0,0-1 1,0 0-1,-1 1 1,1-1-1,0 0 0,0-1 1,0 1-1,0 0 1,1 0-1,-1 0 0,0 1 1,1-1-1,-1 0 1,1 0-1,-1 0 0,1 0 1,-1 1-1,1-1 0,0 0 1,0 0-1,0 1 1,-1-1-1,1 1 0,1 2 1,-1 0-1,0 0 0,0-1 0,-1 1 0,1 0 1,-1-1-1,0 1 0,0 0 0,0-1 0,0 1 1,-1-1-1,-2 6 0,2-6 1,2 0 1,-1 0-1,0 0 0,1 0 1,-1 1-1,1-1 1,0 0-1,0 0 0,0 1 1,1 3-1,0 6 11,-1-12-11,0 1 0,0-1-1,0 0 1,0 1 0,0-1 0,0 1 0,1-1 0,-1 1 0,1-1 0,-1 1 0,2 1 0,11 5 6,-12-8-7,9 2 18,0-1 1,0-1-1,0 1 0,15-3 0,0 2 1,-21 0-21,1 0 0,-1 0 0,1 0 1,-1-1-1,0 1 0,1-1 0,-1 0 1,0 0-1,1-1 0,-1 1 0,0-1 0,0 0 1,0 0-1,5-4 0,11-5-288,-19 11 261,0 0 0,1-1 1,-1 1-1,0-1 0,0 0 0,0 1 0,0-1 0,0 0 1,0 1-1,0-1 0,0 0 0,0 0 0,1-1 0,0-7-704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2.0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94 128,'0'0'304,"0"-2"256,1-1-490,1 1 0,-1 0-1,1 0 1,-1 0 0,1 1-1,0-1 1,-1 0 0,1 1-1,0-1 1,0 1 0,0-1-1,1 1 1,-1 0 0,0 0-1,0 0 1,1 0 0,3-1-1,17 1-12,-19 1-39,0 0-1,0 0 0,0 0 1,0-1-1,0 1 0,0-1 1,0 0-1,-1 0 1,1-1-1,5-1 0,46-18 178,-51 19-185,0 0 0,0 1-1,0-1 1,0 1 0,1 0-1,8-2 1,-9 3-8,0-1 1,0 0-1,-1 0 1,1 0 0,0-1-1,7-2 1,-10 2-44,1 1 1,0 0-1,0 0 1,-1 0-1,1 0 1,0 1-1,0-1 1,0 1-1,0-1 1,0 1-1,0-1 1,0 1-1,1 0 1,-1 0-1,0 0 1,4 1-1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2.5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0 608,'0'176'2012,"0"-175"-2011,0-1 0,0 1 0,0-1 0,0 1 0,0 0 0,0-1 0,0 1 0,0-1 1,0 1-1,1 0 0,-1-1 0,0 1 0,0-1 0,0 1 0,1-1 0,-1 1 0,0 0 0,1-1 0,-1 1 0,0-1 1,1 0-1,-1 1 0,1-1 0,-1 1 0,0-1 0,1 1 0,-1-1 0,1 0 0,-1 0 0,1 1 0,0-1 0,-1 0 0,1 0 1,0 1-1,6 2 12,1 5 11,-4-6-21,0 0 0,1-1 0,-1 1 1,1-1-1,-1 0 0,1-1 0,-1 1 1,1-1-1,0 0 0,-1 0 0,1 0 1,0 0-1,-1-1 0,1 0 0,0 0 1,-1 0-1,7-3 0,61-27-29,-66 28 27,0 1 0,0 0 0,0 1 0,1-1 0,-1 1 0,0 0 0,1 1 0,-1 0 0,1 0 0,12 2 0,11-1-15,-28-2 14,0 1 0,1-1-1,-1 1 1,0 0 0,0 0 0,0 0 0,1 0-1,-1 0 1,0 1 0,0-1 0,0 1 0,1-1 0,-1 1-1,3 1 1,10 10 12,-8-6-10,0-1 0,0 1-1,7 9 1,8 25 41,-15-31-40,-6-8-2,0 0 0,0 0 1,0 0-1,0 0 0,-1 0 1,1 0-1,0 0 1,-1 0-1,1 1 0,-1-1 1,1 0-1,-1 0 1,1 0-1,-1 1 0,0-1 1,0 0-1,0 0 1,1 3-1,-1 1 31,0-1 11,0 0 0,0 0 0,-1 0 0,1 0 0,-2 5 0,2-8-33,-1 1-1,0-1 1,0 0 0,1 1 0,-1-1 0,0 0 0,0 0 0,0 0 0,0 0 0,0 0 0,0 0 0,-1 0-1,1 0 1,0 0 0,-3 1 0,-8 4 37,0-1 0,0 1 0,0-2 0,-1 0 0,0 0 0,-25 3 0,-2-4-163,-42-1 0,63-2 14,17 0 56,1 0 0,-1 0 0,0 0 0,0 0 0,1 0 0,-1-1 0,0 1 0,1-1 1,-1 1-1,1-1 0,-1 1 0,1-1 0,-1 0 0,1 0 0,-1 1 0,1-1 0,-1 0 0,-1-3 0,0-5-831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2.7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0 416,'0'8'865,"0"12"-305,0-8-240,0 9-128,0-1-64,-14-8 0,-8 8-32,22-12-48,-14 4-16,14 8 16,-22-20-64,22 8-128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3.2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1 234 112,'0'0'1227,"0"-9"-533,-1 6-677,1 0 0,1 0 0,-1 0 0,0 0 0,1 0 0,0 0 0,-1 0 0,1 1 0,0-1 0,3-5 0,-1 0-1,0-9-6,-3 15-8,0 0 1,0 0-1,0 0 1,0 0-1,0 1 1,1-1-1,-1 0 0,1 0 1,0-3-1,5-5 8,-4 8-9,-1 0 0,1-1 0,-1 1 0,0-1 0,0 0 0,0 1 1,0-1-1,0 0 0,-1 0 0,1 1 0,-1-1 0,0-3 0,0-87 13,0 92 12,0 23 84,0 402 872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3.6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75 48,'0'-7'45,"-1"4"0,1 1 0,0 0 1,-1-1-1,1 1 0,0 0 0,1-1 0,-1 1 1,0 0-1,1-1 0,-1 1 0,1 0 0,0-1 0,1-1 1,5 2 136,-7 2-154,1 0-1,0 0 0,-1 0 0,1-1 0,0 1 0,-1 0 0,1 0 0,0-1 0,-1 1 0,1 0 0,-1-1 0,1 1 1,-1 0-1,1-1 0,0 1 0,-1-1 0,0 1 0,1-1 0,-1 1 0,1-1 0,-1 1 0,1-2 0,0 1 6,1 0 0,0-1 0,-1 1 0,1 0 0,0 0-1,-1 0 1,1 0 0,0 1 0,0-1 0,0 0 0,0 1-1,0-1 1,2 1 0,14-6 57,-17 6-86,0-1 0,-1 1 0,1-1 0,0 1 1,-1 0-1,1 0 0,0-1 0,0 1 0,-1 0 0,1 0 0,0 0 1,0 0-1,-1 0 0,1 0 0,0 0 0,0 0 0,-1 0 0,1 0 0,1 0 1,9 2 51,18-2 24,-28 0-79,-1 0 1,0 0-1,1 0 1,-1 0 0,0 0-1,0 0 1,1 0-1,-1 1 1,0-1-1,0 0 1,0 0-1,1 0 1,-1 0 0,0 1-1,0-1 1,0 0-1,1 0 1,-1 1-1,0-1 1,0 0-1,0 0 1,0 1 0,0-1-1,0 0 1,0 0-1,1 1 1,-1-1-1,0 0 1,0 0 0,0 1-1,0 1 7,2 1-1,0-1 0,-1 0 0,0 1 0,0-1 1,0 1-1,0-1 0,0 1 0,0-1 0,0 1 0,-1 0 1,0-1-1,1 1 0,-1 0 0,0-1 0,-1 5 0,1 135 308,0-139-313,0-1 0,-1 0-1,1 1 1,-1-1 0,1 0-1,-1 1 1,0-1 0,-1 2-1,0-1 2,1-1 0,0 1 0,0 0-1,0-1 1,1 1 0,-1 0 0,1-1 0,-1 5-1,1 110 220,0-113-97,22-3-92,-17-1-32,0 1 0,-1-1-1,1 0 1,0 0 0,0-1 0,-1 1 0,1-1 0,0 0-1,0 0 1,-1-1 0,9-3 0,5-4-93,-12 7-15,-1-1 1,1 0-1,0 0 1,-1-1-1,7-5 1,8-10-665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3.9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62 352,'0'0'539,"4"0"59,-2 0-557,0 0 1,-1-1-1,1 1 1,0 0-1,0-1 1,-1 0-1,1 1 1,0-1-1,-1 0 1,1 0-1,-1 0 1,1 0-1,-1 0 1,1 0 0,-1 0-1,0-1 1,2 0-1,-1-1-21,0 1 0,1-1 1,0 1-1,-1 0 0,1 0 0,0 1 0,0-1 1,0 0-1,1 1 0,-1 0 0,5-2 0,23-5 28,-23 5-117,0 0 0,0 1-1,1 0 1,-1 0 0,1 1-1,-1 0 1,1 0 0,-1 1-1,14 2 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4.3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0 592,'0'157'2033,"0"-155"-2025,0 0-1,0 0 1,0 0-1,1 0 1,-1 0-1,1 0 1,0 0-1,-1 0 1,1 0-1,2 3 1,-2-3-1,0-1 0,0 1 1,0 0-1,-1 0 0,1-1 0,-1 1 1,1 0-1,-1 0 0,1 0 1,-1 3-1,4-4 20,6-1-19,-5 1-5,0-1-1,0 0 0,0 0 1,-1 0-1,1-1 0,0 0 1,0 0-1,0 0 1,-1-1-1,7-2 0,-4 0-3,1 0 0,-1 0 0,1 0 0,0 1 0,0 0 0,1 1 0,-1-1 0,0 2 0,14-2 0,12-1 16,-25 2-17,0 1 0,0 0 0,14 0 0,-21 2 1,1-1-1,-1 0 1,0 0-1,0 1 0,0-1 1,0 1-1,0 0 1,0 0-1,0 0 1,0 0-1,0 0 0,0 0 1,0 0-1,0 1 1,-1-1-1,1 0 0,-1 1 1,1 0-1,1 2 1,0 8 5,-4-11-2,1 0 0,0 0 1,0 0-1,0 0 1,0-1-1,1 1 0,-1 0 1,0 0-1,0 0 1,0 0-1,1 0 1,-1 0-1,0 0 0,1-1 1,0 3-1,1 0 13,0 1-1,0 0 0,-1 0 1,1 0-1,-1 0 0,0 0 0,0 0 1,0 0-1,-1 0 0,0 0 1,0 0-1,0 0 0,-1 6 1,1 2 38,0-12-52,1 3 9,-1-1 0,0 1 0,0-1 1,0 0-1,0 1 0,0-1 0,-1 1 0,1-1 1,-1 0-1,0 1 0,1-1 0,-1 0 1,0 1-1,0-1 0,-1 0 0,1 0 0,0 0 1,-1 0-1,-2 3 0,-8 3 37,0 0 1,-14 6-1,4-2-31,-18 2 3,25-9-9,7-4-90,-1 1 0,1-1 0,-1-1 0,1 1 0,-1-2 0,-10 0 0,-2 0-491,18 1-328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5.1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50 688,'0'0'1228,"4"0"-991,31-3-12,0 0 0,0-3-1,45-11 1,-44 10-96,0 1 0,70-1 0,-47 7-164,-59 0 28,1 0-8,-1 0 0,0 0 0,1 0-1,-1 0 1,0 0 0,1 0-1,-1 0 1,1 0 0,-1 0 0,0 0-1,1 0 1,-1 0 0,0 0 0,1 0-1,-1 0 1,1 0 0,-1 1 0,0-1-1,1 0 1,-1 0 0,0 0 0,1 1-1,-1-1 1,0 0 0,0 0-1,1 1 1,-1-1 0,0 0 0,0 1-1,1-1 1,-1 0 0,0 1 0,0-1-1,0 0 1,0 1 0,1-1 0,-1 1-1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8.2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72 176 240,'-18'10'523,"18"-10"-498,0 0 0,0 1 1,-1-1-1,1 0 0,0 0 0,0 0 0,-1 0 1,1 0-1,0 0 0,0 0 0,0 0 0,0 1 1,-1-1-1,1 0 0,0 0 0,0 0 0,0 0 1,0 1-1,-1-1 0,1 0 0,0 0 0,0 0 1,0 1-1,0-1 0,0 0 0,0 0 0,0 1 1,0-1-1,0 0 0,0 0 0,0 0 0,0 1 0,0-1 1,0 0-1,-2 3 93,-3-1 14,5-2-126,0 0 0,-1 0 0,1 1-1,0-1 1,-1 0 0,1 0 0,0 0 0,-1 0-1,1 1 1,0-1 0,-1 0 0,1 0 0,0 0 0,-1 1-1,1-1 1,0 0 0,0 1 0,0-1 0,-1 0-1,1 1 1,0-1 0,0 0 0,0 1 0,0-1 0,-1 0-1,1 1 1,0-1 0,0 0 0,0 1 0,0-1-1,0 1 1,0-1 0,0 0 0,0 1 0,0-1-1,0 1 1,0 0-2,0-1 0,0 1 0,0-1-1,0 1 1,0 0 0,0-1-1,0 1 1,0-1 0,-1 1 0,1 0-1,0-1 1,0 1 0,-1-1 0,1 1-1,0-1 1,-1 1 0,1-1 0,0 1-1,-1-1 1,1 0 0,-1 1 0,1-1-1,-1 1 1,1-1 0,-1 0 0,1 1-1,-1-1 1,1 0 0,-1 0 0,0 1-1,0-1 0,0 0 0,1 0 0,-1 0 0,1 1 0,-1-1 0,1 0-1,-1 1 1,1-1 0,-1 0 0,1 1 0,-1-1 0,1 1 0,-1-1 0,1 1 0,0-1-1,-1 1 1,1-1 0,0 1 0,-1-1 0,1 1 0,0-1 0,0 1 0,-1-1 0,1 1-1,0 0 1,0-1 0,0 1 0,0-1 0,0 1 0,0 1 0,0-1 1,0 0 1,0 0 0,-1 0-1,1 0 1,0 0 0,0 1-1,-1-1 1,1 0 0,-1 0-1,1 0 1,-1 0 0,0 0-1,1 0 1,-2 1 0,1-1-2,1 0 1,-1 0-1,0 1 1,0-1-1,1 0 1,-1 1-1,0-1 1,1 1-1,0-1 1,-1 1-1,1-1 1,0 1-1,0-1 1,-1 3-1,1 110 416,0-113-417,0 0-1,0 0 0,1-1 0,-1 1 1,0 0-1,0 0 0,0 0 0,0 0 1,1-1-1,-1 1 0,0 0 0,1 0 1,-1-1-1,1 1 0,-1 0 0,1-1 1,-1 1-1,1 0 0,-1-1 0,1 1 1,0-1-1,-1 1 0,1-1 0,0 1 0,-1-1 1,1 1-1,0-1 0,0 0 0,0 0 1,-1 1-1,2-1 0,0 1 2,0-1 0,-1 1 0,1 0 0,-1 0 0,1 0 0,-1 0 0,1 0 0,-1 0 0,2 1 0,1 3 5,7 4 4,-7-7-11,13 11 18,-17-12-18,1-1 1,-1 1-1,0-1 1,1 0-1,0 1 1,-1-1-1,1 0 1,-1 1-1,1-1 1,-1 0-1,1 0 1,0 1-1,-1-1 1,1 0 0,-1 0-1,1 0 1,0 0-1,-1 0 1,1 0-1,0 0 1,-1 0-1,1 0 1,0 0-1,0-1 1,3 1-3,88 0 36,-86-1-37,0 0 0,1-1 1,-1 0-1,0 0 0,0 0 1,0-1-1,-1 1 0,1-1 1,0-1-1,-1 1 0,0-1 1,0 0-1,0 0 0,0-1 1,5-6-1,-9 9 3,1 1 0,-1 0 0,0-1 0,0 1 1,1 0-1,-1 0 0,1 0 0,-1 0 0,3-1 0,-2 1 0,-1 1-1,1-1 1,-1 0-1,0 0 1,1 0-1,-1 0 0,0 0 1,0-1-1,1 1 1,-1 0-1,0 0 1,0-1-1,0 1 1,-1-1-1,2-1 1,8-14 20,-10 15-20,1 1-1,0 0 0,0-1 1,-1 1-1,1 0 1,0 0-1,0-1 1,0 1-1,0 0 0,0 0 1,3-1-1,3-6-2,9-19-12,-16 25 14,1 0 0,0 0 0,0 0 0,-1 0 0,0 0 0,1 0 0,-1 0 0,0 0 0,0 0 0,0 0 0,0 0 0,0 0 0,-1-3 0,0-9 0,1-43 0,0 55 0,0 1 0,0 0 0,0-1 0,0 1 1,0 0-1,-1 0 0,1-1 0,0 1 0,-1 0 0,1 0 0,-1-1 0,1 1 0,-1 0 0,0 0 0,-1-2 0,-3-6 2,3-9 8,3 16-9,-1 0 0,0 0 0,0 1 0,0-1 0,-1 0 0,1 0 0,0 1 0,-1-1 0,1 0-1,-1 0 1,-1-2 0,-12-8-19,8 0 12,5 10 7,0 0-1,1 1 0,-1-1 0,0 0 1,0 1-1,0-1 0,0 0 0,-1 1 1,1-1-1,-2-1 0,-52-37-29,52 37 32,1 1 0,-1 0-1,0 0 1,0 0 0,0 0 0,0 0 0,0 1 0,0-1 0,-1 1 0,-2-1 0,5 2-2,0-1 0,1 1 0,-1 0 0,0-1 0,0 1 1,1-1-1,-1 1 0,1-1 0,-1 1 0,0-1 0,1 0 0,-1 1 1,1-1-1,-1 0 0,-8-8 22,2 8-28,1 0 0,-1 0 1,1 1-1,-1-1 0,1 1 0,-1 1 1,1-1-1,0 1 0,-1 1 1,1-1-1,-1 1 0,-6 3 0,11-4 5,0 0 0,0 1-1,0 0 1,0-1 0,1 1-1,-1 0 1,0 0 0,1 0-1,0 0 1,-2 2 0,1-1 0,1 0 1,-1-1-1,0 1 1,0-1-1,0 1 1,-3 1-1,-3 1 0,7-4 0,0-1 0,1 0 0,-1 0 0,0 1 0,1-1 0,-1 1 0,0-1 0,1 1 0,-1-1 0,1 1 0,-1-1 0,1 1 0,-1-1 0,1 1 0,-1 0 0,1-1 0,0 1 0,-1 0 0,1-1 0,0 1 0,-1 0 0,1 0 0,0-1 0,0 1 0,0 0 0,0 0 0,0-1 0,0 1 0,0 1 0,0 0 1,-1 0 0,1 0 0,0 0-1,-1 0 1,1 0 0,-1-1 0,0 1 0,0 0-1,-1 3 1,1-3 0,0 0 0,0 0 0,0 0-1,0 0 1,0 0 0,1 0 0,-1 0 0,1 0 0,-1 5-1,1 57-456,3-57-51,9-6-370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8.5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0 496,'0'93'1998,"0"-92"-1988,0 1-1,0-1 0,0 0 0,0 1 0,0-1 0,0 0 0,-1 0 0,1 1 1,-1-1-1,1 0 0,-1 0 0,1 0 0,-1 1 0,0-1 0,1 0 0,-1 0 1,0 0-1,0 0 0,-1 1 0,-6 7 57,4 1 16,3-9-77,1 0 1,0 0-1,-1 1 1,1-2-1,-1 1 1,1 0-1,-1 0 1,0 0-1,1 0 1,-1 0-1,0 0 1,0 0-1,1-1 1,-1 1-1,0 0 1,0-1-1,0 1 1,-2 0-1,2 0-1,0 0-1,-1-1 0,1 1 1,0 0-1,0 0 0,-1 0 1,1 0-1,0 0 0,0 0 1,0 0-1,0 1 0,0-1 1,-1 3-1,1-1 0,1 0 1,-1 0-1,0 0 0,1 0 0,0 0 0,0 5 1,0-7-3,0 0 0,0 0-1,0 0 1,0 0 0,-1 0 0,1-1 0,0 1 0,-1 0 0,1 0 0,0 0 0,-1-1 0,1 1 0,-1 0-1,1 0 1,-1-1 0,1 1 0,-1 0 0,0-1 0,1 1 0,-1-1 0,-1 2 0,0-1 0,0 1-17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9.0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1 201 64,'0'0'464,"3"0"113,4 0-316,-5 0-226,-1 0 1,1 1 0,0-1-1,-1 0 1,1 0-1,-1 0 1,1-1 0,-1 1-1,1 0 1,-1 0 0,1-1-1,-1 1 1,0-1-1,1 1 1,-1-1 0,1 0-1,-1 0 1,0 0 0,0 1-1,1-1 1,-1 0-1,2-3 1,-1 2-24,0-1 0,0 0 0,0 1 0,0-1-1,1 1 1,-1-1 0,1 1 0,0 0 0,0 0 0,3-1 0,-6 3-12,0 0 1,0 0-1,1 0 1,-1 0 0,0 0-1,0 0 1,0 0-1,0-1 1,0 1-1,1 0 1,-1 0 0,0 0-1,0 0 1,0 0-1,0 0 1,0 0-1,1 0 1,-1-1 0,0 1-1,0 0 1,0 0-1,0 0 1,0 0-1,0 0 1,0-1 0,0 1-1,0 0 1,1 0-1,-1 0 1,0 0-1,0-1 1,0 1 0,0 0-1,0 0 1,0 0-1,0 0 1,0-1-1,0 1 1,0 0 0,0 0-1,-1-1 1,1-3 6,0 1-3,-1-1 1,1 0-1,0 0 1,0 1 0,1-1-1,-1 0 1,1 1-1,1-5 1,0 1-5,1-1 1,-1 1 0,0 0-1,-1-1 1,0 1-1,0-1 1,-1 1 0,0-15-1,0-6 26,0 22-5,0 21-12,0 341 1509,0-353-1609,21-3-2088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9.5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23 115 176,'0'-1'22,"0"1"-1,0-1 1,0 0-1,0 1 1,0-1-1,0 0 1,0 1-1,0-1 1,-1 0-1,1 1 1,0-1-1,0 1 1,-1-1-1,1 0 1,-1 1-1,1-1 1,0 1-1,-1-1 1,1 1-1,-1-1 1,1 1-1,-1-1 1,1 1-1,-1 0 1,1-1-1,-1 1 1,0 0-1,1-1 1,-2 1-1,2 0 4,-1-1 0,0 1 0,1 0-1,-1 0 1,1-1 0,-1 1 0,1 0 0,-1-1 0,1 1-1,-1-1 1,1 1 0,-1-1 0,1 1 0,0-1 0,-1 1-1,1-1 1,-1 1 0,1-1 0,0 0 0,0 1 0,-1-1-1,1 1 1,0-1 0,0 0 0,0 1 0,0-1 0,0 0-1,0 1 1,0-1 0,-1-9 289,1 8-295,0 1-1,-1-1 1,1 0-1,0 0 1,0 0-1,0 0 1,0 0-1,1 0 1,-1 0 0,0 0-1,1 0 1,0 0-1,-1 1 1,2-4-1,5 0-1,-6 4-14,1 0-1,-1-1 1,1 1-1,-1 0 1,0-1 0,1 1-1,-1-1 1,2-3-1,-2 4 2,1-1 0,0 1 0,-1 0 0,1-1 0,0 1 0,0 0-1,0 0 1,0 0 0,0 1 0,0-1 0,1 0 0,-1 1 0,3-1 0,10-3 48,-14 3-48,0 1-1,0-1 0,0 1 1,0-1-1,0 1 1,0 0-1,0 0 1,0 0-1,0 0 1,0-1-1,0 1 0,0 0 1,0 1-1,0-1 1,0 0-1,1 0 1,3 1 4,28-1 154,-33 0-160,0 0 0,1 0-1,-1 0 1,0 0-1,0 0 1,0 0 0,0 0-1,0 0 1,0 0-1,0 0 1,1 0 0,-1 0-1,0 0 1,0 0-1,0 0 1,0 0 0,0 0-1,0 0 1,0 0-1,1 0 1,-1 0 0,0 0-1,0 0 1,0 0-1,0 0 1,0 0-1,0 0 1,0 0 0,0 1-1,0-1 1,0 0-1,1 0 1,-1 0 0,0 0-1,0 0 1,0 0-1,0 0 1,0 0 0,0 0-1,0 1 1,0-1-1,0 0 1,0 0 0,0 0-1,0 0 1,0 0-1,0 0 1,0 0-1,0 1 1,0-1 0,0 0-1,0 0 1,0 0-1,0 0 1,0 0 0,0 1-1,0 159 557,0-158-555,0 0 1,0 0 0,-1 1-1,1-1 1,-1 0 0,1 0-1,-1 0 1,0 0 0,0 0-1,0 0 1,0 0 0,0 0-1,-2 4 1,1-5-1,1 1-1,0 0 1,0-1 0,0 1-1,0 0 1,1 0-1,-1 0 1,0 0 0,1 0-1,-1 0 1,1 0 0,0 0-1,-1 3 1,1 118 394,0-122-391,1-1 0,-1 0-1,0 1 1,0-1-1,0 1 1,1-1 0,-1 1-1,0-1 1,1 0 0,-1 1-1,0-1 1,1 0 0,-1 1-1,0-1 1,1 0-1,-1 1 1,1-1 0,-1 0-1,0 0 1,1 0 0,-1 1-1,1-1 1,-1 0-1,1 0 1,-1 0 0,1 0-1,22 4 105,-16-4-87,-1 0 0,1 0 0,-1-1 0,13-2 0,36-26 41,-39 23-60,21-9-48,-1 1-138,-31 12 31,0 1 0,0-1 0,0 0 0,0-1 0,0 1 0,0-1 0,-1 0 0,1 0 0,5-6 0,8-8-737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19.7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81 144,'0'0'29,"0"0"0,0-1 0,0 1-1,0 0 1,0 0 0,0-1 0,0 1 0,0 0 0,0-1 0,0 1-1,1 0 1,-1 0 0,0-1 0,0 1 0,0 0 0,0 0 0,0-1-1,0 1 1,1 0 0,-1 0 0,0-1 0,0 1 0,0 0 0,0 0-1,1 0 1,-1-1 0,0 1 0,0 0 0,1 0 0,-1 0 0,0 0-1,0 0 1,1 0 0,-1-1 0,0 1 0,1 0 0,-1 0 0,0 0-1,0 0 1,1 0 0,4-2 245,-2 0-162,-2 1-80,0 0 0,0 1 0,0-1 0,0 0 0,0 0 0,1 0 0,-1 1 0,0-1 0,1 1 0,-1-1 0,0 1 0,1-1 0,2 1 0,5-4 18,1 1-1,-1-2 1,0 1 0,-1-1 0,13-9-1,-15 10-22,-3 2-22,1 0-1,0 0 1,-1 0-1,1 0 0,0 1 1,0 0-1,0 0 1,0 0-1,0 0 0,8 0 1,11-2 19,20 1-17,-29 3-156,-17 5-312,-12-2-236,15-4 646,-1 0 0,1 1 0,0-1 0,0 0 0,-1 1-1,1-1 1,0 0 0,0 1 0,-1-1 0,1 1 0,0-1 0,0 0-1,0 1 1,0-1 0,0 1 0,-1-1 0,1 1 0,0-1 0,0 0 0,0 1-1,0-1 1,0 1 0,1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0.2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0 608,'0'132'2076,"-1"-131"-2075,1 0 1,0-1 0,0 1-1,1 0 1,-1 0-1,0 0 1,0-1-1,0 1 1,0 0 0,1 0-1,-1-1 1,0 1-1,1 0 1,-1-1 0,0 1-1,1 0 1,-1-1-1,1 1 1,-1-1-1,1 1 1,0 0 0,-1-1-1,1 1 1,-1-1-1,1 0 1,0 1-1,1 0 1,-1-1-1,-1 0 1,1 1-1,-1-1 1,1 0-1,-1 1 0,1-1 1,0 0-1,-1 1 0,1-1 1,-1 1-1,0-1 1,1 1-1,-1-1 0,1 1 1,-1 0-1,0-1 0,1 1 1,-1-1-1,0 1 1,0 0-1,1-1 0,-1 1 1,0 0-1,0-1 0,0 1 1,0 0-1,0 0 1,0 1 4,1-1 0,-1 0 0,0 1 0,1-1 0,0 0 0,-1 1 1,1-1-1,0 0 0,-1 0 0,1 0 0,0 0 0,0 0 0,0 1 0,0-2 1,0 1-1,0 0 0,0 0 0,0 0 0,1 0 0,-1-1 0,0 1 0,0 0 1,1-1-1,-1 1 0,2-1 0,4 4 16,-5-3-15,0-1 0,0 1 1,0 0-1,0-1 0,1 1 0,-1-1 0,0 0 1,0 0-1,0 0 0,0 0 0,0 0 0,0 0 0,3-1 1,2 0 3,-3 1-9,1 0 0,0 0 0,0-1-1,-1 0 1,1 0 0,0 0 0,8-3 0,-7 2 4,-1 1-6,-1 0 0,0 0 0,1 1 0,0 0 0,7 0 0,7-1 0,34-9-9,-28 4 21,-11 4-23,1 1 0,23 1 0,-17 1 17,-18-1-6,0 0-1,0 1 0,-1 0 1,1-1-1,0 1 0,-1 0 0,1 0 1,0 1-1,-1-1 0,1 0 1,-1 1-1,0 0 0,1-1 1,-1 1-1,0 0 0,0 0 0,0 0 1,0 1-1,-1-1 0,1 0 1,-1 1-1,3 3 0,-4-5 1,1 2 2,0 0 0,0 0 0,0 0 0,0 0-1,0 0 1,-1 0 0,0 1 0,0-1-1,1 0 1,-2 0 0,1 1 0,-1 4 0,0 10 41,1-13-33,1-2 2,-1 0 1,0 0-1,0-1 0,0 1 1,0 0-1,0 0 0,0 0 0,-1 0 1,0-1-1,1 1 0,-3 4 0,-3 1 42,0 0 0,0-1 0,-1 0-1,0 0 1,0 0 0,-9 5 0,-36 10 108,45-20-153,1 0-1,0 0 0,0 0 1,0 0-1,-1-1 0,1 0 0,-1-1 1,1 1-1,-1-1 0,1 0 1,-10-2-1,-8 1 7,-5 2-28,21 0-116,-1-1-1,0 0 1,1 0-1,-1-1 1,-10-2-1,18 3 110,1 0 0,0 0 0,0 0 0,-1-1 0,1 1 0,0 0-1,0 0 1,-1 0 0,1-1 0,0 1 0,0 0 0,0 0 0,0-1-1,-1 1 1,1 0 0,0-1 0,0 1 0,0 0 0,0-1 0,0 1 0,0 0-1,0 0 1,0-1 0,0 1 0,0 0 0,0-1 0,0 1 0,0 0-1,0-1 1,0 1 0,0-19-980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0.7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165 1 288,'12'0'630,"-10"0"-27,2 0-216,179 0 512,-183 1-874,0 1 1,0-1 0,0 1-1,0-1 1,-1 1 0,1-1 0,0 1-1,-1 0 1,1-1 0,-2 3-1,-3 0-10,-1 0 0,1-1-1,-1 0 1,0 0 0,0 0 0,-1-1-1,1 0 1,0 0 0,-1 0-1,-8 0 1,-20 7 7,32-8-21,0 0-1,-1 0 0,1-1 0,-1 1 0,1-1 1,0 0-1,-1 0 0,1 0 0,-4-1 0,-5 0 7,-189 1-58,199 0-107,2 7-471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4.1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238 83 160,'0'0'430,"2"-1"210,-1 0-591,0 1 0,0-1 0,-1 0 0,1 1 0,0-1 0,0 0 0,-1 0-1,1 0 1,0 0 0,-1 0 0,1 0 0,-1 0 0,1 0 0,-1 0 0,0 0 0,1 0 0,-1 0 0,0 0 0,0-1 0,1-26 586,-1 16-640,0 11 8,0 0 1,-1 1 0,1-1 0,0 0-1,-1 0 1,1 1 0,0-1-1,-1 0 1,1 1 0,-1-1 0,1 0-1,-1 1 1,1-1 0,-1 1 0,1-1-1,-1 1 1,1-1 0,-1 1 0,0-1-1,1 1 1,-1 0 0,-1-1-1,0 0 5,0 0 0,-1 0-1,1 0 1,-1 1 0,1-1-1,-1 0 1,1 1 0,-5 0-1,-23-1 50,18 0-46,0 0 0,0 1 0,0 1 0,-17 2 0,26-2-7,0 0-1,0 1 0,1-1 0,-1 1 0,0-1 0,1 1 1,-1 0-1,1 0 0,-1 0 0,-2 4 0,-18 12 21,20-16-24,-1 0 0,1 0-1,0 0 1,0 0 0,0 1-1,0 0 1,0-1 0,1 1 0,-1 0-1,1 0 1,0 1 0,0-1-1,0 0 1,0 1 0,-1 3 0,1 1 8,0 0 1,0 0 0,1 1 0,0-1-1,1 16 1,0-16-10,1 16 21,-1-23-19,0 0 0,0 0 0,1 0 1,-1 0-1,1 0 0,-1 0 0,0 0 0,1-1 0,-1 1 0,1 0 1,0 0-1,-1-1 0,1 1 0,0 0 0,-1-1 0,1 1 1,0 0-1,0-1 0,-1 1 0,1-1 0,0 1 0,1-1 0,21 9 40,-20-8-41,0 0 0,-1-1 0,1 1 0,0-1 0,0 0 0,0 1 0,0-2 0,0 1 0,4-1 0,9 1 0,61 0 29,-76-1-28,1 1-1,0 0 1,-1 0 0,1-1 0,0 1-1,-1-1 1,1 0 0,-1 1 0,1-1-1,-1 0 1,1 0 0,-1 0 0,0 0-1,1 0 1,0-1 0,8-6-10,-9 8 9,0 0 0,0-1 0,0 1 0,0-1 0,0 1 0,-1 0 0,1-1 0,0 0 0,0 1 0,-1-1 0,1 1 0,-1-1 0,1 0 0,0 1 0,-1-1 0,1 0 0,-1 0 0,1 1 0,-1-1 0,0 0 0,1 0 0,-1 0 0,0 0 0,0 0 0,1 0 0,-1 1 0,0-3 0,0 2 0,0 0 1,0 1-1,0-1 1,0 0-1,0 1 1,1-1 0,-1 0-1,0 1 1,0-1-1,1 0 1,-1 1 0,0-1-1,1 0 1,-1 1-1,0-1 1,1 1 0,-1-1-1,1 1 1,-1-1-1,1 1 1,0-1 0,-1 1-1,1-1 1,-1 1-1,1 0 1,1-1 0,-2 1-2,1-1 0,0 1 0,-1 0 0,1-1 0,0 1 0,-1-1 0,1 1 0,-1-1 1,1 1-1,-1-1 0,1 1 0,-1-1 0,1 1 0,-1-1 0,0 0 0,1 1 0,-1-1 1,0 1-1,1-1 0,-1 0 0,0 0 0,0 1 0,0-1 0,0 0 0,0 1 0,1-2 1,-2-18 10,0-19-35,1 39 24,0-1 1,0 1 0,0 0 0,0 0 0,0 0 0,0 0 0,0 0 0,0-1 0,0 1 0,0 0 0,0 0 0,0 0-1,0 0 1,0 0 0,0-1 0,0 1 0,0 0 0,0 0 0,0 0 0,0 0 0,0 0 0,0-1 0,0 1 0,0 0-1,0 0 1,1 0 0,-1 0 0,0 0 0,0 0 0,0 0 0,0 0 0,0-1 0,0 1 0,0 0 0,1 0 0,-1 0 0,0 0-1,0 0 1,0 0 0,0 0 0,0 0 0,1 0 0,-1 0 0,0 0 0,0 0 0,0 0 0,0 0 0,1 0 0,-1 0-1,0 0 1,9 16 22,-3 1-22,9-3-21,-10 2 17,-5-13 7,1 0 0,-1-1-1,1 1 1,0 0 0,0-1 0,0 1-1,1-1 1,-1 1 0,0-1 0,4 4 0,20 27 29,-23-30-31,-1 0 0,0 0 0,0 0 0,0 0 1,0 0-1,0 0 0,0 0 0,-1 1 0,0-1 1,1 4-1,-1 126 314,-1-128-303,1-1 0,0 1 0,-1 0 0,0-1 0,0 1 0,-3 7 1,0 0 14,3-9-19,1 0 0,-1-1 1,0 1-1,1-1 0,-1 1 1,0-1-1,0 1 0,-1-1 1,1 0-1,-1 0 0,1 0 1,-1 1-1,1-1 0,-1-1 1,-4 5-1,4-4 0,-1 0 0,1 0 1,0 0-1,0 1 0,0-1 0,0 1 0,-2 4 0,3-5-5,1-1 0,-1 1 0,0 0 0,0-1-1,-1 1 1,1-1 0,0 1 0,-1-1 0,1 0 0,0 1 0,-1-1 0,1 0-1,-1 0 1,0 0 0,1 0 0,-1-1 0,0 1 0,0 0 0,0-1-1,1 1 1,-4 0 0,-14 4 13,12-3-9,-1 0 1,1-1-1,-1 1 1,-14-1 0,-23-1-30,45 0 12,-1 0 1,1 0-1,-1 0 0,1 0 0,0 0 0,-1 0 0,1 0 1,-1 0-1,1 0 0,-1-1 0,1 1 0,-1 0 0,1 0 1,0 0-1,-1-1 0,1 1 0,0 0 0,-1-1 0,1 1 0,0 0 1,-1-1-1,1 1 0,0 0 0,-1-1 0,1 1 0,0-1 1,0 1-1,0-1 0,-1 1 0,1 0 0,0-1 0,0 0 1,-1-20-724,1 11 446,0-10-479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4.6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80 182 80,'0'0'848,"0"-9"190,0-144-587,0 152-451,0 1 0,0-1 0,-1 1 0,1-1 0,0 1 0,0-1 0,0 1 0,0 0 0,0-1 0,0 1 0,-1-1 0,1 1 0,0-1 0,0 1 0,0 0 0,-1-1 0,1 1 0,0 0 0,-1-1 0,1 1 0,0 0 0,-1-1 0,1 1 0,-1 0 0,1 0 0,0-1 0,-1 1 0,1 0 0,-1 0 0,1 0 0,0 0 0,-1 0 0,1 0 0,-1-1 0,1 1 0,-1 0 0,1 0 0,-2 0 0,2 1 0,0-1 0,-1 0 0,1 0 0,0 0 0,-1 0 0,1 0 0,0 0 0,-1 0 1,1-1-1,0 1 0,-1 0 0,1 0 0,0 0 0,-1 0 0,1 0 0,0 0 0,0-1 0,-1 1 0,1 0 0,0 0 0,-1 0 1,1-1-1,0 1 0,0 0 0,0 0 0,-1-1 0,1 1 0,0 0 0,0-1 0,0 1 0,0 0 0,-1 0 0,1-1 0,0 1 1,0 0-1,0-1 0,0 0 0,0 0 16,0 2 13,0 160 694,0-158-691,0 1 0,-1 0 0,1 0 0,-1 0 0,0 0 0,0 0 0,-2 4 0,2-4 5,-1 0 0,1 0-1,0 1 1,0-1 0,0 0-1,1 1 1,0 4 0,0 134 550,0-141-581,0-1-1,-1 1 1,1-1 0,0 0 0,0 1 0,-1-1 0,1 0 0,-1 1 0,1-1-1,-1 0 1,1 0 0,-1 1 0,0-1 0,0 0 0,1 0 0,-1 0 0,0 0-1,-1 1 1,1-1-2,0 0-1,0 0 0,0 0 0,0 0 1,0 0-1,1 0 0,-1 0 1,0 0-1,1 0 0,-1 0 0,1 0 1,-1 1-1,1-1 0,0 0 1,0 0-1,-1 1 0,1 1 0,0-2-2,0-1 0,0 1-1,0-1 1,0 1 0,0-1-1,0 1 1,0-1 0,0 1-1,0-1 1,0 1 0,0-1-1,0 1 1,-1-1 0,1 1-1,0-1 1,0 0 0,-1 1-1,1-1 1,0 1 0,0-1-1,-1 0 1,1 1 0,-1-1-1,1 0 1,0 1 0,-1-1-1,1 0 1,-1 1 0,1-1-1,0 0 1,-1 0 0,1 0-1,-1 0 1,1 1 0,-1-1-1,1 0 1,-1 0 0,1 0-1,-1 0 1,1 0 0,-2 0-1,2 0 1,0 0-1,0 0 1,-1 0-1,1 0 1,0 0-1,-1 0 0,1 0 1,0 0-1,-1 0 1,1 0-1,0 0 1,0 0-1,-1 0 0,1 0 1,0 0-1,-1 0 1,1 1-1,0-1 1,0 0-1,-1 0 0,1 0 1,0 0-1,0 1 1,-1-1-1,1 0 1,0 0-1,0 1 1,0-1-1,0 0 0,-1 0 1,1 1-1,0-1 1,0 0-1,0 1 1,0-1-1,0 0 0,0 0 1,0 1-1,0 0 1,0 0-103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4.8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108 0 208,'0'2'1457,"1"18"-876,-1-12-434,1-1 0,-1 1 0,0 0-1,-1-1 1,-2 14 0,0-14-55,0-1 1,0 0-1,-8 10 0,1 1 72,3 0-32,7-15-122,-1-1-1,1 1 1,-1 0-1,0 0 0,1-1 1,-1 1-1,0 0 1,0-1-1,0 1 1,-1-1-1,-1 3 1,-30 16 113,33-19-123,0-1 0,0 0 0,-1 0 0,1 0 0,0 0 0,0 0 0,-1 1 0,1-1 0,0 0-1,0 0 1,0 0 0,0 1 0,-1-1 0,1 0 0,0 0 0,0 0 0,0 1 0,0-1 0,0 0 0,0 1 0,0-1 0,-1 0 0,1 0 0,0 1 0,0-1 0,0 0 0,0 0 0,0 1 0,0-1 0,-2 5-34,-11-3-558,8-2-529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5.3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22 166 128,'0'0'1334,"0"-2"-963,-1 1-348,1 0 1,0 0-1,0 0 1,0-1 0,-1 1-1,1 0 1,1 0-1,-1 0 1,0 0-1,0 0 1,0 0-1,0 0 1,1 0-1,-1 0 1,1 0-1,0-2 1,0 1-23,0 1 1,0 0-1,0-1 1,0 1-1,0-1 0,0 1 1,0-1-1,-1 1 0,1-1 1,0 0-1,-1 1 0,0-1 1,1 0-1,-1-2 1,1-29 1,-1 22-3,0 10 0,0 0 0,0 0 0,0 0 0,0 0 0,0 0 0,0 0 0,1 0 0,-1 0 0,0 0 0,0 0 0,1 0 0,-1 0 0,1 0 0,-1 0 0,1 1 0,-1-1 0,1 0 0,0 0 0,-1 0-1,1 1 1,0-1 0,0 0 0,1 0 0,-1 0 1,0 1-1,-1-1 0,1 1 0,0-1 0,-1 0 0,1 1 0,0-1 0,-1 0 1,1 1-1,-1-1 0,1 0 0,-1 0 0,1 0 0,-1 1 0,0-1 1,1 0-1,-1 0 0,0 0 0,0 0 0,0 0 0,0 0 0,0 0 1,0-1-1,0-28 0,0 28 21,0 16 75,0 128 1081,0-138-1139,0 0 1,-1 0 0,0 0-1,0-1 1,0 1 0,0 0 0,-4 7-1,3-8-5,0 1 0,1 0-1,-1 0 1,1 0-1,0 0 1,0 0-1,1 0 1,-1 5 0,1-2 14,-1 0 1,0 0 0,0 0-1,-4 10 1,4-11-29,-1 0-1,1 0 1,0 0-1,0 8 0,1-12-10,-1 1-1,1-1 0,0 0 0,0 0 0,-1 0 0,0 1 0,1-1 0,-1 0 1,0 0-1,0 0 0,0 0 0,0 0 0,-3 3 0,3-3-6,0-1 0,0 1 0,0 0 0,0 0 0,0 0 1,0-1-1,1 1 0,-1 0 0,0 0 0,1 0 0,0 0 0,-1 0 0,1 4 0,0 46-1407,4-52 336,14 0-1008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5.7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32 144,'1'-1'47,"-1"0"0,0-1-1,1 1 1,-1 0 0,1 0-1,-1-1 1,1 1 0,0 0 0,0 0-1,-1 0 1,1 0 0,0 0-1,0 0 1,0 0 0,0 0 0,0 0-1,0 0 1,0 0 0,1 0-1,-1 1 1,0-1 0,0 1 0,1-1-1,-1 1 1,0-1 0,1 1 0,1-1-1,4 0 70,0-1-1,0 1 1,0 0 0,10 0-1,-12 1-91,0 0 0,0 0 0,0 1 0,0 0 0,-1 0 0,1 0 0,0 0 0,-1 1 0,8 3 0,-10-4-23,2 1 8,0 0-1,0 0 0,0 1 0,-1-1 1,6 6-1,-8-7-1,0 0 1,0 1 0,-1-1 0,1 1-1,0 0 1,-1-1 0,1 1-1,-1-1 1,1 1 0,-1 0-1,0 0 1,0-1 0,1 1-1,-1 0 1,-1 1 0,1-2-4,0 0 0,0 0-1,0 0 1,0 0 0,0 0 0,1 0 0,-1 0 0,0 0 0,0 0 0,1 0 0,-1 0-1,0 0 1,1 0 0,-1 0 0,1 0 0,0 0 0,-1-1 0,1 1 0,-1 0-1,1 0 1,0-1 0,0 1 0,-1 0 0,2 0 0,-1-1 0,0 1 1,0-1-1,-1 1 0,1 0 1,0-1-1,-1 1 0,1 0 1,0-1-1,-1 1 0,1 0 1,-1 0-1,1 0 0,-1 0 1,0 0-1,1-1 0,-1 1 1,0 0-1,1 0 0,-1 0 1,0 0-1,0 0 0,0 0 1,0 0-1,0 1 0,0 81 223,0-82-223,0 1 1,0-1-1,-1 0 1,1 1-1,0-1 1,-1 0-1,1 1 1,-1-1-1,1 0 1,-1 0-1,0 1 1,1-1-1,-1 0 0,0 0 1,0 0-1,0 0 1,0 0-1,0 0 1,0 0-1,0 0 1,0 0-1,0-1 1,0 1-1,-2 1 1,1-1-1,0 0 0,1 0 0,-1 0 0,0 0 0,1 1 0,-1-1 1,1 1-1,0-1 0,-1 1 0,1 0 0,0-1 0,-2 4 0,3-2 1,-1-1 0,0 1 0,1-1 0,0 1-1,0-1 1,-1 1 0,2 2 0,-1-1 3,0-1 1,0 0 0,-1 1-1,1-1 1,-1 0-1,-1 5 1,0-1 17,-1 1-1,1 0 1,1 1 0,-1-1-1,1 0 1,1 0 0,-1 10 0,1 31 198,1-49-218,0 0 0,0 1 0,-1-1 1,1 0-1,0 1 0,0-1 0,0 0 1,0 0-1,-1 0 0,1 0 0,0 0 1,0 0-1,0 0 0,0 0 0,1 0 1,-1 0 5,76 0 134,-75 0-170,1-1-1,0 1 1,0 0-1,-1-1 1,1 0-1,0 1 0,-1-1 1,1 0-1,-1-1 1,1 1-1,-1 0 1,1-1-1,-1 1 0,0-1 1,0 0-1,1 1 1,-1-1-1,2-3 1,1-1-304,0-1 1,1 1 0,0 0 0,11-8 0,3 4-1335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6.0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91 272,'1'0'72,"1"0"0,0 0 0,0 0 0,0 0 0,0 0 0,0 0 0,0 0 0,0 0-1,-1-1 1,1 1 0,0-1 0,0 0 0,0 1 0,-1-1 0,1 0 0,0 0 0,-1 0 0,1 0 0,-1 0 0,1-1 0,-1 1 0,1 0 0,-1-1-1,0 1 1,2-3 0,0 1-38,1 0-1,0 0 0,0 0 0,0 1 0,0-1 1,8-3-1,2-1 25,-7 4-39,-4 1-12,0 1 1,0 0-1,0-1 0,-1 0 1,1 0-1,0 0 0,2-3 0,-4 4-5,0 0-1,0 0 0,0 0 0,0 0 0,0 0 0,0 1 0,0-1 1,0 0-1,0 0 0,0 1 0,0-1 0,0 1 0,1-1 0,-1 1 1,0-1-1,0 1 0,2 0 0,12-6 2,-14 6-2,0-1-1,0 1 1,0-1-1,-1 1 1,1 0-1,0 0 1,0-1-1,0 1 1,0 0-1,0 0 1,0 0-1,0 0 0,0 0 1,0 0-1,0 0 1,-1 1-1,1-1 1,1 0-1,0 1-6,2-1-39,-4 1-129,0 2 111,0-1-1,0 0 1,0 1-1,0-1 1,-1 1-1,1-1 1,-3 5-1,3-6 27,-1 0 0,1 0 0,-1 0 0,0 0 0,1-1-1,-1 1 1,0 0 0,0 0 0,0-1 0,0 1 0,0 0 0,0-1 0,0 1-1,0-1 1,0 1 0,0-1 0,-1 1 0,-14 1-1057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6.4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0 576,'0'6'285,"-1"-1"-179,1 1 1,0 0 0,1-1-1,-1 1 1,1 0-1,0-1 1,0 1-1,1-1 1,-1 0 0,1 1-1,0-1 1,6 9-1,-3-8-60,-4-6-40,0 1 1,0 0 0,0 0 0,0-1 0,0 1 0,0 0 0,-1 0 0,1 0 0,0 0 0,-1 0 0,1 0 0,-1 0 0,1 0-1,-1 1 1,1-1 0,-1 0 0,0 0 0,0 0 0,1 0 0,-1 1 0,0 0 0,0 47 220,0-49-223,0 1 1,0 0 0,0 0 0,0 0 0,0 0 0,0 0 0,0-1 0,1 1-1,-1 0 1,0 0 0,1 0 0,-1-1 0,0 1 0,1 0 0,-1 0-1,1-1 1,-1 1 0,1 0 0,1 0 0,3 6 20,-4-4-14,-1 0 0,1 0 0,-1 0 0,0 0 0,0 0 0,0 5 1,0-2 44,1-5-56,-1 0 0,0-1 0,1 1 0,-1-1 1,1 1-1,-1-1 0,1 1 0,0-1 0,-1 0 1,1 1-1,-1-1 0,1 0 0,0 1 0,-1-1 1,1 0-1,0 0 0,-1 1 0,1-1 1,0 0-1,0 0 0,-1 0 0,1 0 0,0 0 1,-1 0-1,2 0 0,29-1 2,-23 1-1,105 0-20,-112 0 19,0 0 1,0 0-1,1 0 0,-1 0 0,0 0 1,0 0-1,0 0 0,1 0 0,-1 1 1,0-1-1,0 1 0,0-1 0,0 0 1,0 1-1,0 0 0,0-1 0,1 1 1,-2 0-1,1-1 0,0 1 0,0 0 1,0 0-1,0 0 0,0 0 0,-1 0 1,1 0-1,0 0 0,-1 0 0,1 0 1,-1 0-1,1 0 0,-1 1 0,0-1 1,1 0-1,-1 0 0,0 0 0,0 1 1,0-1-1,0 0 0,0 0 0,0 2 1,0-2-2,0 0 0,0 0 1,0 0-1,0 0 1,0-1-1,1 1 0,-1 0 1,0 0-1,0 0 1,1 0-1,-1 0 0,1 0 1,-1 0-1,1-1 1,-1 1-1,1 0 0,0 0 1,-1-1-1,1 1 0,0 0 1,-1-1-1,3 2 1,-3-2 0,1 1 0,0 0 0,0-1 0,0 1 0,-1-1 0,1 1 1,-1 0-1,1 0 0,0-1 0,-1 1 0,1 0 0,-1 0 1,1 0-1,-1 0 0,0 0 0,1 0 0,-1-1 0,0 1 0,0 0 1,0 0-1,0 0 0,0 2 0,1 1 12,-1 0-1,0 0 1,-1 0-1,1-1 1,-1 1-1,1 0 1,-1 0-1,0-1 1,-1 1-1,1 0 1,-1-1-1,1 1 1,-1-1-1,0 0 1,0 1-1,-1-1 1,1 0-1,0 0 1,-1-1-1,0 1 1,-6 4-1,-31 17 112,27-13-105,11-9-12,0 0 0,0 0 0,0-1 0,0 1 0,-1-1-1,1 1 1,0-1 0,-1 0 0,1 1 0,-1-1 0,0-1 0,1 1 0,-1 0-1,0-1 1,-3 1 0,-5 0-2,5 0-3,0-1-1,0 1 0,1 0 0,-11 4 1,14-4-3,-1 1 0,1-1 0,0 0 0,0 0 0,-1 0 0,1 0 0,0 0 0,-1-1 0,1 1 0,-1-1 0,1 0 0,-1 1 0,1-1 0,-1 0 0,-3-1 0,-7 1-44,-4 0-111,16 0 127,0 0 1,1 0-1,-1 0 0,0-1 1,0 1-1,1 0 1,-1 0-1,0-1 0,1 1 1,-1 0-1,0-1 1,1 1-1,-1-1 0,1 1 1,-1-1-1,0 1 1,1-1-1,-1 1 0,1-1 1,0 1-1,-1-1 1,1 0-1,-1 1 0,1-2 1,-1 2-80,-1-9-824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7.0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85 192,'0'0'496,"22"0"225,-1-12-321,-7 4-192,8-4-64,-8 4-64,22 8-64,0-12 0,0 3-16,0-3 16,7 12-16,-29-12-48,22 12-16,-15 0-48,-6 0-224,6 0-176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27.2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41 1072,'0'8'1201,"14"-8"-897,7 0-32,1 0-64,14 0-64,14 0-47,7-8-49,-6-4-32,28 4-193,-8-4-303,-21 4-672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10.7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 0 128,'-38'0'1358,"36"0"-1012,5 0-70,18 0-84,249 0-803,-300 0-264,9 0 509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11.3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48,'0'79'2121,"5"-72"-2062,-4-6-55,1 1 4,0 0-1,0-1 0,0 1 1,0 0-1,-1 0 1,1 0-1,-1 1 0,0-1 1,1 0-1,-1 0 0,0 1 1,0-1-1,0 1 1,-1-1-1,1 1 0,-1-1 1,1 1-1,-1-1 0,0 6 1,0-6-5,0-1 0,0 1-1,1 0 1,-1-1 0,0 1 0,1 0 0,-1-1 0,1 1 0,-1-1 0,1 1 0,0-1 0,0 1 0,0-1 0,2 3-1,-2-2 0,0-1 0,0 1 0,0-1 0,0 1 0,0-1 0,-1 1 0,1 0 0,0-1-1,-1 1 1,0 0 0,1 0 0,-1-1 0,0 1 0,1 3 0,-2-4 0,2 0-1,-1 0 1,0 0 0,0 0 0,0 0 0,0 0 0,0-1 0,1 1-1,-1 0 1,0 0 0,1 0 0,-1-1 0,1 1 0,-1 0 0,1 0-1,-1-1 1,1 1 0,-1 0 0,1-1 0,0 1 0,-1 0-1,1-1 1,0 1 0,-1-1 0,1 1 0,0-1 0,0 0 0,1 1-1,-1-1 1,0 1-1,0-1 0,-1 0 0,1 1 1,0-1-1,0 1 0,-1-1 1,1 1-1,0-1 0,-1 1 0,1 0 1,0-1-1,-1 1 0,1 0 1,-1 0-1,1-1 0,-1 1 0,1 0 1,-1 0-1,0 0 0,1-1 1,-1 1-1,0 0 0,0 0 0,0 0 1,0 0-1,1 0 0,-1 1 0,0-1 0,0 0 0,0 1-1,0-1 1,0 0 0,0 0-1,1 0 1,-1 0-1,1 0 1,-1 0 0,0 0-1,1 0 1,0 0 0,-1 0-1,1 0 1,0 0-1,-1 0 1,1 0 0,0 0-1,1 1 1,4 3 5,-4-3-3,0-1-1,0 1 1,0-1-1,0 0 1,1 0-1,-1 0 1,0 0-1,1 0 1,-1 0-1,1 0 1,-1-1-1,1 0 1,-1 1-1,1-1 1,0 0-1,-1 0 1,1 0-1,4-1 0,22 3 15,21 25-30,-19-21 10,10 4 3,-39-9 3,0 1-1,-1-1 0,1 0 0,-1 1 1,1-1-1,-1 1 0,1-1 1,-1 1-1,0 0 0,0 0 1,2 3-1,7 9 10,0-10-20,-10-4 7,1 0 0,-1 0 1,1 0-1,-1 0 0,1 0 0,0 0 1,-1 0-1,1 0 0,-1 0 0,1 1 0,-1-1 1,1 0-1,-1 0 0,1 1 0,-1-1 0,1 0 1,-1 1-1,1-1 0,-1 0 0,1 1 0,-1-1 1,0 1-1,1-1 0,-1 0 0,0 1 1,1-1-1,-1 1 0,0-1 0,0 1 0,1 0 1,-1-1-1,0 1 0,0-1 0,0 1 0,0-1 1,0 2-1,0-1 1,0 0 0,1 0 1,-1 1-1,0-1 0,0 0 0,1 0 1,-1 0-1,1 1 0,-1-1 0,1 0 1,-1 0-1,1 0 0,0 0 0,-1 0 1,1 0-1,0 0 0,1 1 1,-1-2-2,0 1 1,0 0 0,-1 0-1,1 0 1,0 0 0,-1 0 0,1 0-1,0 0 1,-1 1 0,1-1 0,-1 0-1,0 0 1,1 0 0,-1 0 0,0 1-1,0-1 1,1 1 0,-1-1 0,0 0 0,0 0 0,0 0 0,0 0 0,0-1 0,0 1 0,0 0 0,0 0 0,1 0 1,-1-1-1,0 1 0,1 0 0,-1 0 0,1-1 0,-1 1 0,1 0 0,-1-1 0,1 1 0,-1-1 0,1 1 0,-1 0 0,1-1 0,0 1 0,-1-1 0,1 0 1,0 1-1,0-1 0,-1 1 0,1-1 0,1 0 0,-1 1 0,0-1 0,-1 0 0,1 0 1,0 1-1,0-1 0,-1 1 0,1-1 0,0 0 1,-1 1-1,1 0 0,0-1 0,-1 1 0,1-1 1,-1 1-1,1 0 0,-1-1 0,1 1 0,-1 0 1,1-1-1,-1 1 0,0 0 0,1 0 0,-1-1 1,0 1-1,0 0 0,0 0 0,1 0 0,-1-1 0,0 1 1,0 1-1,0 221 72,0-222-71,-1 0 1,1 0-1,0 0 1,0 0-1,0 0 0,-1 0 1,1 0-1,0 0 1,-1 0-1,1 0 1,-1 0-1,1 0 0,-1-1 1,1 1-1,-1 0 1,0 0-1,1-1 1,-1 1-1,0 0 0,0-1 1,0 1-1,1 0 1,-1-1-1,0 1 1,0-1-1,-1 1 0,-7 4 9,2 4 12,6-8-19,0 0 0,1-1 1,-1 1-1,0 0 0,1-1 1,-1 1-1,0-1 0,0 1 1,0-1-1,0 1 0,1-1 0,-1 0 1,0 1-1,0-1 0,0 0 1,0 0-1,0 1 0,0-1 1,-1 0-1,-119 27 66,63-14-52,46-10-33,0 0 0,0 0-1,-18 0 1,-22-3-504,31 0-224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9:48.6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1 111 112,'0'0'107,"0"-30"1523,0 30-1626,0-1 0,0 1 0,0-1-1,0 1 1,0-1 0,0 0 0,0 1 0,1-1 0,-1 1 0,0-1 0,0 1 0,1 0-1,-1-1 1,0 1 0,0-1 0,1 1 0,-1-1 0,1 1 0,-1 0 0,0-1 0,1 1-1,-1 0 1,1-1 0,-1 1 0,1 0 0,-1 0 0,1-1 0,-1 1 0,1 0 0,0 0-1,-1 0 0,1 0 0,-1-1 0,1 1 0,-1 0 0,1 0 0,-1 0 0,1 0 0,-1-1 0,0 1 0,1 0 0,-1 0-1,0-1 1,1 1 0,-1 0 0,0-1 0,1 1 0,-1 0 0,0-1 0,1 1 0,-1-1 0,0 1 0,0 0 0,0-1-1,1 1 1,-1-1 0,0 1 0,0-1 0,0 1 0,0-1 0,0-1 26,4 2-10,14-2 21,-17 2-39,-1-1 0,1 1-1,-1 0 1,1-1 0,-1 1-1,0 0 1,1-1 0,-1 1-1,0-1 1,1 1-1,-1 0 1,0-1 0,1 1-1,-1-1 1,0 1 0,0-1-1,1 1 1,-1-1 0,0 1-1,0-1 1,0 0 0,0 1-1,0-1 1,0 1 0,0-1-1,0 1 1,0-2 0,0 1 1,1 0 0,-1 0 1,0 0-1,1 0 0,-1 0 1,1 0-1,-1 0 0,1 0 0,-1 0 1,1 0-1,0 0 0,0 0 1,-1 1-1,1-1 0,0 0 1,0 0-1,0 1 0,0-1 1,0 0-1,0 1 0,0-1 1,2 0-1,27-9 6,-8 6 6,0 1 0,1 1-1,-1 0 1,0 2 0,40 4 0,-61-4-14,-1 0 1,1 0-1,0 0 1,-1 0-1,1 0 1,0 1-1,-1-1 1,1 0-1,0 0 1,-1 0-1,1 1 1,-1-1-1,1 0 1,0 1-1,-1-1 1,1 1-1,-1-1 1,1 0-1,-1 1 1,1-1-1,-1 1 1,1 0-1,-1-1 1,0 1-1,1-1 1,-1 1-1,0-1 1,1 1-1,-1 0 1,0-1-1,0 1 1,1 0-1,-1-1 1,0 1-1,0 0 1,0-1-1,0 2 1,0-1-1,0 0 1,0 1-1,0-1 1,0 0-1,1 0 1,-1 0-1,0 0 1,1 0 0,-1 0-1,0 0 1,1 0-1,0 0 1,-1 0-1,1 0 1,-1 0-1,1 0 1,0 0 0,1 0-1,4 3 0,-5-4 0,0 1 0,0-1 0,0 1 0,0-1 0,0 1 0,0 0 0,0-1 0,0 1 0,0 0 0,-1 0 0,1-1 0,0 1 0,0 0 0,-1 0 0,1 0 0,-1 0 0,1 0 0,-1 0 0,1 0 0,-1 0 0,1 0 0,-1 0 0,0 0 0,0 1 0,1-1 0,-1 0 0,0 1 0,0 137 35,-1-134-36,0 0 0,0-1 0,0 1 0,-1-1 0,0 1 0,0-1-1,0 1 1,0-1 0,-1 0 0,1 0 0,-1 0 0,0 0 0,0-1 0,-1 1 0,1-1 0,-1 0 0,-7 6 0,2-3 1,8-5 0,0 0 0,-1 0 1,1-1-1,0 1 0,0 0 0,0 0 0,0 0 0,0 0 0,0 0 0,0 0 0,0 0 0,0 1 0,1-1 1,-1 0-1,0 0 0,1 1 0,-1-1 0,1 0 0,-1 1 0,1-1 0,0 1 0,0-1 0,-1 0 1,1 1-1,0 2 0,0-2 0,0 0 1,-1 0-1,1 0 1,-1 0-1,1 0 1,-1 0-1,0 0 1,0 0-1,0-1 1,0 1-1,0 0 1,0-1-1,-1 1 1,1 0-1,0-1 1,-1 0-1,0 1 1,1-1-1,-1 0 1,0 0-1,1 0 1,-1 0-1,0 0 1,0 0-1,0 0 1,0 0-1,0-1 1,-2 1-1,0 0 2,-1 1 19,5 3-43,0-5 22,0 0-1,0 0 1,-1 1 0,1-1 0,0 1 0,0-1 0,0 0-1,0 1 1,0-1 0,0 0 0,0 1 0,0-1 0,0 0-1,0 1 1,0-1 0,0 0 0,0 1 0,0-1-1,0 0 1,1 1 0,-1-1 0,0 0 0,0 1 0,0-1-1,0 0 1,1 1 0,-1-1 0,0 0 0,0 0 0,1 1-1,-1-1 1,0 0 0,0 0 0,1 1 0,-1-1-1,0 0 1,1 0 0,-1 0 0,1 0 0,189 0 18,-187 1-16,1-1 0,-1 0 0,0 1 0,0-1-1,1 1 1,-1 0 0,0 0 0,0 0-1,0 0 1,0 1 0,0-1 0,0 1 0,0 0-1,-1 0 1,1 0 0,-1 0 0,1 0-1,-1 1 1,0-1 0,0 1 0,0-1 0,0 1-1,0 0 1,0 0 0,-1 0 0,3 5-1,-3-5 0,1 0 0,0 0-1,0-1 1,1 1-1,-1 0 1,1-1-1,-1 0 1,6 4-1,-6-5 3,-1 0 0,1 1 0,0-1 0,0 0-1,-1 1 1,1-1 0,-1 1 0,1 0 0,-1 0-1,1-1 1,-1 1 0,0 0 0,0 0 0,0 0-1,0 0 1,-1 0 0,1 1 0,0-1 0,-1 0-1,1 0 1,-1 0 0,0 4 0,0 214 306,-1-217-299,0 0 0,-1 0 0,0-1 1,1 1-1,-1 0 0,0-1 0,0 1 0,0-1 0,-1 0 0,1 0 0,0 0 0,-1 0 0,1 0 0,-1 0 0,0-1 0,-5 3 0,-3 2 28,0 0 1,-23 8-1,22-12-2,0-1 0,-1 0 1,-23-2-1,16 1-16,18 0-21,1 0 0,-1-1 0,1 1 0,-1 0 0,1-1 0,-1 1-1,1-1 1,-1 1 0,1-1 0,-1 0 0,1 0 0,0 0 0,-1 1 0,1-1 0,-2-2 0,-3-2-6,-13-4-12,-15-10-61,33 18 55,-1 0-1,1 0 1,0 0 0,0 0-1,0 0 1,0-1 0,0 1-1,0 0 1,0 0 0,0-1-1,1 1 1,-1-1 0,0 1-1,1-1 1,-1 1 0,1-1-1,0 1 1,-1-1 0,1-2 0,0-21-544,0-2-244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9:49.5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2 155 240,'-1'-9'239,"1"5"-94,-1 0 0,1 0 0,0 0 0,0 0 0,1-1 0,-1 1-1,1 0 1,0 0 0,0 0 0,1-5 0,26-18 18,-25 24-148,1 0 1,-1 0 0,1 0-1,0 1 1,7-4 0,0-1-6,0-7 28,-10 13-36,-1 1 0,1-1 0,-1 0-1,1 0 1,0 0 0,-1 1 0,1-1 0,0 0 0,-1 1 0,1-1 0,0 1-1,0-1 1,0 1 0,-1-1 0,1 1 0,0 0 0,2-1 0,28-11 35,-28 11-34,1 0 0,0 0 0,0 0 0,0 1 0,-1 0 0,1-1-1,0 2 1,0-1 0,5 1 0,14 0 0,-1-1-8,-21 0 4,-1 0 0,0 0 1,1 0-1,-1 0 0,1 0 0,-1 0 1,1 0-1,-1 0 0,0 0 0,1 1 1,-1-1-1,1 0 0,-1 0 0,0 0 1,1 1-1,-1-1 0,0 0 0,1 0 1,-1 1-1,0-1 0,1 0 0,-1 1 1,0-1-1,1 1 0,39 46 22,-37-40-45,-3-6 24,0 1 0,1-1 0,-1 1 0,0-1-1,0 0 1,1 1 0,-1-1 0,1 0 0,-1 0-1,1 1 1,0-1 0,-1 0 0,1 0 0,0 0 0,0 0-1,0 0 1,0 0 0,0 0 0,0 0 0,0 0-1,0 0 1,1 0 0,6 6 2,-7-5-1,0 0 0,0 0-1,0-1 1,0 1 0,-1 0 0,1 0 0,-1 0 0,1 0 0,-1 0 0,0 0-1,0 0 1,0 0 0,0 0 0,0 0 0,0 0 0,-1 2 0,0 4 2,1 174 53,0-180-56,0 1-1,0-1 0,-1 0 0,1 0 0,-1 0 0,0 0 1,0 0-1,0 0 0,0 0 0,0 0 0,0 0 0,0 0 1,0-1-1,-3 4 0,2-4 1,1 1-1,0 0 1,-1 0 0,1-1 0,0 1 0,0 0-1,0 0 1,0 0 0,0 0 0,1 0-1,-1 0 1,0 1 0,1-1 0,-1 3-1,1-3 1,0-1 0,0 0-1,0 1 1,0-1-1,-1 0 1,1 1-1,-1-1 1,1 0-1,-1 1 1,1-1-1,-1 0 1,0 0-1,1 0 1,-1 0-1,0 0 1,0 0-1,0 0 1,0 0-1,0 0 1,-1 1-1,-27 13 20,26-14-18,0 0 0,0 0 1,1 0-1,-1 1 0,0-1 1,1 1-1,-1 0 0,1 0 1,-4 3-1,1 10 6,4-14-7,1 1 0,0-1 0,0 1 0,-1-1 0,1 0 0,-1 1 0,0-1 0,1 0-1,-1 1 1,0-1 0,1 0 0,-1 0 0,0 0 0,0 1 0,0-1 0,0 0 0,0 0 0,0-1 0,-1 1 0,1 0 0,0 0-1,0 0 1,-1-1 0,1 1 0,-2 0 0,-17 6 3,20-7-3,-1 1 0,1-1 0,-1 0 0,1 1 0,0-1 0,-1 1 0,1-1 0,-1 1 0,1-1 0,0 1 0,-1-1 0,1 1 0,0-1 0,-1 1 0,1-1 0,0 1 0,0-1 0,0 1 0,-1 0 0,1-1 0,0 1 0,0-1 0,0 1 0,0 1 0,-1 1-3,-11 7-13,10-7 16,2 0 0,-1 1-1,0-1 1,1 0 0,-1 0 0,1 0-1,0 0 1,0 1 0,0-1 0,1 6-1,0-8 1,-1 0 0,1 0 0,-1 0 0,1 0-1,-1 0 1,1 0 0,0 0 0,0 0-1,-1 0 1,1-1 0,0 1 0,0 0-1,0-1 1,0 1 0,0 0 0,0-1-1,0 1 1,0-1 0,0 1 0,0-1-1,0 0 1,0 1 0,0-1 0,0 0-1,0 0 1,0 0 0,1 0 0,-1 0 0,0 0-1,2 0 1,48-1 17,-35 1-11,6-1-3,0-1 0,-1-1 0,1-1 0,32-9 0,0-1-4,-15 5-2,-20 3-2,0 2 1,0 0-1,33-2 0,-47 6-21,0 0-20,-5 0 38,1 1 0,0-1-1,-1 0 1,1 0 0,-1 0-1,1 0 1,0 0-1,-1 0 1,1 0 0,0 0-1,-1 0 1,1 0 0,0 0-1,-1-1 1,1 1 0,-1 0-1,1 0 1,0-1 0,-1 1-1,1 0 1,-1-1 0,1 1-1,-1-16-799,0 7 186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9:51.0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0 176,'2'1'40,"0"-1"-1,-1 1 1,1 0 0,-1-1-1,1 1 1,-1 0-1,1 0 1,-1 0 0,1 0-1,-1 1 1,0-1-1,0 0 1,0 0 0,0 1-1,0-1 1,0 1 0,0-1-1,0 1 1,1 2-1,-1 1 137,0 0-1,0 0 0,-1 0 1,0 0-1,0 9 0,-1 3-77,1 54 692,0-71-784,0 1 0,0 0 1,0 0-1,0 0 0,0 0 0,0 0 1,-1 0-1,1-1 0,0 1 0,-1 0 1,1 0-1,0 0 0,-1-1 0,1 1 1,-1 0-1,1 0 0,-1-1 0,0 1 0,1-1 1,-1 1-1,0 0 0,1-1 0,-1 1 1,0-1-1,0 0 0,1 1 0,-1-1 1,0 1-1,-1-1 0,1 0-1,0 1-1,1-1 1,-1 0-1,0 0 1,1 1-1,-1-1 1,0 0-1,1 1 1,-1-1-1,1 1 1,-1-1-1,0 1 1,1-1-1,-1 1 1,1-1-1,-1 1 1,1 0-1,0-1 1,-1 1-1,1 0 1,0-1-1,-1 1 0,1 0 1,0-1-1,0 1 1,0 0-1,-1 0 1,1 1-1,-5 2 39,-7 3-18,-1-1-18,1 1 0,-21 16 0,21-13-262,0 0 0,0-1 0,-23 14 0,7-12-646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9:52.0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1 386 96,'0'-18'990,"0"-348"685,0 364-1691,0 14 24,0 194-10,0-201 2,0 1 0,1-1 1,0 0-1,0 0 0,0 1 1,0-1-1,3 6 1,-2-6-2,0 1 1,0-1 0,-1 1 0,0 0 0,0 0 0,0 0 0,-1 6 0,-1 8 0,0-14 0,0 1 0,1 0 0,0 0 0,0 0 0,1 0 0,0 0 0,0 0 0,0 0 0,3 7 0,4-1 0,-6-10 1,0 0-1,0 1 0,-1-1 0,1 1 0,0-1 1,-1 1-1,0 0 0,0-1 0,0 1 1,-1 0-1,1 7 0,-1 363 269,0-371-237,3-3-98,10 0-105,-9 0-109,0-3-214,21-10-239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09:52.7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1 153 144,'0'-56'1107,"-1"55"-1089,1 0 0,0 0-1,0 0 1,0 0 0,0 0-1,0 0 1,1 0 0,-1 0-1,0 0 1,0 0 0,1 0-1,-1 0 1,1 0 0,-1 0-1,1 0 1,-1 0 0,1 1-1,-1-1 1,1 0 0,0 0-1,-1 0 1,1 1 0,0-1-1,1 0 1,-2 0-10,1 1-1,0-1 1,-1 1-1,1-1 1,0 1-1,-1-1 1,1 0-1,-1 1 1,1-1-1,-1 0 1,1 0-1,-1 1 1,0-1-1,1 0 1,-1 0-1,0 0 1,1 1-1,-1-1 1,0 0-1,0 0 1,0 0-1,0 0 1,0 0-1,0 0 1,0-1-2,0 0-1,0 0 1,0 0 0,0 0 0,0 0 0,1 0 0,-1 0-1,1 0 1,-1 0 0,1 0 0,0 0 0,0 0-1,0 1 1,0-1 0,0 0 0,0 1 0,0-1 0,1 1-1,-1-1 1,1 1 0,-1-1 0,1 1 0,2-2-1,0 1-1,1 1-1,-1-1 0,0 1 0,0 0 0,1 0 0,-1 0 0,1 0 0,-1 1 0,7 0 1,-10 0-4,-1 0 0,0 0 1,1 0-1,-1 0 0,0 0 1,0 0-1,1 0 0,-1 0 1,0 0-1,1 0 0,-1 0 1,0 0-1,0 0 0,1 0 1,-1 1-1,0-1 0,1 0 1,-1 0-1,0 0 0,0 0 1,1 1-1,-1-1 0,0 0 1,0 0-1,0 1 0,0-1 1,1 0-1,-1 0 0,0 1 1,0-1-1,0 1 0,13 19 3,-12-19-3,0 1 0,1 0 0,-1 0 0,0 0 0,1-1 0,-1 1 0,1-1 0,0 1 0,-1-1 0,4 3 0,-4-4 0,0 0 0,0 1 0,0 0 0,-1-1 0,1 1 0,0-1 1,0 1-1,-1 0 0,1 0 0,0-1 0,-1 1 0,1 0 0,-1 0 0,1 0 0,-1 0 1,1 0-1,-1-1 0,0 1 0,1 0 0,-1 0 0,0 0 0,0 0 0,0 0 1,1 2-1,-1-1 1,0 1 1,0-1-1,1 0 1,-1 0-1,1 0 1,-1 0 0,1 0-1,0 0 1,0 0-1,0 0 1,0 0-1,0 0 1,1 0-1,2 3 1,-3-4-2,1 1 1,-1 0-1,1 0 1,-1 0-1,0 0 0,0 0 1,0 0-1,0 0 1,0 0-1,-1 0 0,1 0 1,-1 0-1,1 1 1,0 3-1,-1 1 0,0-1 0,1 1 1,0-1-1,0 1 0,1-1 0,2 7 0,-2-7 2,0 0-1,0 0 0,-1 0 1,0 0-1,0 1 0,0 6 1,-1 137 16,-2-141-15,0 1 0,0-1 0,-1 0 0,0-1 0,-1 1 0,0 0 0,0-1-1,-1 0 1,0 0 0,0 0 0,-9 9 0,7-10-3,4-3 0,0 1 0,0-1 0,0 0 0,0 1 0,-3 8 0,5-11 0,0 0 0,-1 0-1,1 0 1,-1 0 0,1 0 0,-1-1 0,0 1-1,0-1 1,-4 3 0,5-3 0,-1 0 0,0 0 0,1 0-1,-1 0 1,1 1 0,-1-1 0,1 0 0,-1 1 0,1-1 0,0 1-1,0 0 1,0-1 0,0 1 0,0 0 0,0-1 0,0 1-1,1 0 1,-1 0 0,0 0 0,1 0 0,-1 3 0,1 13-6,0-13 12,5-5 10,288 0 21,-291 0-39,0 0 0,0-1 1,0 1-1,0-1 0,-1 1 0,1-1 1,0 1-1,0-1 0,-1 0 0,1 0 0,-1 0 1,1 0-1,0 0 0,-1 0 0,0-1 1,3-1-1,10-7-51,-13 9 38,-1 1 0,1 0-1,-1-1 1,1 1 0,-1-1-1,1 1 1,-1 0 0,1-1 0,-1 1-1,0-1 1,1 1 0,-1-1-1,0 1 1,1-1 0,-1 0-1,0 1 1,0-1 0,0 1-1,0-1 1,1 1 0,-1-1-1,0 0 1,0 1 0,0-2 0,0-2-110,13-6-371,-9 9-19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08.8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1 288,'0'0'1809,"5"0"-1710,14 0-14,-14 0 6,-2 0-51,385 0 413,-383 0-442,-10 0-64,1 0 48,-5-1-64,0 1 1,0 0 0,0 1 0,0 0 0,0 1-1,0-1 1,1 2 0,-17 5 0,22-6-9,0 0 0,-1-1 1,1 1-1,-1-1 0,1 0 0,-1 0 1,1 0-1,-1-1 0,0 1 1,0-1-1,-5 0 0,-12 0-454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0:09.4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80,'0'150'2254,"0"-149"-2252,0 1-1,0-1 1,0 1-1,0-1 1,1 0-1,-1 1 1,0-1-1,1 0 0,-1 1 1,0-1-1,1 0 1,0 1-1,-1-1 1,1 0-1,0 0 1,-1 0-1,1 0 1,0 0-1,0 0 0,0 0 1,0 0-1,0 0 1,2 1-1,-2-1 1,0 0-1,0 0 0,0-1 1,0 1-1,0 0 0,0 0 1,0 0-1,0 0 0,-1 0 1,1 0-1,0 0 0,-1 0 1,1 0-1,-1 1 0,1-1 0,-1 0 1,1 0-1,-1 1 0,0-1 1,0 0-1,0 0 0,1 1 1,-2 1-1,1-2 1,1 0 1,-1 1-1,0-1 0,0 0 0,0 0 1,1 1-1,-1-1 0,1 0 1,-1 0-1,1 0 0,-1 0 0,1 0 1,0 0-1,0 0 0,-1 0 0,1 0 1,1 1-1,-1-1 3,0 0-1,0-1 1,-1 1 0,1 0-1,0 0 1,0 0 0,-1 1 0,1-1-1,-1 0 1,1 0 0,-1 0-1,1 0 1,-1 0 0,0 1-1,0-1 1,1 0 0,-1 2-1,0-3-2,0 1 0,0 0 0,0-1-1,0 1 1,0-1 0,1 1 0,-1-1-1,0 1 1,0 0 0,1-1 0,-1 1-1,0-1 1,1 1 0,-1-1 0,0 1-1,1-1 1,-1 0 0,1 1 0,-1-1-1,1 1 1,-1-1 0,1 0-1,-1 0 1,1 1 0,-1-1 0,1 0-1,0 0 1,-1 1 0,1-1 0,-1 0-1,1 0 1,0 0 0,-1 0 0,1 0-1,-1 0 1,1 0 0,1 0 0,5 1 4,1 7 14,-8-8-18,1 1-1,-1 0 0,1-1 0,-1 1 0,1-1 0,0 1 0,-1-1 0,1 1 1,0-1-1,-1 0 0,1 1 0,0-1 0,-1 0 0,1 0 0,0 1 0,0-1 0,0 0 1,-1 0-1,1 0 0,0 0 0,0 0 0,0 0 0,-1 0 0,1 0 0,0 0 1,0 0-1,-1-1 0,2 1 0,5-1-1,17 2-4,-24-2 4,1 1-1,-1 0 0,1 0 1,-1 1-1,1-1 0,-1 0 1,1 0-1,-1 0 1,1 0-1,-1 0 0,1 0 1,-1 1-1,1-1 1,-1 0-1,0 0 0,1 1 1,-1-1-1,1 0 0,-1 1 1,0-1-1,1 0 1,-1 1-1,0-1 0,1 1 1,-1-1-1,0 0 1,0 1-1,1-1 0,-1 1 1,0-1-1,0 1 0,0 0 1,5 1-29,-4-2 28,0-1 2,-1 1-1,1 0 1,0 0 0,0 0-1,0 0 1,-1 0-1,1 0 1,0 0 0,0 0-1,-1 0 1,1 0 0,0 0-1,0 0 1,0 1 0,-1-1-1,1 0 1,0 1 0,-1-1-1,1 0 1,0 1 0,-1-1-1,1 1 1,0-1-1,-1 1 1,1-1 0,-1 1-1,1-1 1,-1 1 0,1 0-1,-1-1 1,1 1 0,-1 0-1,0 0 1,1-1 0,-1 1-1,0 0 1,0 0 0,0-1-1,0 1 0,0-1 0,0 0 1,0 0-1,0 0 0,0 0 1,0 0-1,0 0 0,0 1 0,0-1 1,1 0-1,-1 0 0,0 0 1,0 0-1,0 0 0,0 0 0,0 0 1,0 1-1,0-1 0,0 0 1,0 0-1,0 0 0,0 0 1,0 0-1,1 0 0,-1 0 0,0 0 1,0 0-1,0 0 0,0 1 1,0-1-1,0 0 0,1 0 0,-1 0 1,0 0-1,0 0 0,0 0 1,0 0-1,0 0 0,0 0 0,1 0 1,-1 0-1,0 0 0,0 0 1,0 0-1,0 0 0,0 0 1,0 0-1,1-1 0,-1 1 0,0 0 1,0 0-1,0 0 0,0 0 1,7 0 0,-4-1 1,-1 1 0,0 0-1,0 0 1,0 0 0,0 0 0,1 1-1,-1-1 1,0 0 0,0 1 0,0 0-1,0-1 1,0 1 0,0 0 0,0 0-1,0 0 1,0 0 0,0 1-1,2 1 1,15 9 4,-19-11-7,1-1-1,-1 0 1,0 0 0,0 0 0,1 0 0,-1 0 0,0 0 0,1 0 0,-1 1 0,0-1 0,0 0 0,1 0 0,-1 0 0,0 0 0,0 1 0,1-1 0,-1 0 0,0 0 0,0 1-1,0-1 1,0 0 0,1 1 0,-1-1 0,0 0 0,0 0 0,0 1 0,0-1 0,0 0 0,0 1 0,0-1 0,0 0 0,0 1 0,0-1 0,0 1 0,2 2 6,10 1 1,-11-4-7,-1 1 1,0-1 0,1 0-1,-1 0 1,0 0-1,1 0 1,-1 0 0,0 0-1,1 1 1,-1-1 0,0 0-1,0 0 1,1 1-1,-1-1 1,0 0 0,0 0-1,1 1 1,-1-1-1,0 0 1,0 0 0,0 1-1,0-1 1,1 0 0,-1 1-1,0-1 1,0 0-1,0 1 1,0-1 0,0 0-1,0 1 1,0-1 0,0 0-1,0 1 1,0-1-1,0 1 1,0-1 0,0 0-1,0 1 1,0-1-1,-1 0 1,1 0 0,0 1-1,0-1 1,0 0 0,0 1-1,-1-1 1,1 0-1,0 1 1,0-1 0,-1 0-1,6 5 20,14 13-16,-18-17-4,0 0 0,-1 0 1,1 0-1,0 0 1,-1 0-1,1 0 1,-1 0-1,1 0 1,-1 0-1,0 0 1,1 0-1,-1 0 1,0 0-1,0 1 1,0-1-1,0 0 0,0 0 1,0 0-1,0 0 1,0 0-1,0 1 1,-1 0-1,0 5 3,1 158 155,0-165-156,0 1-1,0 0 1,0 0-1,0 0 1,0 0-1,0 0 1,0 0-1,0-1 1,-1 1-1,1 0 1,0 0-1,-1 0 1,1 0-1,0-1 1,-1 1-1,1 0 1,-1-1-1,1 1 1,-1 0-1,0-1 1,1 1-1,-1 0 1,0-1-1,1 1 1,-1-1-1,0 1 1,1-1-1,-1 0 1,0 1-1,0-1 1,-1 1-1,1-1 1,1 0 0,-1 0 0,0 1-1,0-1 1,1 0 0,-1 1 0,0-1-1,1 1 1,-1-1 0,0 1 0,1-1-1,-1 1 1,1-1 0,-1 1 0,1-1-1,-1 1 1,1 0 0,-1-1 0,1 1-1,0 0 1,-1 0 0,1-1 0,0 1-1,0 0 1,-1 0 0,1-1 0,0 1-1,0 0 1,0 0 0,0 0 0,0 0-1,0 39 72,-16-35-10,16-5-61,-1 0 0,1 1 0,0-1 1,-1 0-1,1 1 0,0-1 0,-1 1 0,1-1 1,0 0-1,0 1 0,0-1 0,-1 1 0,1-1 1,0 1-1,0-1 0,0 1 0,0-1 1,0 1-1,0-1 0,0 1 0,0-1 0,0 1 1,0 0-1,0-1 0,0 1 1,0-1-1,0 1 1,0-1-1,0 1 1,0-1-1,0 1 0,0-1 1,0 1-1,0-1 1,0 1-1,0-1 1,-1 1-1,1-1 1,0 1-1,0-1 1,0 1-1,-1-1 0,1 0 1,0 1-1,-1-1 1,1 1-1,-1-1 1,-5 3 23,0 0 0,0-1 0,0 0 0,-10 2 0,12-4 18,4 1-39,0-1 0,0 1 0,0 0 0,0 0 0,0-1 0,0 1 0,0 0 0,-1-1 0,1 1 0,0 0 0,-1-1-1,1 1 1,0-1 0,-1 1 0,1-1 0,-1 1 0,1 0 0,-1-1 0,1 1 0,-1-1 0,1 0 0,-1 1 0,1-1 0,-1 1 0,0-1 0,1 0 0,-1 0 0,0 1 0,1-1 0,-1 0 0,0 0 0,-1 0 0,-26 1 47,18-2-44,5 1 7,-38 0-785,43 0 755,0 0 0,0 1 1,0-1-1,-1 0 1,1 0-1,0 0 1,0 0-1,0 0 0,0 0 1,0 0-1,0 0 1,-1 0-1,1 0 1,0 0-1,0 0 0,0 0 1,0 0-1,0 0 1,0 0-1,-1 0 1,1 0-1,0 0 0,0 0 1,0 0-1,0 0 1,0 0-1,0 0 1,-1 0-1,1 0 0,0-1 1,0 1-1,0 0 1,0 0-1,0 0 1,0 0-1,0 0 0,0 0 1,0 0-1,-1 0 1,1 0-1,0-1 1,0 1-1,0 0 0,0 0 1,0 0-1,0 0 1,0 0-1,0 0 1,0-1-1,0 1 0,0 0 1,0 0-1,0 0 1,0 0-1,0-14-1718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2.7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182 46 80,'0'0'2657,"0"-12"-2374,0 11-279,-1 0-1,1 1 1,-1-1 0,1 0-1,-1 1 1,1-1 0,-1 1-1,1-1 1,-1 0-1,0 1 1,1-1 0,-1 1-1,0 0 1,0-1 0,0 1-1,1-1 1,-1 1 0,0 0-1,0-1 1,-1 1 0,-20-5 116,16-4-85,0 9-31,1-1 1,-1 0-1,0 1 0,1 0 1,-12 0-1,4 1 0,13-1-5,-1 0 1,1-1 0,-1 1 0,1 0 0,-1 0 0,0 0 0,1 0 0,-1 0 0,1 0 0,-1 1 0,0-1 0,1 0 0,-1 0 0,1 0 0,-1 0 0,1 1 0,-1-1 0,1 0 0,-1 0 0,1 1 0,-1-1 0,1 0 0,-1 0 0,1 1 0,-1 0-1,-5 3 8,0-3 2,5-1-7,1 0-1,-1 0 1,1 0-1,-1 0 1,1 0-1,-1 0 1,1 0-1,-1 0 0,1 0 1,-1 0-1,1 0 1,-1 1-1,1-1 1,-1 0-1,1 0 1,-1 0-1,1 1 1,-1-1-1,1 0 1,0 0-1,-1 1 1,1-1-1,0 0 1,-1 1-1,1-1 1,0 0-1,-1 1 1,1-1-1,0 0 1,0 1-1,-1-1 1,1 0-1,0 1 1,0-1-1,0 1 1,0-1-1,0 1 1,0-1-1,0 0 1,0 1-1,0-1 1,0 1-1,0 0 1,0 0 0,0 0 0,0 0 0,0 0 0,0 0 0,0 0 0,-1-1 0,1 1 0,0 0 1,-1 0-1,1 0 0,-1 0 0,1 0 0,-1 0 0,0 0 0,1 0 0,-1-1 1,0 1-1,0 0 0,0 0 0,0-1 0,0 1 0,0-1 0,0 1 0,0 0 0,0-1 1,0 1-1,0-1 0,-2 1 0,3-1 3,-1 1 1,1-1-1,-1 1 0,1-1 1,0 1-1,-1-1 0,1 1 1,0-1-1,-1 1 1,1-1-1,0 1 0,0-1 1,0 1-1,-1 0 0,1-1 1,0 1-1,0-1 0,0 1 1,0 1-1,1 13 51,-1-14-46,0 0-8,0 0-1,0-1 1,0 1-1,0 0 1,0 0-1,-1-1 1,1 1-1,0 0 1,-1 0-1,1-1 1,-1 1-1,1 0 1,-1-1-1,1 1 1,-1-1-1,1 1 1,-1 0-1,0-1 1,0 1-1,1-1 1,-3 1-1,1 0 4,2 0-4,-1 0 0,1 0 0,-1 0 0,1-1 0,0 1 0,-1 0 0,1 0 0,0 0 0,0 0 0,-1 0 0,1-1 0,0 1 0,0 0 0,0 0 0,1 0-1,-1 0 1,1 1 0,-1 0 6,0 138 388,0-139-393,0 0 1,0 0-1,0-1 1,0 1-1,1 0 1,-1 0-1,0-1 1,1 1-1,-1 0 1,0 0-1,1-1 1,-1 1-1,1 0 1,-1-1 0,1 1-1,0-1 1,0 2-1,0-2-2,0 1-1,0 0 0,-1-1 1,1 1-1,0 0 0,-1-1 1,1 1-1,-1 0 1,1-1-1,-1 1 0,0 0 1,1 0-1,-1 0 1,0-1-1,0 1 0,0 0 1,0 1-1,0-1 3,0-1-1,0 1 1,1-1-1,-1 1 1,0 0-1,0-1 0,0 1 1,0-1-1,1 1 1,-1-1-1,0 1 1,1-1-1,-1 1 1,0-1-1,1 1 1,-1-1-1,1 1 1,-1-1-1,1 1 0,-1-1 1,1 0-1,-1 1 1,1-1-1,-1 0 1,1 1-1,0-1 1,-1 0-1,2 1 1,-1-1 0,0 0 0,-1 0 0,1 0 0,0 1 0,-1-1 0,1 0 0,-1 1 0,1-1 0,-1 0 0,1 1 0,0-1 0,-1 1 0,0-1 0,1 0 0,-1 1 0,1-1 0,-1 1 0,0-1 0,1 1 0,-1-1 0,0 1 0,0 0 0,1-1 0,-1 1 0,0-1 0,0 1 1,0-1-1,0 2 0,0-1-2,0 0 1,0 0 0,0-1 0,0 1 0,0 0-1,0 0 1,0 0 0,0 0 0,1 0 0,-1 0-1,0 0 1,1-1 0,-1 1 0,1 0 0,-1 0-1,2 1 1,-1-2 0,0 0 0,-1 1-1,1-1 1,0 0 0,0 0-1,0 1 1,0-1 0,0 0 0,0 0-1,0 0 1,0 0 0,0 0-1,1 0 1,-1 0 0,-1 0 0,0 0-1,0 0 1,1 0 0,-1 0 0,0 0 0,0 0 0,0 0 0,1 0 0,-1 0 0,0 0 0,0 0 0,1 0 0,-1 0-1,0 0 1,0 0 0,1 0 0,-1 0 0,0 1 0,0-1 0,0 0 0,1 0 0,-1 0 0,0 0 0,0 0 0,0 0-1,0 1 1,0-1 0,1 0 0,-1 0 0,0 0 0,0 1 0,11 10 31,-11-10-31,0-1 0,0 0 0,0 0 0,0 0 0,0 0-1,0 1 1,0-1 0,1 0 0,-1 0 0,0 0 0,0 0 0,0 0 0,0 1 0,1-1 0,-1 0 0,0 0 0,0 0-1,1 0 1,-1 0 0,0 0 0,0 0 0,0 0 0,1 0 0,-1 0 0,0 0 0,0 0 0,1 0 0,-1 0 0,0 0-1,0 0 1,1 0 0,15 0 10,-16 0-10,0 0-1,0 0 1,1 0-1,-1 0 1,0 0-1,0 1 1,1-1-1,-1 0 1,0 0-1,0 0 1,1 0-1,-1 0 1,0 0-1,0 0 1,0 0-1,1 1 1,-1-1 0,0 0-1,0 0 1,0 0-1,0 0 1,0 1-1,1-1 1,-1 0-1,0 0 1,0 0-1,0 0 1,0 1-1,0-1 1,0 0-1,0 0 1,1 2 11,10 1-1,-10-2-8,0 0 0,1 0 1,-1 0-1,1-1 0,-1 1 0,1 0 0,-1-1 1,1 1-1,0 0 0,0-1 0,-1 0 0,1 1 1,0-1-1,0 0 0,-1 0 0,1 0 0,0 0 1,0 0-1,0 0 0,-1 0 0,3 0 0,1 0 2,18 0 21,-15 1-23,0-1 1,-1 0-1,1 0 1,0 0-1,0-1 0,0 0 1,-1 0-1,1-1 1,0 1-1,8-4 1,-5 0 1,-4 1-4,0 1 1,0 0 0,1 1 0,-1-1 0,9-1 0,-10 3-2,0 0 1,0 0 0,0-1-1,0 1 1,0-1 0,-1 0-1,1-1 1,-1 1 0,0-1-1,1 0 1,5-4 0,2-5 19,-11 11-19,-1 0 0,0 0-1,0 1 1,0-1 0,0 0 0,-1 0 0,1 0 0,0 0 0,0 0-1,-1 0 1,1 0 0,-1 0 0,1 0 0,-1-1 0,1 1 0,-1 0-1,0 0 1,0 0 0,0-2 0,3-2-9,0 1 5,-1-1-1,0 0 1,0 0 0,0 0-1,-1-1 1,0 1 0,0 0-1,-1 0 1,0 0-1,-1-9 1,1 10 0,0-59 56,0 63-52,0-1-1,0 1 0,0-1 0,0 0 0,0 1 0,0-1 0,0 1 1,0-1-1,0 0 0,0 1 0,0-1 0,-1 1 0,1-1 0,0 1 0,-1-1 1,1 1-1,0-1 0,-1 1 0,1-1 0,-1 1 0,1-1 0,-1 1 1,1 0-1,-1-1 0,1 1 0,-2-1 0,-3-2 15,5 2-13,-1 0 0,1 0-1,-1 0 1,1 1 0,0-1 0,0 0-1,-1 0 1,1 0 0,0 0 0,0 0 0,0 0-1,0 0 1,0 0 0,1-1 0,-1 2-1,0-1 1,1 0 0,-1 0-1,0 1 1,0-1 0,0 0 0,0 0-1,0 0 1,0 1 0,0-1-1,0 0 1,-1 0 0,1 1 0,0-1-1,0 0 1,-1 0 0,1 1-1,-1-1 1,1 0 0,-1 1-1,0-2 1,-6 1 5,7 1-7,-1 0 1,1 0-1,-1 0 0,1 0 0,-1 0 1,1 0-1,-1 0 0,1 0 0,-1 0 1,1-1-1,-1 1 0,1 0 0,-1 0 0,1 0 1,-1-1-1,1 1 0,-1 0 0,1 0 1,0-1-1,-1 1 0,1 0 0,0 0 0,-1-1 1,1 1-1,0 0 0,-1-1 0,1 1 1,0 0-1,0-1 0,0 1 0,-1-1 1,1 1-1,0 0 0,0-1 0,0 1 0,0-1 1,0 1-1,0-1 0,0 0 1,-1 0 0,1 1 1,0-1-1,-1 0 0,1 1 0,-1-1 0,1 0 1,-1 1-1,1-1 0,-1 0 0,1 1 0,-1-1 1,0 1-1,0-1 0,1 1 0,-1-1 0,0 1 0,0-1 1,0 1-1,1 0 0,-3-1 0,-17-4 45,19 5-44,0 0-1,1 0 1,-1 0-1,0 0 1,1 0 0,-1 0-1,0 0 1,1 0-1,-1 0 1,1 0-1,-1 0 1,0 0 0,1-1-1,-1 1 1,0 0-1,1 0 1,-1-1-1,1 1 1,-1 0 0,0-1-1,-9-5 36,-10 0-9,15 5-21,0-1 0,0 1 0,0-1-1,0 0 1,-5-2 0,-2-6 24,11 9-32,0-1 0,0 1 0,0 0 0,0 0 0,0 0 0,0 0 0,-1 1 0,1-1 0,-1 0 0,1 0 0,-1 0 0,1 1 0,-1-1 0,1 1 0,-1-1 0,0 1 0,1 0 0,-1-1 0,0 1 1,-2 0-1,1-1-46,1 1 1,-1 0 0,0 0-1,1 0 1,-1 0-1,0 0 1,1 1 0,-1-1-1,0 1 1,1-1 0,-1 1-1,1 0 1,-1 0 0,1 0-1,0 0 1,-1 0 0,1 0-1,0 0 1,0 1-1,0-1 1,0 0 0,0 1-1,-2 2 1,-35 47-1400,22-24 390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3.4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1 64,'0'0'2535,"0"7"-2266,0 45 585,0-51-837,0 0 1,0 0-1,0 0 0,0 0 1,-1 0-1,1 0 1,0 0-1,-1 0 0,1 0 1,-1-1-1,0 1 1,1 0-1,-1 0 0,0 0 1,1-1-1,-1 1 1,0 0-1,-2 0 0,2 0 3,0 0-1,0 0 0,0-1 0,0 1 0,0 0 0,1 0 0,-1 0 0,0 0 0,0 0 0,1 0 1,-1 0-1,1 0 0,-1 0 0,1 0 0,0 0 0,-1 1 0,1-1 0,0 2 0,0-1 12,0 0 0,-1 0-1,1-1 1,-1 1 0,1 0 0,-1 0-1,0 0 1,0-1 0,-2 4-1,2-3-6,0-1 0,0 1 0,0 0-1,0-1 1,0 1 0,1-1-1,-1 1 1,1 0 0,-1 3 0,1-5-17,0 1 0,0 0 0,0 0 0,0 0 0,0 0 0,0 0 0,0 0 0,-1 0 0,1-1 0,0 1 0,-1 0 0,1 0 0,-1 0 1,1-1-1,-1 1 0,0 0 0,1 0 0,-1-1 0,0 1 0,0 0 0,0-1 0,1 1 0,-3 0 0,2 0-4,0-1 0,1 1 0,-1-1-1,0 1 1,0-1 0,1 1 0,-1-1 0,0 1 0,1-1-1,-1 1 1,1 0 0,-1-1 0,1 1 0,-1 0 0,1 0-1,0-1 1,0 1 0,-1 0 0,1 0 0,0-1 0,0 1-1,0 0 1,0 1 0,0-1-6,0 0-1,0 0 1,-1 0 0,1-1 0,0 1-1,-1 0 1,1 0 0,0 0-1,-1-1 1,1 1 0,-1 0-1,1 0 1,-1-1 0,0 1-1,1 0 1,-2 0 0,1 0-26,0-1-1,1 1 1,-1-1-1,0 1 1,1 0 0,-1-1-1,1 1 1,-1 0 0,1-1-1,0 1 1,-1 0 0,1-1-1,0 1 1,0 0 0,-1 0-1,1 0 1,-4 2-496,2-2 346,1 0 90,0 0 1,0 0-1,0-1 0,0 1 1,0-1-1,0 1 0,0 0 1,-1-1-1,1 0 0,0 1 1,-1-1-1,-1 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4.1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1 355 208,'0'0'2326,"0"-1"-2219,0-70 280,0 69-384,0 0-1,0 0 1,0 0-1,1 1 1,-1-1 0,1 0-1,0 0 1,0 0-1,0 1 1,0-1 0,0 0-1,0 1 1,2-3-1,-1 2 2,-1 1 0,0-1 0,1 1-1,-1-1 1,0 1 0,-1-1-1,1 0 1,0 1 0,0-1-1,-1 0 1,0 0 0,1 0-1,-1-2 1,0 1 10,1 0-1,-1 0 1,1 0 0,0 1-1,0-1 1,0 0-1,2-3 1,-2 3-6,1 0 1,-1 1-1,0-1 1,0 0-1,0 0 0,-1 0 1,1-3-1,-2-13 20,0 14-23,0 0-1,1 0 1,0 0 0,0 0-1,1 0 1,0 0-1,0-1 1,3-5 0,2 0 0,-4 9-5,0-1 0,-1 1 0,1-1 0,-1 1 0,0-1 0,0 0 0,0 0 0,0 1 0,-1-1 0,1-4 0,-1-54 117,0 59-101,0 4-13,0-1-3,0-1 0,0 1 0,0-1 0,1 1 0,-1-1 0,0 1 0,0-1 1,0 1-1,1-1 0,-1 1 0,0-1 0,1 1 0,-1-1 0,0 1 0,1-1 0,-1 0 0,1 1 0,-1-1 0,1 1 0,-1-1 0,1 0 1,-1 1-1,1-1 0,0 0 0,-1 0 0,1 1 0,0-1 0,0 0 0,0 0 1,0 1-1,-1-1 1,1 0-1,0 0 0,-1 1 1,1-1-1,-1 1 1,1-1-1,0 0 0,-1 1 1,1-1-1,-1 1 1,1-1-1,-1 1 0,0-1 1,1 1-1,-1-1 1,0 1-1,1-1 0,-1 1 1,0 0-1,0-1 1,0 1-1,1-1 0,-1 1 1,0 1-1,0 352 917,0-225-3437,0-145 1679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4.8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88 224,'0'-60'2321,"0"59"-2319,0 1 1,0-1-1,0 0 0,1 1 0,-1-1 0,0 0 0,1 1 1,-1-1-1,0 0 0,1 1 0,-1-1 0,1 1 1,-1-1-1,1 0 0,0 1 0,-1-1 0,1 1 1,0-1-1,-1 1 0,1 0 0,0-1 0,0 1 1,0 0-1,-1-1 0,1 1 0,0 0 0,0-1 0,2 1 1,-2 0 0,0-1-2,-1 1 1,0 0-1,1 0 0,-1 0 1,0 0-1,1 0 0,-1-1 1,0 1-1,1 0 0,-1 0 1,0-1-1,0 1 0,1 0 1,-1 0-1,0-1 0,0 1 1,0 0-1,0 0 0,1-1 1,-1 1-1,0 0 0,0-1 1,0 1-1,0 0 0,0-1 1,0 1-1,0 0 0,0-1 1,1-1 2,2 1 3,0 0 0,0 1 1,1 0-1,-1-1 1,0 1-1,0 0 1,6 1-1,-8-1 0,0 0-6,-1 0 0,0 0 0,0 0 0,0 0-1,0 0 1,0 0 0,0 0 0,1 0 0,-1 0 0,0 0 0,0 0-1,0 0 1,0 0 0,0 0 0,0 0 0,0 0 0,1 0-1,-1 0 1,0 0 0,0 0 0,0 0 0,0 0 0,0 0-1,0 0 1,0 0 0,1 0 0,-1 0 0,0 0 0,0 0 0,0 0-1,0 0 1,0 0 0,0 1 0,0-1 0,0 0 0,0 0-1,0 0 1,0 0 0,1 0 0,-1 0 0,0 0 0,0 0-1,0 0 1,0 1 0,0-1 0,0 0 0,0 0 0,0 0 0,0 0-1,0 0 1,0 0 0,0 0 0,0 0 0,0 1 0,0-1-1,-1 0 1,2 2 13,-1 0 0,0-1 0,1 1 0,0 0 0,-1 0 0,1-1 0,0 1 0,0 0 0,0-1 0,1 1 0,-1 0 0,2 1 0,-2-2-5,0 0 0,-1 0 1,1 0-1,-1 0 0,1 1 1,-1-1-1,0 0 0,0 0 1,1 0-1,-1 0 0,0 0 1,0 1-1,0-1 0,-1 0 1,1 2-1,-1 2 23,1 5 9,-1-6-28,1 0-1,0 0 1,1-1 0,-1 1 0,1 0 0,2 7 0,5 2 19,-6-10-25,-1-1 1,1 1-1,-1-1 1,0 1-1,0 0 1,0-1-1,0 1 1,0 0-1,-1 0 1,1 5 0,-1 156 170,-1-161-174,1-1 0,0 1 0,-1 0 0,1 0 0,-1-1 0,0 1 0,0 0 0,0-1 0,-1 1 0,1-1 0,-3 4 0,-3 4 7,0 8 4,6-15-14,0-1 0,0 1-1,0 0 1,0-1-1,-1 1 1,1-1 0,-1 0-1,0 1 1,-3 1-1,0 3 4,1-3 2,0 1 1,0-1-1,0 0 1,-1 0 0,-5 3-1,8-5-6,-1-1 1,1 1-1,0 0 1,0-1-1,0 1 0,0 0 1,1 0-1,-3 4 0,-1 0 2,4-5-1,0 1 0,0-1-1,-1 0 1,1 0-1,-1 0 1,1-1 0,-1 1-1,1 0 1,-1 0 0,-3 1-1,4-2 0,0 0-1,0 0 1,0 1-1,1-1 1,-1 0-1,0 1 1,0-1-1,0 1 1,0-1-1,0 1 1,1-1-1,-1 1 1,0-1-1,1 1 1,-1 0-1,0-1 1,1 1-1,-1 0 1,1-1-1,-1 1 1,1 0-1,0 0 1,-1-1 0,1 2-1,0 0-7,0-4-93,0 1 100,-1 1 1,1 0-1,0 0 1,0-1-1,0 1 1,0 0 0,0-1-1,0 1 1,0 0-1,0 0 1,0-1-1,0 1 1,0 0-1,0-1 1,0 1-1,0 0 1,0 0-1,0-1 1,0 1-1,1 0 1,-1-1-1,0 1 1,0 0-1,0 0 1,1-1-1,-1 1 1,0 0-1,0 0 1,1 0 0,-1-1-1,0 1 1,1 0-1,-1 0 1,14-9-14,-5 3 4,1 3-25,-5-1 22,-5 4 13,1-1 0,0 1-1,0-1 1,-1 1-1,1-1 1,0 1 0,0 0-1,0-1 1,-1 1-1,1 0 1,0-1 0,0 1-1,0 0 1,0 0-1,0 0 1,0 0 0,0 0-1,0 0 1,0 0-1,0 0 1,1 0 0,19-4 0,-3 1 0,58 3 10,-75 0-10,-1 0 0,1 0-1,0 0 1,0 0 0,0 0-1,0-1 1,-1 1 0,1 0 0,0 0-1,0-1 1,-1 1 0,1 0-1,0 0 1,0-1 0,-1 1-1,1-1 1,-1 1 0,2-2 0,4-1 11,29-5 135,-13 8-55,-22 0-90,0 0 0,1 0 0,-1-1 0,0 1 0,0 0 0,0 0 0,1 0-1,-1 0 1,0 0 0,0 0 0,0 0 0,0 0 0,1 0 0,-1 0 0,0 0 0,0 0 0,0 0 0,0 0 0,1-1 0,-1 1 0,0 0 0,0 0-1,0 0 1,0 0 0,0 0 0,0 0 0,0-1 0,0 1 0,0 0 0,1 0 0,-1 0 0,0 0 0,0 0 0,0-1 0,0 1 0,0 0-1,0 0 1,0 0 0,0 0 0,0 0 0,0-1 0,0 1 0,-1 0 0,1 0 0,0 0 0,0 0 0,0-1 0,0 1-1,0 0 1,0 0 0,0 0-1,0 0 1,0-1 0,0 1-1,-1 0 1,1 0 0,0 0 0,0 0-1,0 0 1,0-1 0,0 1-1,0 0 1,0 0 0,0 0-1,1 0 1,-1 0 0,0-1-1,0 1 1,0 0 0,0 0-1,0 0 1,0 0 0,0 0-1,0-1 1,0 1 0,0 0-1,1 0 1,-1 0 0,0 0 0,0 0-1,0 0 1,0 0 0,0 0-1,1 0 1,-1-1 0,0 1-1,0 0 1,0 0 0,1 0-1,-1 0 1,0 0 0,0 0-1,0 0 1,0 0 0,1 0-1,15 0 11,-12 0-51,-4-9-1579,0 1 808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5.1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60 224,'0'0'33,"0"0"-1,0 0 1,-1 0-1,1-1 1,0 1 0,0 0-1,0 0 1,0-1-1,0 1 1,0 0 0,0-1-1,0 1 1,0 0-1,0 0 1,0-1 0,0 1-1,1 0 1,-1 0-1,0-1 1,0 1 0,0 0-1,0 0 1,0 0-1,1-1 1,-1 1 0,0 0-1,0 0 1,0 0-1,1-1 1,-1 1 0,0 0-1,5-4 198,-5 4-200,1 0 0,0-1 0,0 0-1,-1 1 1,1-1 0,-1 1 0,1-1 0,-1 1 0,1-1 0,-1 0-1,1 1 1,-1-1 0,0 0 0,1 0 0,-1 1 0,0-1 0,0 0 0,0 0-1,1 0 1,-1 0-20,0 0 0,0 1 0,0-1-1,0 0 1,0 1 0,0-1 0,1 1 0,-1-1-1,0 0 1,1 1 0,-1-1 0,1 1 0,-1-1-1,1 1 1,-1-1 0,1 1 0,-1-1 0,1 1-1,-1-1 1,1 1 0,0 0 0,-1-1 0,1 1-1,0 0 1,0-1 0,0 1 0,6-4 45,-1-1 25,-5 4-74,-1 1-1,1-1 1,-1 1 0,1-1 0,0 1 0,-1 0 0,1-1 0,0 1 0,-1 0 0,1-1 0,0 1 0,0 0-1,-1 0 1,1 0 0,0-1 0,0 1 0,-1 0 0,1 0 0,1 0 0,15-2 147,-1 0 0,1 1 0,24 0-1,-34 1-80,-4 0-32,-2 0-34,0 0 0,0 0 0,0-1 0,0 1 0,0 0 0,1 0 0,-1 0 0,0 0 0,0 0 0,0 0 0,0 0 0,2 1 0,0-1 4,-3 0-11,1 0 1,-1 1-1,0-1 0,0 0 1,1 0-1,-1 0 0,0 0 1,0 0-1,1 0 0,-1 0 1,0 1-1,0-1 0,0 0 1,1 0-1,-1 0 0,0 0 1,0 1-1,0-1 0,0 0 1,0 0-1,1 0 0,-1 0 1,0 1-1,0-1 0,0 0 1,0 0-1,0 1 0,0-1 1,0 0-1,0 0 0,0 0 1,0 1-1,0-1 0,0 0 1,0 0-1,0 0 0,0 1 1,0-1-1,0 0 0,-1 1 1,1 0-13,0 6-40,1-3-38,-1 1 1,1-1 0,-2 0-1,1 1 1,0-1-1,-1 0 1,-3 8 0,3-10 24,-1 0 0,0 0 1,0 0-1,0 0 0,0-1 1,0 1-1,0-1 0,0 1 1,-1-1-1,1 0 1,-1 0-1,1 1 0,-1-1 1,-3 1-1,-13 2-558,15-3-310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5.7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0 432,'0'247'2796,"4"-247"-2751,11 0-34,-11 0 3,9 0 10,9 0-6,-18 0-50,9 0 40,-10 0-9,0 0 0,0 0-1,0 1 1,-1-1 0,1 0 0,0 1 0,-1-1-1,1 1 1,0 0 0,-1-1 0,1 1-1,-1 0 1,1 0 0,-1 0 0,0 1-1,1-1 1,-1 0 0,0 1 0,0-1 0,0 1-1,0 0 1,-1-1 0,1 1 0,-1 0-1,3 3 1,-3 8 12,-1-12-11,-1 0 0,1 1 0,0-1 0,0 1 1,0-1-1,0 0 0,1 1 0,-1-1 0,0 0 0,1 1 1,-1-1-1,1 0 0,0 0 0,-1 1 0,3 1 1,2 1-6,-4-3 4,0 0 1,1 0 0,-1 0 0,0-1 0,0 1 0,0 0 0,-1 0-1,1 1 1,0-1 0,0 0 0,-1 0 0,1 0 0,-1 0-1,1 0 1,-1 0 0,1 1 0,-1-1 0,0 0 0,0 2 0,0 151 402,0-152-400,0-1-1,0 0 1,0 1-1,0-1 1,-1 0-1,1 1 0,-1-1 1,1 0-1,-1 1 1,1-1-1,-1 0 1,0 0-1,0 0 0,0 1 1,0-1-1,0 0 1,-2 1-1,-11 15 43,13-15-40,-1-1-1,1 1 1,-1-1 0,1 1 0,-1-1 0,0 1 0,0-1-1,0 0 1,0 1 0,-2 0 0,-8 5 20,4 0 13,7-6-35,1-1 0,-1 1 0,0 0 0,0-1 1,0 1-1,0-1 0,1 1 0,-1-1 0,0 1 0,0-1 0,0 1 0,0-1 0,-1 0 0,1 1 0,0-1 0,-2 0 0,-19 5 4,13-3-4,0-1 1,0 1 0,0-1-1,-11 0 1,-37 6-552,38-7 26,15 0-291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3:16.4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37 80,'0'0'1062,"3"0"-566,-1 0-465,1 0 41,1 0-1,-1 0 1,0 0-1,0 0 1,1 0-1,-1-1 1,5 0-1,-5-2-53,-1 3-14,-1-1 1,0 0-1,0 1 0,0-1 0,1 0 0,-1 1 0,0-1 0,1 1 0,-1-1 0,0 1 0,1 0 0,-1-1 0,1 1 0,-1 0 0,2 0 0,0 0 0,0-1 0,-1 0 1,1 1-1,0-1 1,-1 0-1,1 0 0,-1 0 1,1 0-1,-1 0 1,0-1-1,0 1 0,1 0 1,1-3-1,-3 3-5,-1 1-1,1-1 1,0 0-1,0 1 1,0-1-1,1 0 0,-1 1 1,0-1-1,0 1 1,0-1-1,0 1 1,1 0-1,-1-1 1,0 1-1,0 0 1,1 0-1,-1 0 1,0-1-1,1 1 1,-1 0-1,0 0 1,1 1-1,-1-1 1,3 0-1,9 1-472,7-1-166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2.1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0 198 240,'0'-9'1169,"0"-179"901,0 317-2046,0-125-17,1 1 1,0-1-1,-1 1 0,1-1 1,4 9-1,-4-9-6,0 0 0,0 0 0,0 0 0,0 0 0,0 7 1,-1 0-2,0-8 0,0 0 0,0 0 0,0 0 0,0 0 0,0 0 0,1 0 0,-1 0 0,1 0 0,1 2 0,4 7 0,-5-9 1,1 0 0,-1 0 0,1 0 1,-1 0-1,0 0 0,0 0 0,0 0 0,-1 0 1,1 0-1,0 5 0,-1 290 122,0-294-435,-4-4-742,-14 0 155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2.7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106 133 384,'0'0'670,"0"9"133,-1 5-561,1-10-209,-1 0 0,1 0 0,0 0 0,0 0 1,0 0-1,0 0 0,1 0 0,0 0 0,2 7 0,-1-5-17,-1-3-7,1 0 1,-1 0 0,1 0-1,-1 0 1,1 0 0,2 3-1,10 7 37,-7 2-13,-6-13-27,0 0-1,0 1 0,0-1 0,0 0 0,0 0 0,1 0 0,-1 0 1,1 0-1,1 2 0,12 4 18,-13-7-21,0-1 0,0 1 0,0 0 0,0 0 0,-1 1 0,1-1 0,0 0 0,0 1 0,1 1 0,2 7 0,-5-10-2,0 1 0,0 0 0,1-1 0,-1 1 0,0-1 1,0 1-1,1-1 0,-1 1 0,0-1 0,1 1 0,-1-1 0,1 0 0,-1 1 0,1-1 0,-1 1 1,1-1-1,-1 0 0,1 1 0,-1-1 0,1 0 0,-1 0 0,1 1 0,-1-1 0,1 0 0,0 0 0,-1 0 1,1 0-1,-1 0 0,1 0 0,0 0 0,21 9 16,-19-8-15,0 1 1,0-1-1,0 0 1,0 0-1,0 0 1,1 0-1,-1 0 1,4 0-1,5-1 1,39-2 23,-48 1-23,0 0 0,1 1 0,-1-1 0,0 0 0,0 0 0,0-1 0,0 1 0,0-1 0,0 1 0,-1-1 0,6-4 0,-8 6-2,0 0 1,1-1-1,-1 1 1,0-1-1,1 1 1,-1 0-1,0-1 1,0 1-1,0-1 0,1 1 1,-1 0-1,0-1 1,0 1-1,0-1 1,0 1-1,0-1 1,0 1-1,0-1 0,0 1 1,0-1-1,3-10 4,-2 9-4,1 0 1,-1 0-1,0 0 0,0 0 0,0 0 0,0-1 1,0 1-1,0 0 0,-1-1 0,1 1 0,-1 0 0,0-1 1,0 1-1,0-4 0,0-57 16,1 62-15,-1-1 0,0 1 0,-1 0 0,1-1-1,0 1 1,0 0 0,-1 0 0,1-1 0,0 1 0,-1 0 0,1 0 0,-1-1 0,0 1 0,1 0 0,-3-2-1,3 2 1,-1 0-1,0 0 1,0 0-1,1 0 1,-1 0-1,1 0 0,-1-1 1,1 1-1,-1 0 1,1 0-1,0-1 1,0 1-1,-1 0 0,1 0 1,0-3-1,0 3-1,0 0 0,0 0 0,0 0 0,0 0 0,0 0 0,0 0 0,0 0 0,-1 0 0,1 0 0,0 0 0,-1 0 0,1 1 0,-1-1 0,1 0 0,-1 0 0,1 0 0,-1 0 0,0 1 0,1-1 0,-1 0 0,0 1 0,0-1 0,-7-8 0,0-8 8,7 15-6,1 0 1,-1 0-1,1 0 1,-1 1 0,0-1-1,0 0 1,1 1-1,-1-1 1,-1 1 0,-1-4-1,-10-5-5,11 9 1,0 0 1,1 0-1,-1 0 1,0-1-1,1 1 1,-1-1-1,1 1 1,0-1-1,-1 1 1,-1-5-1,1 2 7,0 0 1,-1 1-1,1-1 0,-1 0 0,0 1 1,0 0-1,0-1 0,0 1 0,-1 0 0,1 1 1,-1-1-1,0 1 0,0-1 0,0 1 0,0 0 1,0 1-1,0-1 0,-1 1 0,1 0 0,-8-1 1,-8-1-4,0 1 0,0 1 0,-28 2 1,16-1-16,27 1 13,0 0-1,1-1 1,-1 2 0,0-1-1,0 0 1,1 1-1,-1 0 1,1 0-1,-1 0 1,-7 6 0,1-1-45,9-6 23,1-1 4,0 0 1,1 1-1,-1-1 0,0 1 1,0-1-1,1 1 1,-1-1-1,0 1 0,1-1 1,-1 1-1,0 0 0,1-1 1,-1 1-1,1 0 1,-1-1-1,1 1 0,-1 0 1,1 0-1,0-1 1,-1 1-1,1 0 0,0 0 1,0 0-1,0 0 0,0 0 1,-1-1-1,1 1 1,0 1-1,0 16-677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3.2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9 352,'0'0'680,"3"0"-135,80-8 58,115 8-553,-198 0-47,1 0-1,0 0 1,0 0-1,-1 0 1,1 0-1,0 0 0,0 0 1,-1 0-1,1 0 1,0 0-1,0 1 1,-1-1-1,1 0 0,0 0 1,-1 1-1,1-1 1,0 1-1,-1-1 1,1 1-1,-1-1 1,1 1-1,-1-1 0,1 1 1,-1-1-1,1 1 1,0 0-1,-1 1 14,1 0-1,-1 0 1,1 1-1,-1-1 1,0 0-1,0 0 1,0 4 0,0 2 1,0 85 357,0-90-368,-1-1 0,1 1 0,0-1 0,-1 1 0,1-1 0,-1 1 0,0-1 0,1 0 0,-1 1 0,-1-1 0,1 0 0,-2 4 0,2-4 3,-1 0 0,1 0 0,0 0-1,0 0 1,0 1 0,0-1 0,0 0-1,1 1 1,-1-1 0,1 1 0,0-1-1,-1 4 1,2-1 8,-1 1-1,0-1 1,0 0-1,-1 0 1,1 0-1,-1 0 0,0 0 1,-1 0-1,1 0 1,-5 9-1,5-9-8,0 0 0,0 0-1,0 0 1,1 0 0,0 0-1,1 9 1,-1-2 2,0-11-9,0 0 0,0 0 0,0 0-1,0 0 1,0 0 0,0 0-1,0 0 1,-1 0 0,1 0-1,0 0 1,-1 0 0,1 0 0,-1 0-1,1 0 1,-1-1 0,1 1-1,-1 0 1,0 0 0,1-1-1,-1 1 1,0 0 0,0-1 0,-1 2-1,2-2 0,-1 1 0,0-1 0,0 1 0,1-1 0,-1 1 0,0 0 0,1-1 0,-1 1 0,1 0 0,-1 0 0,1-1 0,-1 1 0,1 0 0,0 0 0,-1 0 0,1 0 0,0 0 0,0-1 0,-1 1 0,1 0 0,0 0 0,0 0 0,0 1-1,1 8-44,-3 7 16,2-17 5,-1 1 1,1-1-1,-1 1 0,1-1 1,-1 1-1,0-1 0,1 1 1,-1-1-1,0 0 0,1 1 1,-1-1-1,0 0 0,1 0 1,-1 1-1,0-1 0,0 0 1,1 0-1,-1 0 0,0 0 1,0 0-1,1 0 0,-2 0 1,0 0-44,1 0 1,0 0-1,0 0 1,-1 0-1,1 0 1,0 1-1,0-1 1,0 0-1,0 1 1,-1-1 0,1 1-1,0-1 1,0 1-1,-1 0 1,1 0-141,-11 1-1172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3.5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65 256,'90'0'2156,"-85"-1"-2111,0 0-1,1 1 1,-1-2 0,0 1 0,0-1-1,-1 1 1,9-5 0,7-2 53,0 3-13,37-11 43,11-3-141,-60 18-162,0 0 1,0 1-1,13 0 0,-13 0-108,-5 0-394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4.2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75 432,'0'-2'705,"0"-35"655,2 34-1282,-1 2-71,0 1 0,0-1 0,0 0 0,0 0 1,0 0-1,0 0 0,-1 0 0,1 0 0,0 0 1,-1 0-1,1-1 0,-1 1 0,1 0 1,-1 0-1,0 0 0,1-3 0,3 1 23,8 0-25,0 1 1,1 0-1,0 0 1,-1 2 0,1 0-1,17 1 1,8 0-19,-26-1 13,14 0 0,-26 0 0,1 0 0,-1 0 0,1 0 0,-1 0 0,1 0 0,-1 0 0,1 0 0,-1 0 0,1 0 0,-1 0 0,1 1 0,-1-1 0,1 0 0,-1 0 0,0 0 0,1 1 0,-1-1 0,1 0 0,-1 1 0,0-1 0,1 0 0,-1 1 0,0-1 0,1 1 0,-1-1 0,0 0 0,1 1 0,-1-1 0,0 1 0,0-1 0,0 1 0,1 0 0,0 24 13,0-18-1,-1-1 0,1 1 0,-1 0 0,-1 0 0,1 0 1,-1 0-1,-3 9 0,-2-2 5,5-10-12,0 0 0,-1-1 0,0 1 0,0 0 0,0-1 0,0 0 0,0 1 0,-1-1 0,0 0 0,-2 2 0,3-2-2,0 0 1,0-1-1,0 1 1,1 0-1,-1 0 1,1 0-1,0 0 1,0 0 0,0 0-1,0 1 1,0-1-1,1 0 1,0 0-1,0 1 1,-1-1-1,2 0 1,-1 0-1,1 5 1,-1 6 22,16-12-13,73-2-26,-89-1 12,1 1 0,0 0 0,-1 0 0,1 0 0,-1 0 0,1 0 0,-1 0 0,1 0 0,-1 0 0,1 0 0,-1 0 0,1 1 0,-1-1 0,1 0 0,-1 0 0,1 0 0,-1 1-1,1-1 1,-1 0 0,0 1 0,1-1 0,-1 0 0,1 1 0,-1-1 0,1 1 0,5 4 1,2 0-6,-5-4 5,-1 0-1,0 0 0,1 0 1,-1 0-1,0 1 0,0-1 1,0 1-1,0-1 1,0 1-1,3 4 0,-3-1 7,-1 0-1,0 0 1,0 1-1,0-1 1,-1 1-1,0-1 1,0 0-1,0 1 1,-2 5-1,2 8 10,0 73 250,-1-92-261,1 1-1,0 0 1,0 0 0,0 0-1,0-1 1,-1 1-1,1 0 1,0 0-1,-1-1 1,1 1 0,-1 0-1,1 0 1,-1-1-1,1 1 1,-1-1 0,1 1-1,-1 0 1,0-1-1,1 1 1,-2 0 0,-20 10 21,-4 4 17,16-7-37,5-4-1,0 0-1,0 0 1,0 0-1,0-1 1,-1 0-1,-11 5 1,-7 2-22,15-6-171,0-1 1,0 0-1,0 0 1,0 0 0,0-1-1,-15 1 1,9-3-707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24.6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0 1281,'0'0'1312,"0"20"-960,0 0 17,0-8 15,-21 19-128,7-23 48,14 12-144,0 0-32,-21 0-80,7 0 16,-8 0-48,22 11-176,-14-19-224,14 8-176,-21 0-161,21 0-415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31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93 144,'0'0'2401,"-3"0"-2369,2 0-27,-1 0 0,1 0 0,0 0 1,-1 0-1,1 1 0,0-1 0,0 0 0,0 0 0,-1 1 0,1-1 0,0 1 0,0-1 0,0 1 1,0-1-1,0 1 0,0 0 0,0 0 0,0-1 0,0 1 0,0 0 0,0 0 0,0 0 0,0 0 1,1 0-1,-1 0 0,0 0 0,1 0 0,-1 0 0,1 1 0,-1-1 0,1 0 0,0 0 0,-1 2 1,1-3-6,0 0 1,0 0-1,0 0 1,0 0 0,0 1-1,0-1 1,0 0-1,0 0 1,0 0 0,0 0-1,0 0 1,0 0 0,0 0-1,0 1 1,0-1-1,0 0 1,0 0 0,0 0-1,0 0 1,0 0-1,0 0 1,0 0 0,0 0-1,0 1 1,0-1-1,0 0 1,0 0 0,0 0-1,-1 0 1,1 0-1,0 0 1,0 0 0,0 0-1,0 0 1,0 0-1,0 0 1,0 0 0,0 0-1,-1 0 1,1 1 0,0-1-1,0 0 1,0 0-1,0 0 1,0 0 0,0 0-1,0 0 1,0 0-1,-1 0 1,1 0 0,0 0-1,0-1 1,0 1-1,0 0 1,0 0 0,-1 0-1,-13 0 32,14 0-31,0 0-1,0 0 1,0 0 0,0 0-1,0 0 1,0 0-1,-1 0 1,1 0-1,0 0 1,0 0-1,0 0 1,0 0 0,0 0-1,0 0 1,-1 0-1,1 0 1,0 0-1,0 0 1,0 0 0,0 0-1,0 0 1,0 0-1,0 0 1,0 1-1,-1-1 1,1 0-1,0 0 1,0 0 0,0 0-1,0 0 1,0 0-1,0 0 1,0 0-1,0 0 1,0 1 0,0-1-1,0 0 1,0 0-1,0 0 1,-1 0-1,1 0 1,0 0-1,0 0 1,0 1 0,0-1-1,0 0 1,0 0-1,0 0 1,0 0-1,0 0 1,1 0 0,-1 1-1,0-1 1,0 0-1,0 0 1,0 0-1,0 2 6,-1 0 0,1-1 1,-1 1-1,1 0 0,-1-1 0,0 1 0,1-1 0,-1 1 0,0-1 0,0 1 0,0-1 0,0 1 1,0-1-1,-1 0 0,1 0 0,0 0 0,0 1 0,-1-1 0,-2 1 0,-7 7 3,10-8-8,1 0-1,-1 0 1,1 0 0,-1 0-1,1 0 1,-1 0-1,1 0 1,0 1 0,-1-1-1,1 0 1,0 0-1,0 0 1,0 0 0,0 0-1,0 1 1,0-1 0,0 0-1,1 0 1,-1 2-1,1 0 1,-1 67 146,0-70-146,-1 0-1,1 0 1,0 0 0,0 0-1,0 0 1,0 1 0,0-1-1,0 0 1,0 0 0,0 0-1,0 0 1,0 0 0,0 0-1,0 0 1,0 1 0,0-1-1,0 0 1,0 0 0,0 0-1,1 0 1,-1 0 0,0 0-1,0 0 1,0 0-1,0 0 1,0 1 0,0-1-1,0 0 1,0 0 0,0 0-1,0 0 1,0 0 0,0 0-1,1 0 1,-1 0 0,0 0-1,0 0 1,0 0 0,0 0-1,0 0 1,0 0 0,0 0-1,1 0 1,-1 0 0,0 0-1,0 0 1,0 0 0,0 0-1,0 0 1,0 0 0,0 0-1,0 0 1,1 0-1,-1 0 1,0 0 0,0 0-1,14 0 14,-13 0-13,0 0 1,0 1 0,0-1-1,-1 0 1,1 0-1,0 1 1,0-1 0,0 1-1,-1-1 1,1 0-1,0 1 1,0 0 0,-1-1-1,1 1 1,-1-1-1,1 1 1,0 0 0,-1-1-1,1 1 1,-1 0-1,1 0 1,-1-1 0,0 1-1,1 0 1,-1 0-1,0 0 1,0-1 0,1 1-1,-1 2 1,3-2 19,6-1-16,-2-1-5,-1 1 1,1 0 0,0 1-1,9 1 1,-8 0-1,0 1-1,0 0 1,-1 0 0,1 1-1,-1 0 1,0 1 0,11 7-1,-17-10 2,1-1 0,0 0-1,-1 0 1,1 1-1,0-1 1,0-1-1,0 1 1,0 0-1,4 1 1,7 3 7,-3 1-5,-8-4-3,0-1 0,1 1 0,-1-1 0,0 0 0,1 0 0,-1 0 0,0 0 0,1 0 0,2 0 0,3 1 1,0 1 0,0 0 0,0 1 0,-1 0 0,0 0 0,12 9 0,-12-8 2,-5-4-4,-1 0 1,1 1-1,0-1 0,-1 0 0,1 1 0,-1-1 0,0 1 0,0-1 1,1 1-1,-1 0 0,0-1 0,0 1 0,0 2 0,2 3-6,-2-6 8,0 0 0,0 0 0,-1 0-1,1 0 1,0 0 0,0 0-1,0 0 1,0 0 0,0 0-1,0-1 1,0 1 0,0 0 0,0-1-1,2 2 1,-1-2 2,-1 1-1,1 0 1,-1 0 0,0-1-1,1 1 1,-1 0 0,0 0-1,0 0 1,1 1 0,-1-1-1,0 0 1,0 0 0,-1 1 0,3 2-1,-2-2 2,-1-1-5,0 1 1,1-1-1,-1 0 1,1 0-1,-1 0 1,1 0-1,0 0 1,-1 0 0,1-1-1,0 1 1,-1 0-1,1 0 1,0 0-1,0-1 1,0 1-1,0 0 1,0-1-1,1 1 1,-1 0 1,0-1 0,0 1-1,0 0 1,1-1 0,-1 1 0,0 0 0,-1 0 0,1 0 0,0 0-1,0 0 1,0 0 0,0 0 0,-1 0 0,1 0 0,0 0 0,-1 0-1,1 0 1,-1 0 0,0 0 0,1 1 0,-1-1 0,0 0 0,1 0-1,-1 1 1,0-1 0,0 0 0,0 2 0,0 28 18,-1-30-18,1-1 1,0 1-1,-1 0 1,1-1-1,0 1 1,-1-1-1,1 1 1,-1-1 0,1 1-1,-1-1 1,1 1-1,-1-1 1,1 0-1,-1 1 1,1-1 0,-1 0-1,1 1 1,-1-1-1,0 0 1,1 0-1,-1 0 1,0 0-1,1 1 1,-1-1 0,0 0-1,1 0 1,-1 0-1,0 0 1,0-1-1,-29 1 53,21 0-32,-98 0-19,106 0-2,0 0 0,0 0-1,0 0 1,0 0 0,0 0 0,0 0 0,0-1 0,0 1-1,0 0 1,0-1 0,0 1 0,0 0 0,0-1 0,0 1-1,0-1 1,0 0 0,0 1 0,0-1 0,0 0 0,1 1 0,-1-1-1,0 0 1,0 0 0,1 0 0,-2-1 0,-9-12-12,-8 0 23,15 11-6,0 0-1,0 1 0,1-1 0,-1 0 0,1-1 0,0 1 0,-5-7 0,5 5-5,1-1 1,-1 0-1,1 0 0,0 0 0,0-1 1,1 1-1,0 0 0,0-12 1,0 14-2,1 1 0,0-1 0,-1 1 1,0 0-1,0 0 0,0-1 0,0 1 1,0 0-1,-4-5 0,4 5 1,-1 1 0,1-1 0,0 0 0,0 1 0,0-1 0,0 0 0,1 0 0,-1 0 0,0-4 0,1-98 24,0 104-25,0 0 0,0 0 0,1 0 1,-1 0-1,0 0 0,0 0 0,0 1 1,1-1-1,-1 0 0,0 0 0,1 0 0,-1 0 1,1 0-1,-1 1 0,1-1 0,-1 0 1,1 0-1,0 1 0,-1-1 0,1 0 1,0 1-1,1-2 0,-1 2 0,0-1 0,-1 1-1,1-1 1,0 0 0,-1 1 0,1-1 0,0 0-1,-1 1 1,1-1 0,-1 0 0,1 0 0,-1 0-1,1 0 1,-1 1 0,0-1 0,1 0 0,-1 0-1,0 0 1,0 0 0,0 0 0,1 0-1,-1-2 1,0 2 0,0 0 0,0 0-1,0-1 1,0 1 0,0 0 0,1 0-1,-1-1 1,0 1 0,1 0-1,-1 0 1,1 0 0,-1 0 0,1 0-1,0 0 1,1-2 0,2-4-8,-3 5 6,0 0 0,0 0 0,1 0 0,-1 0 1,0 0-1,1 0 0,3-2 0,-4 3 3,0 0 0,-1 0 0,1 0-1,0 0 1,0 0 0,-1 0 0,1 0 0,0 0-1,-1 0 1,1 0 0,-1 0 0,1-1 0,-1 1 0,0 0-1,1 0 1,-1 0 0,0-1 0,0 1 0,0 0 0,0 0-1,0-2 1,0-86-24,0 88 24,0 1 0,-1-1 0,1 0 0,0 0 0,0 1-1,-1-1 1,1 0 0,0 0 0,-1 1 0,1-1 0,-1 0 0,1 1 0,-1-1-1,1 0 1,-1 1 0,0-1 0,1 1 0,-1-1 0,0 1 0,1 0 0,-1-1-1,0 1 1,-1-1 0,-23-8 4,10 4 1,13 4-8,0 1 1,0-1 0,0 0 0,0 1 0,0 0 0,0-1-1,0 1 1,0 0 0,0 0 0,-1 0 0,1 0-1,0 1 1,-2-1 0,-3 1 1,4-1 1,0 0 0,0 0 0,-1 0 0,1 0 0,0 1 0,0-1 0,-1 1 1,1 0-1,0 0 0,0 0 0,0 0 0,0 0 0,0 1 0,0-1 0,1 1 1,-1 0-1,0 0 0,1 0 0,0 0 0,-1 1 0,-3 4 0,4-4-1,0-1-1,-1 1 0,1-1 1,-1 0-1,-5 4 0,7-5-24,0-1 0,-1 1 0,1 0 0,0 0 0,0 0 0,0 0 0,0 0 0,0 0 0,0 0-1,0 0 1,0 1 0,0-1 0,0 0 0,1 0 0,-1 1 0,0-1 0,1 0 0,0 1 0,-1-1-1,1 1 1,0-1 0,-1 1 0,1-1 0,0 1 0,0 2 0,0 12-532,0-3-239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31.8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34 96,'0'0'838,"0"-1"-782,0 0 0,0 1 0,0-1 0,0 0 0,0 0 1,-1 0-1,1 0 0,1 1 0,-1-1 0,0 0 0,0 0 1,0 0-1,0 0 0,1 1 0,-1-1 0,0 0 0,0 0 0,1 1 1,-1-1-1,1 0 0,0-1 0,1 2-48,0-1 3,0 0 0,-1 1 0,1-1 0,0 0 0,0 0 0,-1 0 0,1 0 0,2-3 0,-2 3-2,1 1 0,-1-1 0,1 0 1,-1 1-1,1 0 0,-1-1 1,1 1-1,-1 0 0,1 0 0,0 0 1,3 1-1,8 0 37,53-1 133,-66 0-174,1 0 0,-1 1 0,0-1 0,0 0 0,0 0 0,0 1 0,0-1 0,0 1 0,0-1 0,0 1 0,0-1 0,0 1 0,0-1 0,0 1 0,2 1 0,1 1 14,-3-2-11,0 0 0,0 0-1,1 0 1,-1 1 0,0-1 0,0 0 0,0 0 0,0 1 0,0-1 0,0 0 0,-1 1 0,1-1 0,0 1 0,-1-1 0,1 1 0,-1-1 0,0 1 0,1 0 0,-1 2 0,0 38 152,-1-19-13,1 325 672,0-347-822,0 0 0,0 0 0,0 0 0,0 0 0,0 0 0,-1 0-1,1 0 1,0 0 0,-1 0 0,1-1 0,0 1 0,-1 0 0,1 0-1,-1 0 1,1 0 0,-1-1 0,1 1 0,-1 0 0,0 0 0,0-1-1,1 1 1,-1 0 0,0-1 0,0 1 0,1-1 0,-1 1 0,-1-1-1,-2 7-569,-13-6-969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32.1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84 160,'0'0'1761,"21"0"-1489,-6-12-80,6 4-96,-7 8 16,7-12-64,-7 4 0,7-4-32,0 1 0,-6 11-64,20-8-96,-14 8-112,-7 0-288,-14-12-225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17:32.8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49 288,'0'0'51,"0"-1"0,0 1-1,0-1 1,0 1 0,1 0 0,-1-1-1,0 1 1,0-1 0,0 1 0,0 0-1,0-1 1,1 1 0,-1 0 0,0-1-1,0 1 1,1 0 0,-1 0-1,0-1 1,1 1 0,-1 0 0,0 0-1,0-1 1,1 1 0,-1 0 0,1 0-1,-1 0 1,0-1 0,1 1 0,-1 0-1,0 0 1,1 0 0,-1 0 0,1 0-1,-1 0 1,0 0 0,1 0 0,-1 0-1,1 0 1,-1 0 0,7-1-112,-1-4 174,-6 4-107,0 1-1,1-1 1,-1 1-1,0 0 1,1-1-1,-1 1 1,1 0-1,-1-1 1,1 1-1,-1 0 1,1 0-1,-1-1 1,0 1-1,1 0 1,0 0-1,-1 0 1,1 0-1,-1 0 1,1 0-1,-1 0 1,1 0-1,-1 0 1,1 0-1,-1 0 1,2 0-1,12 0 102,55-2 251,-62 1-331,0 0 0,0 0 1,0 0-1,0-1 0,0 0 1,-1-1-1,8-3 0,-9 4-18,0 0 0,1 1 0,-1-1 0,0 1 0,0 1 0,1-1 0,-1 1 1,0-1-1,8 2 0,-4-1-108,-20 1-49,0 1 0,0 0-1,1 0 1,-17 7 0,-12 2-101,17-4 135,19-6 107,0 0 0,1 0 0,-1 0 0,0 0 0,0-1 0,0 0 0,-3 1 0,0 2-20,4-1 20,1-1 6,-1 0 0,1 0 0,0-1 0,0 1 1,0 0-1,0 0 0,1 0 0,-1 0 0,0 0 0,0 0 0,0 0 0,1 1 0,-1-1 0,1 0 1,-1 0-1,1 0 0,-1 1 0,1 0 0,-7 0 54,7-2-50,0 0 0,0-1 0,-1 1-1,1 0 1,0 0 0,-1 0 0,1 0 0,0 0-1,0 0 1,-1 0 0,1 0 0,0 0-1,0 0 1,-1 0 0,1 0 0,0 0-1,-1 1 1,1-1 0,0 0 0,0 0-1,-1 0 1,1 0 0,0 0 0,0 1-1,0-1 1,-1 0 0,1 0 0,0 1-1,-1 0 6,1 1-1,-1-1 1,1 1-1,-1-1 1,1 1-1,-1-1 1,0 1-1,0-1 1,0 0-1,0 0 1,0 1-1,0-1 1,0 0 0,0 0-1,0 0 1,-3 1-1,2 0 3,0 0 1,0 0-1,0 0 1,0 0-1,1 0 0,-1 0 1,-1 4-1,1 2 28,1-1 1,0 1-1,0 0 1,1 0-1,0 0 1,2 10-1,-2 1 3,0 33 145,1-51-184,-1 0 0,1 0 0,-1-1 0,1 1 0,-1 0 0,1 0 0,0-1 0,-1 1 0,1 0 0,0-1 0,0 1 0,-1-1 0,1 1 0,0-1 0,1 1 0,4 1 12,26-3 5,-18 0-20,1 1 0,-1 0 0,0 1 0,0 0 0,24 6 0,-11 8-7,-16-8 5,-11-7 3,1 0 0,0 0-1,0 1 1,-1-1-1,1 1 1,0-1-1,0 1 1,0-1-1,-1 1 1,1-1-1,0 1 1,-1 0-1,1 0 1,0-1-1,-1 1 1,1 0-1,-1 0 1,1-1-1,-1 1 1,0 0-1,1 0 1,-1 0-1,0 0 1,1 0-1,-1 0 1,0 0-1,0 0 1,0 0 0,0 0 0,0 0 0,0-1 0,0 1-1,1 0 1,-1-1 0,0 1 0,0 0 0,1 0 0,-1-1 0,0 1 0,1-1-1,-1 1 1,0 0 0,1-1 0,-1 1 0,1-1 0,-1 1 0,1-1 0,0 1 0,-1-1-1,1 1 1,-1-1 0,1 0 0,0 1 0,0-1 0,8 6 0,-8-4 0,1-2 0,-1 1 1,0 0-1,0 0 0,0 1 0,0-1 1,0 0-1,0 0 0,-1 0 0,1 1 1,0-1-1,-1 0 0,1 1 0,0-1 1,-1 0-1,0 1 0,1-1 0,-1 1 1,0-1-1,0 1 0,0-1 0,0 2 1,0-1 3,1 1 1,-1-1 0,1 0 0,-1 0 0,1 0 0,-1 0 0,1 0-1,0 0 1,0-1 0,0 1 0,3 3 0,-3-3 1,0 0 1,0 0 0,0-1-1,0 1 1,0 0-1,0 0 1,0 0 0,0 1-1,-1-1 1,1 0-1,-1 0 1,0 2 0,1 16 92,-1-13-43,1 0 0,-2 0-1,0 11 1,0-16-43,1-1 0,-1 1 0,1-1-1,-1 1 1,1-1 0,-1 1 0,0-1 0,0 1-1,0-1 1,0 0 0,0 1 0,0-1 0,0 0-1,0 0 1,0 0 0,-1 0 0,1 0-1,-3 2 1,-1 0 29,-1 1-1,1 0 0,-10 8 0,14-10-35,0-2-3,1 1 1,-1-1-1,0 1 0,1-1 1,-1 0-1,1 1 0,-1-1 1,0 0-1,1 1 1,-1-1-1,1 0 0,-1 0 1,0 1-1,1-1 0,-1 0 1,0 0-1,0 0 0,1 0 1,-1 0-1,-1 0 0,-5 0 7,-17 6 17,0-2 1,0 0-1,-28 0 0,33-3-175,10-1-141,1 0 0,-1 0 0,1 0 1,-10-2-1,-2-5-778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1.0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183 0 48,'-3'0'91,"-11"0"58,11 0 475,-2 0-197,-46 0 86,46 0-465,2 0-27,-66 0 62,40 0-35,29 45 160,0-43-208,0 0-1,0 0 1,0 0 0,0-1 0,0 1 0,0 0-1,1 0 1,-1 0 0,0-1 0,1 1 0,0 0-1,-1-1 1,3 4 0,25 23-27,-27-26 26,1-1 0,-1 0 0,1 0-1,-1 0 1,1 0 0,-1 0 0,1 0 0,-1 0-1,1 0 1,0-1 0,0 1 0,-1-1-1,1 1 1,0-1 0,0 0 0,0 1-1,1-1 1,43-1-17,-20 1 10,-12 0 14,-5 2-10,-1-2-1,1 1 0,0-1 1,0 0-1,0-1 0,16-3 1,-24 2-3,0 0 0,-1 1 1,1-1-1,-1 0 0,1 1 1,-1-1-1,0 0 0,1 0 1,-1 0-1,0 1 0,0-1 1,0 0-1,0 0 1,-1-3-1,0-6-32,1-29 2,0 37 231,0 48 33,-1-28-150,1-14-66,-1 1 0,1 0 0,-1 0 0,1 0 0,0 0 0,1 0 0,-1 0-1,1-1 1,-1 1 0,1 0 0,0 0 0,3 7 0,5-5 0,-8-6-9,0 0-1,0 1 0,0-1 1,0 1-1,0-1 1,0 1-1,0 0 0,-1-1 1,1 1-1,0 0 0,0 0 1,-1-1-1,1 1 0,0 0 1,-1 0-1,1 0 0,-1 0 1,1 0-1,-1 0 0,0 0 1,1 0-1,-1 0 0,0 0 1,0 0-1,0 0 1,1 1-1,-1-1 0,0 0 0,0 0 0,0 1 0,0-1 0,0 0 1,1 0-1,-1 0 0,0 0 0,1 0 0,-1 0 0,1 0 0,-1 1 0,1-1 0,0-1 0,0 1 1,-1 0-1,1 0 0,1 1 0,5 8 13,-6 3-4,-1-12-10,0 0 1,0 1 0,0-1 0,0 0-1,0 1 1,0-1 0,0 0-1,1 1 1,-1-1 0,0 0 0,1 1-1,-1-1 1,1 0 0,-1 0 0,1 1-1,0-1 1,-1 0 0,3 2 0,3 1 7,-5-4-6,1 1 0,-1-1 0,0 1 0,0-1 0,0 1 0,0 0-1,0-1 1,0 1 0,-1 0 0,1 0 0,0 0 0,0 0 0,0 0 0,-1-1 0,1 1 0,0 1 0,-1-1 0,1 0 0,-1 0 0,1 0 0,-1 0 0,0 0-1,0 0 1,1 0 0,-1 2 0,0-2 1,0 1 0,0-1 0,0 0 0,1 0 1,-1 1-1,0-1 0,1 0 0,-1 0 0,1 0 0,-1 0 0,1 1 0,0-1 0,-1 0 0,1 0 0,0 0 0,0 0 0,1 1 0,-1-1 0,0-1-1,0 1 0,-1 0 0,1 1 1,0-1-1,0 0 0,-1 0 0,1 0 1,0 0-1,-1 1 0,1-1 1,-1 0-1,0 0 0,1 1 0,-1-1 1,0 0-1,0 3 0,4 17 15,7-15-2,-1-2-7,-9-2-5,0 0 1,0 0-1,0 0 0,0 0 0,0 0 0,-1 0 0,1 1 0,-1-1 0,0 0 0,1 0 0,-1 0 0,0 1 0,0-1 0,-1 0 1,1 0-1,-1 4 0,0 9 75,2-14-76,-1-1-1,0 1 1,0 0 0,0 0-1,0 0 1,0 0 0,-1 0-1,1 0 1,0-1 0,0 1-1,0 0 1,-1 0 0,1 0-1,0 0 1,-1-1 0,1 1-1,-1 0 1,1 0 0,-1-1-1,1 1 1,-1 0 0,0-1-1,1 1 1,-1 0 0,0-1 0,1 1-1,-1-1 1,0 0 0,0 1-1,0-1 1,1 1 0,-1-1-1,0 0 1,0 0 0,0 1-1,0-1 1,0 0 0,1 0-1,-1 0 1,0 0 0,0 0-1,0 0 1,-1-1 0,0 1-1,1 0 1,-1 1 0,0-1 0,1 0-1,-1 0 1,1 1 0,-1-1-1,1 1 1,-1-1 0,1 1 0,-1 0-1,-2 1 1,-3 5 3,6-6-5,0 0 0,0-1 0,0 1 0,0 0 0,0-1 0,0 1 0,0 0 0,0-1 0,-1 1 0,1-1 0,0 0 0,0 1 0,-1-1 0,1 0 0,0 0 0,0 0 0,-1 0 0,1 0 0,0 0 0,-1 0 0,1 0 0,-3-1 0,-38 1-138,41 0 123,1 0 0,-1 0 0,0 0 0,0 0 0,0 0 0,0-1 0,0 1 0,0 0 0,0 0 0,0-1 0,1 1 0,-1-1 0,0 1 0,0-1 0,0 1 0,1-1 0,-1 1 0,0-1 0,1 0 0,-1 1 0,1-1 1,-1 0-1,0 0 0,1 1 0,0-1 0,-1 0 0,1 0 0,-1 0 0,1-1 0,-9-11-443,-16-3-209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1.8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31 204 96,'0'0'1257,"0"-3"-1068,0-169 75,0 172-264,0-1 0,0 1 0,0-1 0,0 1 0,0-1 0,0 0 1,0 1-1,-1-1 0,1 1 0,0-1 0,0 1 0,-1-1 0,1 1 0,0-1 0,0 1 0,-1-1 0,1 1 0,-1 0 0,1-1 0,0 1 0,-1-1 0,1 1 0,-1 0 0,1 0 0,-1-1 0,1 1 1,-1 0-1,1 0 0,-1-1 0,1 1 0,-1 0 0,0 0 0,1 0 0,-1 0 0,1 0 0,-1 0 0,1 0 0,-2 0 0,1 0 0,1 0 0,-1 0 0,1 0-1,-1 0 1,1 0 0,-1 0 0,1 0 0,-1 0-1,0 0 1,1 0 0,-1-1 0,1 1 0,-1 0-1,1 0 1,-1-1 0,1 1 0,-1 0 0,1 0 0,0-1-1,-1 1 1,1-1 0,-1 1 0,1 0 0,0-1-1,-1 1 1,1-1 0,0 1 0,-1-1 0,1 1 0,0-1-1,0 1 1,0-1 0,-1 1 0,1-1 0,0 1-1,0-1 1,0 0 0,0 0 0,0-2 237,0 6-191,0 82 268,0-84-310,0 0-1,0 0 1,0 0-1,0 0 0,0-1 1,0 1-1,0 0 1,1 0-1,-1 0 0,0 0 1,0 0-1,1 0 1,-1-1-1,1 1 0,-1 0 1,1 0-1,-1-1 1,1 1-1,-1 0 0,1-1 1,0 1-1,-1 0 1,1-1-1,0 1 0,-1-1 1,1 1-1,0-1 1,0 1-1,0-1 0,0 0 1,1 1-1,-2-1 0,1 0 0,0 1-1,0-1 1,0 0-1,-1 1 1,1-1 0,0 1-1,-1-1 1,1 1-1,0-1 1,-1 1 0,1-1-1,-1 1 1,1-1-1,0 1 1,-1 0 0,0-1-1,1 1 1,-1 0-1,1 0 1,-1-1 0,0 1-1,0 0 1,1 0-1,-1-1 1,0 1 0,0 0-1,0 0 1,0 0-1,0 0 1,0 0 0,0 307 896,0-308-909,0 1 1,1-1-1,-1 1 1,0-1-1,0 1 1,1-1-1,-1 1 1,0-1 0,0 1-1,1-1 1,-1 0-1,0 1 1,1-1-1,-1 1 1,1-1-1,-1 0 1,1 1 0,-1-1-1,0 0 1,1 0-1,-1 1 1,1-1-1,-1 0 1,1 0-1,0 0 1,-1 0 0,1 1-1,-1-1 1,1 0-1,-1 0 1,1 0-1,-1 0 1,1 0-1,-1 0 1,1-1 0,0 1-1,0 0 1,-1 0-1,3 0-291,2 0-113,16 0-370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2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0 336,'0'0'1249,"0"31"-574,1-26-611,-1-3-36,0 1 1,1-1-1,-1 0 1,0 1-1,0-1 1,0 0-1,0 0 1,-1 1-1,1-1 1,0 0-1,-1 0 1,0 0-1,1 1 1,-1-1-1,-2 3 1,-2 0 5,3-4-20,0 1 0,1-1 0,-1 1 0,0 0-1,1 0 1,-1 0 0,1 0 0,0 0 0,0 0-1,0 0 1,0 0 0,0 0 0,0 0 0,1 1-1,-1-1 1,1 0 0,-1 0 0,1 1-1,0-1 1,0 1 0,0-1 0,0 0 0,1 5-1,-1 8 28,-1 31 28,1-44-71,-1 0 0,1 1 0,-1-1 0,1 0 0,-1 1-1,0-1 1,0 0 0,0 0 0,0 0 0,0 0-1,0 0 1,0 0 0,-1 0 0,-2 3 0,1-2-97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3.2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2 154 144,'0'1'53,"-1"-1"0,1 0 1,0 1-1,0-1 0,0 1 0,0-1 0,0 0 1,0 1-1,0-1 0,0 0 0,0 1 0,0-1 1,0 0-1,0 1 0,0-1 0,0 1 0,0-1 1,0 0-1,0 1 0,0-1 0,1 0 0,-1 1 1,0-1-1,0 0 0,0 0 0,1 1 0,-1-1 1,0 0-1,0 1 0,1-1 0,-1 0 0,0 0 1,1 1-1,13-1 248,-11 0-170,2 0-51,-2 0-77,-1 0 0,1 0 1,0-1-1,-1 1 0,1-1 0,-1 0 0,1 1 1,-1-1-1,1 0 0,-1 0 0,1-1 0,-1 1 1,0 0-1,4-4 0,24-30 7,-29 33-12,8-17-97,-5 13 90,-2 4 7,0-1 0,0 1 0,0-1 1,0 0-1,0 0 0,-1 1 1,0-1-1,1 0 0,-1-1 0,0 1 1,0 0-1,-1 0 0,1 0 1,-1-1-1,1-5 0,-1-19-4,0 21 35,0 18 97,0-6-117,1-2 3,-1 1 1,1 0-1,-1-1 0,0 1 0,0 0 1,0 0-1,-1-1 0,1 1 1,-1 0-1,0-1 0,0 1 0,-2 3 1,-7 1 6,9-7-15,0-1 1,-1 1-1,1 0 0,0 0 0,0 0 1,0 0-1,0 0 0,0 0 0,1 0 1,-1 1-1,0-1 0,0 0 0,1 0 1,-1 1-1,1-1 0,-1 0 0,1 1 1,-1-1-1,1 0 0,0 1 0,0-1 1,0 1-1,0-1 0,0 0 1,0 1-1,0-1 0,1 3 0,-1 235 870,0-135-2916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3.8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 64,'5'0'83,"5"0"-81,31-1 1014,-40 1-996,0 0 1,0 0-1,0 0 1,0 0-1,0 1 0,0-1 1,0 0-1,0 1 1,0-1-1,0 0 1,0 1-1,0-1 0,0 1 1,0 0-1,-1-1 1,1 1-1,0 0 1,0-1-1,-1 1 0,1 0 1,0 0-1,-1 0 1,1 0-1,-1-1 1,1 1-1,-1 0 1,1 0-1,-1 0 0,0 0 1,1 0-1,-1 0 1,0 0-1,0 2 1,0 351 1048,0-353-1068,0 1-1,0 0 0,-1-1 0,1 1 1,-1 0-1,1-1 0,-1 1 0,1-1 1,-1 1-1,0-1 0,0 1 1,0-1-1,0 1 0,0-1 0,0 0 1,0 0-1,0 1 0,-1-1 0,-1 1 1,3-1 8,-1 0 0,1 0 1,-1 1-1,1-1 0,-1 0 0,1 0 1,0 1-1,-1-1 0,1 0 0,0 1 1,0-1-1,0 0 0,0 1 1,0-1-1,1 0 0,-1 1 0,0-1 1,0 0-1,1 0 0,-1 1 1,1-1-1,0 2 0,0-3-8,-1 0 1,1 0-1,-1 0 0,1 0 1,0-1-1,-1 1 1,1 0-1,-1 0 0,1 0 1,-1 0-1,1 1 0,-1-1 1,1 0-1,-1 0 1,1 0-1,-1 0 0,1 0 1,-1 1-1,1-1 0,-1 0 1,1 0-1,-1 1 1,1-1-1,-1 0 0,1 1 1,-1-1-1,0 1 0,1-1 1,-1 0-1,0 1 0,1-1 1,-1 1-1,0-1 1,0 1-1,1-1 0,-1 1 1,0-1-1,0 1 0,5 1 29,167-2-588,-168 0 503,-1-1 1,1-1-1,0 1 0,0 0 0,-1-1 0,1 0 0,-1 0 0,1 0 1,-1 0-1,0 0 0,0-1 0,5-4 0,-8 7 29,8-13-449,9-3-88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4.2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46 272,'31'0'704,"-11"0"-95,10-17-305,-10 17-144,10-12 16,-10-5-144,11 17 64,-11 0-64,10 0-112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3:44.8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1 304,'0'232'2303,"5"-232"-2341,88 0-245,-90 0 267,2 0-8,66 0 56,-71 0-31,0 0 0,0 0-1,0 0 1,0 0 0,1 0 0,-1 0-1,0 0 1,0 0 0,0 0-1,0 0 1,0 0 0,1 0 0,-1 0-1,0 0 1,0 0 0,0 0-1,0 0 1,1 0 0,-1 0-1,0 0 1,0 0 0,0 0 0,0 0-1,0 0 1,1 0 0,-1 0-1,0 1 1,0-1 0,0 0-1,0 0 1,0 0 0,0 0 0,0 0-1,1 0 1,-1 1 0,0-1-1,0 0 1,0 0 0,0 0-1,0 0 1,0 0 0,0 1 0,0-1-1,0 0 1,0 0 0,0 0-1,0 0 1,0 0 0,0 1-1,0-1 1,0 0 0,0 0 0,0 0-1,0 0 1,0 1 0,0-1-1,0 2 4,0-1-1,0 1 0,0-1 0,0 1 0,0-1 0,1 1 0,-1-1 0,0 1 1,1-1-1,0 1 0,-1-1 0,1 1 0,0-1 0,0 0 0,0 1 1,-1-1-1,1 0 0,1 0 0,-1 0 0,0 1 0,0-1 0,3 1 0,-4-1 4,1 0 0,0 0-1,-1 1 1,1-1-1,-1 0 1,0 0-1,1 0 1,-1 1 0,0-1-1,0 0 1,1 1-1,-1-1 1,0 0-1,0 1 1,0-1 0,-1 0-1,1 0 1,-1 3-1,1 1 29,0 111 662,-3-112-679,-12 9 1,14-12-19,0 0 0,0 0 1,0 1-1,0-1 0,-1 0 0,1 0 0,0 0 1,-1-1-1,1 1 0,0 0 0,-1 0 1,1-1-1,-1 1 0,1-1 0,-1 0 1,0 1-1,1-1 0,-1 0 0,1 0 1,-1 0-1,0 0 0,1 0 0,-3 0 1,-88 0-1506,67 0-216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58.7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45 224,'0'-31'1806,"0"31"-1801,0-1-1,0 1 0,0 0 1,0-1-1,0 1 1,0-1-1,0 1 0,-1 0 1,1-1-1,0 1 0,0 0 1,0 0-1,-1-1 1,1 1-1,0 0 0,0-1 1,-1 1-1,1 0 0,0 0 1,-1 0-1,1-1 1,0 1-1,-1 0 0,1 0 1,0 0-1,-1 0 0,1 0 1,0-1-1,-1 1 1,0 0-1,1 0 54,0 0 1,0 0-1,-1 0 0,1 0 1,0 0-1,-1 0 0,1 0 1,0 0-1,0-1 0,-1 1 1,1 0-1,0 0 0,0 0 1,-1 0-1,1-1 0,0 1 1,0 0-1,-1 0 0,1 0 1,0-1-1,0 1 0,0 0 1,0 0-1,0-1 0,-1 1 1,1 0-1,0-1 0,0 1 1,-4 0 50,-10 0-5,14 0-100,0-1 0,-1 1-1,1 0 1,0 0 0,0 0 0,0 0-1,-1 0 1,1 1 0,0-1 0,0 0-1,-1 0 1,1 0 0,0 0 0,0 0-1,0 0 1,-1 0 0,1 0 0,0 0-1,0 0 1,0 1 0,-1-1 0,1 0-1,0 0 1,0 0 0,0 0 0,0 1-1,0-1 1,0 0 0,-1 0 0,1 0 0,0 1-1,-9 12 112,8-12-103,0 0 0,1 1-1,-1-1 1,1 0 0,0 0 0,-1 0-1,1 0 1,0 1 0,0-1 0,-1 0 0,1 0-1,0 0 1,0 1 0,1-1 0,-1 0-1,0 2 1,1 4 44,-1-5-44,0 0 0,0 0 0,-1 0 0,1 0 0,-1 0 1,1 0-1,-1 0 0,0 0 0,0 0 0,0 0 0,0 0 0,-2 3 0,1-4 1,1 1 0,0 0 1,0 0-1,0 0 0,0 0 0,0 0 0,0 0 0,1 0 1,-1 0-1,1 1 0,-1-1 0,1 0 0,0 2 1,0 248 946,0-250-958,0 0-1,0 0 1,1 0-1,-1 0 1,1 0-1,-1-1 1,1 1 0,0 0-1,0 0 1,0 0-1,0-1 1,0 1-1,0 0 1,0-1-1,0 1 1,1-1 0,-1 0-1,3 2 1,-2-1 2,-1 0-1,1-1 1,0 1 0,-1 0 0,1 0 0,-1 0-1,0 0 1,2 4 0,-2-3 2,0 0 0,1 0-1,-1 0 1,1 0 0,0 0-1,3 4 1,1 2 13,-1 1-24,-4-9 3,-1 0 0,0 0 0,1 0 0,-1 0 1,1 0-1,-1 0 0,1 0 0,0 0 0,-1 0 0,1 0 0,0 0 1,-1-1-1,1 1 0,0 0 0,0 0 0,0-1 0,0 1 1,2 0-1,35 29 79,-37-29-86,1-1 0,0 1-1,-1-1 1,1 1 0,0-1 0,0 1-1,-1-1 1,1 0 0,0 0 0,0 0-1,0 0 1,-1 0 0,1 0 0,3-1-1,8 0-72,68 1-110,-79 0 208,2-2-22,-2 0 2,1 1-1,-1-1 0,0 0 1,0 0-1,0 1 0,0-1 1,0-1-1,0 1 0,-1 0 1,1 0-1,0-1 0,-1 1 1,0-1-1,0 1 0,0-1 1,0 0-1,0 1 0,0-1 1,-1 0-1,1 0 0,-1 1 1,0-1-1,0-3 0,0-98-115,0 103 118,0 0 0,-1 0 0,1 0-1,-1-1 1,1 1 0,-1 0 0,1 0 0,-1 0-1,0 0 1,1 0 0,-1 0 0,0 1 0,0-1 0,0 0-1,0 0 1,1 0 0,-1 1 0,0-1 0,0 1-1,-1-1 1,1 1 0,0-1 0,0 1 0,0-1-1,0 1 1,0 0 0,0 0 0,-1-1 0,1 1 0,0 0-1,0 0 1,-2 0 0,-2 0-1,0 0 0,0 0 0,1 0 0,-1 0 0,0 1 0,-6 1 0,7 0 5,0-1 1,1 0 0,-1 1-1,1 0 1,-1 0 0,1 0-1,0 1 1,0-1 0,0 1-1,0-1 1,0 1 0,0 0-1,-3 6 1,5-6-9,0-1-1,0 1 1,0-1 0,-1 0-1,1 1 1,0-1 0,-1 0-1,0 0 1,1 0-1,-1 0 1,0 0 0,-4 3-1,4-4-55,1 0 0,0 0 0,-1 1-1,1-1 1,0 1 0,0-1 0,0 1-1,0-1 1,0 1 0,0-1 0,0 1 0,1 0-1,-1 0 1,1-1 0,-1 1 0,1 0-1,0 0 1,-1 0 0,1-1 0,0 1-1,0 0 1,0 0 0,1 3 0,-1 5-608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59.2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1 144 400,'0'0'1457,"0"-14"122,0 6-1344,0 6-211,0 0 0,-1 1 0,1-1 0,0 0 0,0 0 0,0 1 0,0-1 0,0 0 0,1 1 0,-1-1 0,1 0 0,-1 1 0,1-1 0,-1 0 0,1 1 0,0-1 0,0 1 0,0-1 0,0 1 0,0 0 0,0-1 0,0 1 0,0 0 0,0 0 0,3-2 0,0 0 4,1 1 0,0 0-1,-1 1 1,8-3 0,-8 3-13,0 0 0,0 0 0,0 0 0,0-1 0,0 0 1,0 0-1,0 0 0,6-5 0,-6 4-8,0 0 1,1 0-1,0 1 0,-1-1 0,1 1 1,8-2-1,6-13 30,-13 15-104,-5 3 55,-1-1 1,1 0-1,-1 0 1,1 0 0,-1-1-1,1 1 1,-1 0-1,0 0 1,1 0-1,-1 0 1,1 0-1,-1 0 1,1-1 0,-1 1-1,0 0 1,1 0-1,-1-1 1,1 1-1,-1 0 1,0-1-1,1 1 1,-1 0 0,0-1-1,0 1 1,1 0-1,-1-1 1,0 1-1,0-1 1,1 1-1,-1 0 1,0-1-1,0 1 1,0-1 0,0 1-1,0-1 1,0 0-1,0 5-43,-2 23-582,1-26 611,1 1 0,-1-1 0,0 0 1,0 1-1,1-1 0,-1 0 0,0 0 1,0 0-1,0 0 0,0 1 0,-1-2 1,1 1-1,0 0 0,0 0 0,-3 1 1,2 0-25,-1-1 0,1 1 0,0 0-1,-1 0 1,1 0 0,0 1 0,1-1 0,-4 5 0,-10 10-196,-41 16-1125,40-24 920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4:59.6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48,'0'0'147,"0"12"1747,0 96-1011,0-107-872,0 1-1,1 0 1,-1-1-1,0 1 1,0 0-1,1-1 1,-1 1-1,1-1 1,0 1-1,-1 0 1,1-1-1,0 0 1,0 1-1,0-1 1,2 3-1,-2-3-3,0 0-1,0 1 0,0-1 1,0 0-1,0 1 0,0-1 1,-1 1-1,1-1 0,0 1 1,-1-1-1,1 1 0,-1 0 1,0-1-1,1 1 0,-1 3 0,0-3-1,0-1-1,0 1 0,0 0 0,1 0 0,-1 0 0,0 0 1,1 0-1,0 0 0,-1-1 0,1 1 0,0 0 0,0-1 1,0 1-1,0 0 0,2 1 0,-2-2-1,0 2 11,-1-3-7,0 0 0,0 0-1,0 1 1,0-1 0,0 0-1,0 1 1,0-1 0,0 0-1,0 0 1,0 1 0,0-1-1,0 0 1,1 0 0,-1 0-1,0 1 1,0-1 0,0 0 0,0 0-1,1 0 1,-1 1 0,0-1-1,0 0 1,1 0 0,-1 0-1,0 0 1,0 1 0,1-1-1,-1 0 1,0 0 0,1 0-1,4 0-2,-3 0-9,-1 0 0,1 1 1,-1-1-1,1 0 0,0-1 0,-1 1 0,1 0 0,-1 0 1,1-1-1,0 1 0,-1-1 0,1 1 0,-1-1 0,0 0 1,1 0-1,-1 1 0,1-1 0,1-2 0,0 1-3,1 0 0,-1 0-1,1 0 1,0 0 0,7-1 0,12-7-20,-17 8 21,1 0 0,-1 0 0,1 1-1,-1-1 1,1 1 0,-1 1 0,1-1 0,0 1 0,-1 0 0,1 1 0,12 2 0,-19-3 7,1 1 1,-1-1-1,0 0 1,1 1-1,-1-1 1,0 0-1,1 1 1,-1-1-1,0 1 1,0-1-1,1 0 1,-1 1-1,0-1 1,0 1-1,0-1 1,0 1-1,0-1 1,0 1-1,1-1 1,-1 1-1,0-1 1,0 0-1,-1 2 1,3 6 16,1-4-10,-2-2-5,0 0 0,0-1 1,0 1-1,0 0 0,0 0 1,-1-1-1,1 1 0,-1 0 1,1 0-1,-1 0 0,1 0 1,-1 2-1,0-3 0,0 0 0,0 1 0,0-1 0,0 0 0,1 0 0,-1 0 0,0 0 0,1 0 0,-1 1 0,1-1 0,-1 0 0,1 0 0,-1 0-1,1 0 1,0 0 0,-1 0 0,1-1 0,0 1 0,0 0 0,1 1 0,5 5 16,-5-1 13,-1 0-1,0 0 1,0 0 0,0 0 0,-1 0-1,0 0 1,0-1 0,-2 13-1,1 1 62,2-14-71,-1-1 0,0 0 0,-1 0-1,1 0 1,-1 1 0,0-1 0,0 0 0,0 0 0,0 0-1,-1 0 1,1 0 0,-1-1 0,0 1 0,-1 0 0,-2 3 0,2-2 8,-1 0 0,1 1 0,-4 10 0,6-13-19,0 0 1,0 0-1,-1 0 1,1 0 0,-1-1-1,0 1 1,1 0-1,-1-1 1,-1 0-1,1 1 1,0-1 0,0 0-1,-1 0 1,1 0-1,-6 3 1,1-3-5,0 1-1,1-1 1,-1-1 0,0 1 0,0-1-1,0 0 1,0-1 0,0 0-1,-9-1 1,4 1-18,11 0-2,0 0-1,0 0 0,0 0 1,-1 0-1,1 0 0,0-1 1,0 1-1,0-1 0,0 1 0,0 0 1,0-1-1,0 0 0,0 1 1,0-1-1,0 0 0,-5-3-88,3 4 29,1-1 1,-1 0 0,0 0 0,1 0 0,-1 0 0,1 0 0,-1-1 0,1 1 0,0-1 0,-1 0 0,1 1 0,0-1 0,0 0-1,0 0 1,1-1 0,-1 1 0,0 0 0,1 0 0,-1-1 0,1 1 0,0-1 0,-2-4 0,1-23-954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5:00.1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0 134 384,'0'-124'2628,"0"123"-2623,0 1 0,0 0 0,0-1 0,0 1 0,0-1 0,0 1 0,0 0 0,0-1 0,1 1 0,-1 0 0,0-1 0,0 1 0,0 0-1,0-1 1,0 1 0,1 0 0,-1 0 0,0-1 0,0 1 0,1 0 0,-1 0 0,0-1 0,0 1 0,1 0 0,-1 0 0,0 0 0,0-1 0,1 1 0,-1 0 0,0 0 0,1 0 0,-1 0 0,0 0 0,1 0 0,-1-1 0,0 1 0,1 0 0,-1 0 0,0 0-1,1 0 1,-1 0 0,1 0 0,-1 1 0,1-1 0,0 0 12,2 0 42,0 0-27,39 0 37,-40 0-62,0 0 0,0 1-1,0 0 1,0-1 0,0 1 0,-1 0-1,1-1 1,0 1 0,-1 0 0,1 1-1,0-1 1,-1 0 0,3 3 0,1 0 13,-4-3-12,1-1 0,-1 1 1,0 0-1,0 0 0,-1 0 0,1 0 0,0 0 0,0 0 1,0 0-1,-1 0 0,1 0 0,0 0 0,-1 0 1,1 0-1,-1 1 0,1-1 0,-1 0 0,0 0 0,0 1 1,1-1-1,-1 0 0,0 0 0,0 3 0,0-2 16,0 1 0,0 0 0,1 0 0,-1-1-1,1 1 1,-1 0 0,2 2 0,11 19 136,-11-20-125,1 1 0,-1-1-1,1 1 1,-1-1-1,-1 1 1,1 0 0,-1 0-1,0 0 1,0 0 0,1 6-1,-2 346 820,0-355-907,-1 1 1,1-1-1,-1 1 0,1 0 1,-1-1-1,0 0 0,0 1 1,-2 3-1,2-4-33,0 0 0,0 1 0,0-1 0,1 0 0,-1 0 0,1 1 0,-1-1 0,0 4 0,2-5 67,-1-1 0,0 1 1,0-1-1,0 1 0,0-1 1,0 1-1,-1-1 1,1 1-1,0-1 0,0 1 1,0-1-1,0 1 1,0-1-1,-1 0 0,1 1 1,0-1-1,0 1 0,-1-1 1,1 0-1,0 1 1,-1-1-1,1 1 0,0-1 1,-1 0-1,1 1 0,0-1 1,-1 0-1,1 0 1,-1 1-1,1-1 0,-1 0 1,1 0-1,-1 0 1,1 0-1,-1 0 0,1 1 1,-1-1-1,1 0 0,0 0 1,-1 0-1,0 0 1,0-1-6,1 1 0,0 0 0,0 0 1,-1 0-1,1 0 0,0 0 0,-1 0 1,1 0-1,0 0 0,-1 1 0,1-1 1,0 0-1,0 0 0,-1 0 1,1 0-1,0 0 0,-1 0 0,1 0 1,0 1-1,0-1 0,-1 0 0,1 0 1,0 0-1,0 1 0,0-1 0,-1 0 1,1 0-1,0 1 0,0-1 0,0 0 1,0 1-1,-1-1 0,1 0 1,0 0-1,0 1 0,0-1 0,0 0 1,0 1-1,0-1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5:00.3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62 352,'0'-30'2089,"0"30"-2085,0 0 0,0 0 0,0 0-1,0 0 1,0-1 0,0 1 0,0 0 0,0 0 0,0 0-1,0 0 1,0 0 0,0 0 0,0 0 0,0 0 0,0 0-1,0-1 1,0 1 0,0 0 0,0 0 0,0 0 0,0 0-1,0 0 1,0 0 0,0 0 0,0 0 0,1 0 0,-1 0-1,0 0 1,0 0 0,0 0 0,0 0 0,0 0 0,0 0-1,0-1 1,0 1 0,0 0 0,1 0 0,-1 0 0,0 0-1,0 0 1,0 0 0,0 0 0,0 0 0,0 0 0,0 0-1,0 1 1,0-1 0,1 0 0,-1 0 0,0 0 0,0 0-1,0 0 1,0 0 0,0 0 0,4 0 57,-4 0-46,1 0 0,0 0 0,-1 0 0,1 0 0,0 0-1,-1 0 1,1 0 0,0 0 0,-1 0 0,1 0 0,0-1 0,-1 1-1,1 0 1,0 0 0,-1-1 0,1 1 0,-1-1 0,1 1 0,-1 0 0,1-1-1,-1 1 1,1-1 0,-1 1 0,1-1 0,-1 1 0,1-1 0,0-1-1,0 0 11,1 1 1,0-1-1,0 0 0,0 1 0,0-1 0,0 1 0,0 0 0,1-1 0,-1 1 0,0 0 0,1 0 0,-1 1 0,1-1 0,-1 1 0,1-1 0,4 0 0,7 0-6,28 2 1,-20 0-292,33-1-1196,-39 0 590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5:00.5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0 352,'0'0'1873,"0"8"-1537,0 5-16,0 7 48,0 0 1,0 0-49,0 0-112,0 0-80,-22 1-16,22-1-48,0 0-64,-14 4-80,14-4-208,0-12-192,0 4-225,-21-12-367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5:11.7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0 128,'0'0'259,"0"23"1061,-1-15-1342,1-8 73,0 0 0,0 1 1,0-1-1,0 1 0,0-1 0,0 0 0,0 1 0,0-1 0,0 1 0,0-1 0,1 0 1,-1 1-1,0-1 0,0 1 0,0-1 0,0 0 0,1 1 0,-1-1 0,0 0 1,0 1-1,0-1 0,1 0 0,-1 1 0,0-1 0,1 0 0,0 1 0,24-1-10,-2 1-29,-1-2-1,0 0 0,27-5 0,-35 4-15,1 1 0,25 2 1,-21 0 217,-27-2-201,-37 3-24,10 5-18,31-7 27,1 0 0,0 0 0,0 1 1,0-1-1,0 1 0,0 0 0,0 0 0,-3 1 0,-16 5-32,20-6 34,-1 0 0,1 0 0,0 0 0,-1 0 0,1 0 0,0 0 0,0 1 0,0-1 0,0 1 0,0 0 0,0-1 0,1 1 0,-1 0 0,-1 3 0,2-2 2,0 0 0,0 0 0,0 0 0,1 0-1,-1 0 1,1 0 0,0 0 0,0 1 0,0-1 0,1 0-1,0 5 1,-1-7 0,0 65 201,0 27 309,0-93-510,0 1 0,0-1-1,0 0 1,1 1 0,-1-1 0,0 0-1,0 1 1,0-1 0,0 0 0,0 1-1,1-1 1,-1 0 0,0 1 0,0-1-1,0 0 1,1 0 0,-1 1 0,0-1-1,0 0 1,1 0 0,-1 0 0,0 1-1,0-1 1,1 0 0,-1 0 0,0 0-1,1 0 1,-1 0 0,1 1 0,-1-1-2,1 0 0,-1 0 0,1 0 0,-1 0 1,0 0-1,1 0 0,-1 1 0,0-1 0,1 0 1,-1 0-1,0 1 0,1-1 0,-1 0 0,0 0 1,0 1-1,1-1 0,-1 0 0,0 1 0,0-1 1,1 0-1,-1 1 0,0-1 0,0 0 0,0 1 1,0-1-1,0 1 0,1-1 0,-1 0 0,0 1 1,0 0-1,0-1 0,0 0 1,0 0-1,0 0 0,0 0 1,0 0-1,0 1 1,0-1-1,0 0 0,0 0 1,0 0-1,0 0 1,0 0-1,0 0 0,0 0 1,0 0-1,0 0 0,0 0 1,0 1-1,0-1 1,0 0-1,0 0 0,0 0 1,0 0-1,0 0 1,1 0-1,-1 0 0,0 0 1,0 0-1,0 0 1,0 0-1,0 0 0,0 0 1,0 0-1,0 0 0,0 0 1,0 0-1,1 0 1,-1 0-1,0 0 0,0 0 1,0 0-1,0 0 1,0 0-1,0 0 0,0 0 1,0 0-1,1 0 0,-1 0 1,0 0-1,0 0 1,0 0-1,0 0 0,0 0 1,0 0-1,5 0-3,0 0-1,-1 0 1,1-1 0,-1 0-1,1 0 1,-1 0-1,1 0 1,-1-1 0,0 1-1,7-5 1,-8 5 0,0 0 1,-1 0 0,1 0-1,0 0 1,-1 1-1,1-1 1,0 1-1,0 0 1,0-1-1,-1 1 1,4 1 0,-5-1 2,0 0 1,0 0 0,-1-1-1,1 1 1,0 0 0,-1 0 0,1 0-1,0-1 1,0 1 0,-1 0-1,1 0 1,0-1 0,-1 1 0,1-1-1,1 0 1,-1 0 0,0 0 1,0 0 0,0 1-1,0-1 1,1 0-1,-1 1 1,0-1-1,1 1 1,-1 0-1,0-1 1,1 1-1,-1 0 1,0 0-1,1-1 1,-1 1-1,2 1 1,70-1-47,-72-1 45,0 1 1,1 0 0,-1 0-1,0 0 1,0 1 0,0-1-1,0 0 1,0 0 0,0 1 0,1-1-1,-1 0 1,0 1 0,0-1-1,0 1 1,0 0 0,0-1 0,0 1-1,0 0 1,-1-1 0,1 1-1,0 0 1,0 0 0,0 0 0,0 1-1,1 2-4,-1-1 0,0 1 0,0 0 0,-1-1 0,1 1 0,-1 0 0,1-1 0,-2 7 0,1-9 4,0 0 0,0-1 1,0 1-1,0-1 0,1 1 0,-1 0 0,0-1 1,0 1-1,0-1 0,0 1 0,1 0 1,-1-1-1,0 1 0,1-1 0,-1 1 0,0-1 1,1 1-1,-1-1 0,0 0 0,1 1 1,-1-1-1,1 1 0,-1-1 0,1 0 0,-1 1 1,1-1-1,-1 0 0,1 1 0,0-1 1,0 0-1,0 0 1,-1 0 0,1 1 1,-1-1-1,1 0 0,0 0 1,-1 1-1,1-1 0,-1 0 1,1 1-1,-1-1 0,0 1 1,1-1-1,-1 0 0,1 1 1,-1-1-1,0 1 0,1-1 1,-1 1-1,0 0 0,1-1 1,-1 1-1,0-1 0,0 1 1,0-1-1,1 1 0,-1 0 1,0-1-1,0 1 0,0-1 1,0 2-1,0 90 194,0-91-193,0 0 1,0 0 0,0 0 0,0 1 0,0-1 0,0 0 0,-1 0-1,1 0 1,0 0 0,0 0 0,-1 0 0,1 0 0,-1 0-1,1 0 1,-1 0 0,1 0 0,-1 0 0,0-1 0,1 1 0,-1 0-1,0 0 1,0 0 0,0-1 0,0 1 0,1-1 0,-1 1-1,0 0 1,-2 0 0,1 0 2,0 0 0,0 0 0,1 0 0,-1 0 1,1 0-1,-1 1 0,1-1 0,-1 1 0,-1 1 0,0 2 16,0 0-1,-1-1 1,1 1 0,-1-1-1,-1 0 1,1 0 0,0 0-1,-1-1 1,0 1 0,0-1-1,-9 5 1,-9 2 24,13-4-3,-1-1-1,0 0 1,0-1 0,-13 4 0,-3 0 8,25-7-48,-1 0-1,1-1 1,-1 1-1,0 0 1,1-1-1,-1 1 1,0-1-1,-4 0 1,-46 0-106,53 0 75,-1 0 0,0 0 1,0 0-1,0 0 0,0 0 1,1-1-1,-1 1 1,0 0-1,0-1 0,1 1 1,-1 0-1,0-1 0,0 1 1,1-1-1,-1 1 1,1-1-1,-1 0 0,-1 0 1,-2-3-133,0 2 39,0 0-39,0 0 0,1-1 1,-1 1-1,0-1 0,1 1 0,0-1 0,-6-6 1,9 9 84,-1-1 0,1 0 0,-1 0 0,1 0 0,0 0 1,-1 1-1,1-1 0,0 0 0,0 0 0,0 0 0,-1 0 0,1 0 1,0-1-1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25:12.5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108 81 160,'0'0'2129,"4"-2"-2105,12-2-25,20-10 26,-2-5-6,-34 19-17,1 0 0,0-1 0,-1 1-1,1 0 1,0-1 0,0 1 0,-1 0 0,1 0 0,0-1 0,0 1 0,-1 0 0,1 0 0,0 0 0,0 0 0,-1 0 0,2 0-1,4 0 7,15-8-3,-18 6-3,0 1-1,0-1 0,0 1 1,0 0-1,0 0 0,0 0 0,0 1 1,1-1-1,4 0 0,8-2-8,-14 2 8,0 0-1,0 0 0,0 1 1,0-1-1,0 1 1,0 0-1,0-1 1,0 1-1,3 0 1,-5 0-1,1 0 1,-1 1 0,1-1-1,-1 0 1,1 0 0,-1 0-1,1 0 1,0 0-1,-1 0 1,1 0 0,-1 0-1,1 0 1,0 0-1,-1-1 1,1 1 0,-1 0-1,1 0 1,-1 0-1,1-1 1,-1 1 0,1 0-1,-1-1 1,1 1 0,-1 0-1,1-1 1,-1 1-1,0-1 1,1 1 0,-1-1-1,0 1 1,1-1-1,-1 1 1,0-1 0,1 1-1,-1-1 1,0 1 0,0-1-1,0 0 1,0-1 519,-56 2-368,-35 0-141,89 0-13,-1 0 1,0 0-1,1 1 1,-1-1 0,0 1-1,1-1 1,-1 1-1,-3 1 1,-8 3-2,-71 4-408,84-9 400,-4 1-138,1 0-1,-1 0 0,1 1 0,-1 0 0,-7 4 0,-8 2-672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10.4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123 188 64,'0'0'2062,"0"9"-1886,1-9-165,-1 1 0,0 0 0,0 0 0,0-1-1,0 1 1,0 0 0,1-1 0,-1 1-1,0 0 1,0-1 0,1 1 0,-1-1 0,0 1-1,1 0 1,-1-1 0,1 1 0,-1-1-1,1 1 1,-1-1 0,1 1 0,-1-1 0,1 0-1,-1 1 1,2-1 0,-1 2 29,2-2-13,8 0-17,-8 0-15,8 0 50,-9 0-31,9-1-14,3 3 18,-14-1-18,0-1 1,0 0-1,0 1 0,0-1 0,0 0 0,0 1 0,0-1 0,0 0 1,0 1-1,0-1 0,0 0 0,0 1 0,1-1 0,-1 0 0,0 0 1,0 1-1,0-1 0,0 0 0,1 1 0,-1-1 0,0 0 1,0 0-1,1 0 0,-1 1 0,0-1 0,0 0 0,1 0 0,-1 0 1,0 0-1,0 0 0,1 1 0,-1-1 0,0 0 0,1 0 0,-1 0 1,0 0-1,1 0 0,-1 0 0,1 0 1,-1 0 0,0 0-1,1 0 1,-1 0 0,0 0-1,1 0 1,-1 0 0,0 0 0,1 0-1,-1 1 1,0-1 0,1 0-1,-1 0 1,0 0 0,1 1 0,-1-1-1,0 0 1,1 0 0,-1 1 0,0-1-1,0 0 1,0 1 0,1-1-1,-1 0 1,0 1 0,0-1 0,0 0-1,0 1 1,1-1 0,-1 0-1,0 1 1,0-1 0,0 1 0,0-1-1,0 0 1,0 1 0,0-1-1,0 1 1,0 0 0,3-1 23,8 0-16,-9 0-3,9 0 38,-10-1-42,0 1-1,-1 0 1,1 0 0,0-1-1,0 1 1,0 0 0,0 0-1,-1 0 1,1 0 0,0 0-1,0 1 1,1-1 0,0 1-2,0-1 52,9 0-1,-8 0-36,40 0 100,-29 4-73,-13-4-40,0 1 1,-1-1-1,1 0 0,0 0 0,-1 1 0,1-1 0,-1 1 1,1-1-1,-1 0 0,1 1 0,-1-1 0,1 1 1,-1 0-1,0-1 0,1 1 0,-1-1 0,1 1 0,-1 0 1,0-1-1,0 1 0,1 0 0,-1 1 18,36-2-1,-34 0-4,1 0-28,8 0 14,-9 0-8,1 0 22,8 0-17,-8 0-10,-2 0 45,34 0-56,-33 0 61,0 0-45,41 0 11,-43 0-4,0 0 1,1 0 0,-1 0 0,0 0 0,1 0 0,-1 0 0,0 0 0,0 0 0,1 0 0,-1 0 1,0 0-1,1 0 0,-1 0 0,0 0 0,0 0 0,1 0 0,-1 0 0,0 0 0,1 1 1,-1-1-1,0 0 0,0 0 0,1 0 0,-1 1 0,0-1 0,0 0 0,0 0 0,1 1 0,-1-1 1,0 0-1,0 0 0,0 1 0,0-1 0,0 0 0,1 1 0,-1-1 0,0 0 0,0 1 0,0 0 16,3-1-32,10 0 0,-11 9 19,21 1 13,-19-3-13,10 0-7,-5-3-6,-3 1-2,-6-5 12,1 0 0,-1 1 0,1-1 0,-1 1 1,1-1-1,-1 0 0,1 0 0,-1 1 0,1-1 0,-1 0 0,1 0 0,0 0 0,-1 0 0,1 1 1,-1-1-1,1 0 0,0 0 0,-1 0 1,0 0-1,1 0 1,-1 0 0,0 0 0,0 0 0,0 0 0,0 0-1,1 0 1,-1 0 0,0 0 0,0 0 0,0 0-1,0 1 1,1-1 0,-1 0 0,0 0 0,0 0-1,0 0 1,0 0 0,0 1 0,0-1 0,0 0 0,1 0-1,-1 0 1,0 0 0,0 1 0,0-1 0,0 0-1,0 0 1,0 0 0,0 1 0,1 0-1,33 1-13,-32-2 21,1 0-16,35 0 32,-36 0-35,7 0 1,34 0 7,-40 0 11,-6 0-45,2 0 37,1 0-1,-1-1 1,1 1 0,-1 0 0,1 0-1,-1 0 1,0 0 0,1-1 0,-1 1 0,1 0-1,-1 0 1,1-1 0,-1 1 0,1 0-1,-1-1 1,1 1 0,0-1 0,-1 1 0,1-1-1,-1 1 1,1-1 0,0 1 0,-1-1-1,1-1 1,-1 2 1,1-1 0,0 1 0,0-1 0,-1 1 0,1-1 0,0 1 0,0-1 0,-1 1 0,1 0 0,-1-1 0,1 1 0,0 0 0,-1-1 0,1 1 0,-1 0 0,1-1 0,-1 1 0,1 0 0,0 0 0,-1 0 0,1-1 0,-1 1 0,1 0-1,-2 0 1,1 0 0,0 0-1,-1 0 1,1-1-1,0 1 1,-1 0-1,1-1 1,0 1-1,0-1 0,-1 0 1,1 0-1,0 1 1,0-1-1,-2-2 1,-8-4-2,3 4 2,4 2 2,1 0-1,-1 0 1,1-1 0,-1 1 0,1-1 0,0 0 0,-4-3 0,4 2-4,1 1 0,-1 0 0,0 0 0,0 1 0,1-1 0,-1 1 0,0 0 0,0-1 0,0 1 0,0 1 0,-4-2 0,3 1-1,3 1 0,-1-1-1,1 1 1,0-1-1,-1 1 1,1-1-1,0 0 0,0 0 1,-1 0-1,0-1 1,1 1 1,0 0 0,1 1 0,-1-1 1,0 0-1,0 1 0,0-1 1,0 0-1,0 1 0,0 0 0,0-1 1,0 1-1,0 0 0,0-1 1,0 1-1,-2 0 0,0 0 5,-1 0-1,0 0 1,1-1-1,-1 1 1,0-1-1,1 0 1,-7-3-1,5 2-12,-16-1 7,19 3 3,-1 0-1,1 0 1,0 0 0,0 0 0,0-1 0,-1 1 0,1-1-1,-3-1 1,-18-8-22,22 9 21,-1 0 1,1 1 0,-1-1-1,1 1 1,-1 0 0,0-1-1,1 1 1,-1 0 0,1 0-1,-1 0 1,0 0 0,1 1-1,-3-1 1,-1 1 0,-11-2-7,-17 1 21,31 0-16,1 0 0,-1 0 0,1 1 0,0-1 0,-1 0-1,1 1 1,0-1 0,-1 1 0,1-1 0,0 1 0,-1 0 0,1-1-1,0 1 1,0 0 0,0 0 0,-2 2 0,2-2 1,0 0 0,1-1 1,-1 1-1,0 0 0,0-1 1,0 1-1,0 0 0,0-1 1,0 0-1,0 1 0,0-1 1,0 0-1,0 1 0,0-1 1,-1 0-1,0 0 0,-22 0 21,16 0-29,8 0 7,-1 0-1,0 0 1,1 0-1,-1 0 1,1 0-1,-1 0 0,1 0 1,-1 0-1,1 1 1,-1-1-1,1 0 0,-1 1 1,1-1-1,-1 0 1,1 1-1,-1-1 0,1 1 1,-1 0-1,-3 2 6,4-3-4,-6 3 0,-1-1 1,1 0-1,0 0 0,-1-1 1,1 0-1,-11 1 0,14-2 2,0 0 0,-1 1 0,1 0 0,0-1 0,0 2 0,-1-1 0,1 0 0,0 1 0,0-1 0,-5 5 0,6-4-29,2 0 0,0-2 28,0 0 0,0 0-1,0 0 1,0 0 0,0 1-1,-1-1 1,1 0 0,0 0-1,0 0 1,0 0 0,0 1-1,0-1 1,0 0 0,0 0-1,0 0 1,0 0 0,0 0-1,1 1 1,-1-1 0,0 0-1,0 0 1,0 0 0,0 0-1,0 0 1,0 1 0,0-1-1,0 0 1,0 0 0,0 0-1,0 0 1,0 0 0,1 0-1,-1 1 1,0-1 0,0 0-1,0 0 1,0 0 0,0 0-1,1 0 1,4 0 0,0 1 0,0-1 0,1 2 0,-1-1 0,9 4-1,-9-4 1,1 0 0,-1 0 0,0 0-1,0-1 1,0 0 0,1 0 0,4-1-1,10 0 8,-13 0-9,-1 0 0,0 0 0,0-1 0,0 0-1,-1 0 1,1 0 0,0-1 0,-1 0 0,11-8 0,-2 5-2,-2 1 6,-8-4 4,-4 9-7,0-1 0,0 1 1,1-1-1,-1 1 0,0-1 0,0 1 0,1 0 0,-1-1 0,0 1 0,0-1 0,1 1 1,-1 0-1,0-1 0,1 1 0,-1 0 0,0-1 0,1 1 0,-1 0 0,0 0 0,1-1 0,-1 1 1,1 0-1,-1 0 0,1 0 0,-1 0 0,0-1 0,1 1 0,-1 0 0,1 0 0,-1 0 1,1 0-1,0 1 0,2-1-6,-3-1 9,0 0 0,0 0-1,0 1 1,0-1 0,0 0-1,0 1 1,0-1-1,-1 0 1,1 1 0,0-1-1,0 0 1,0 1 0,-1-1-1,1 0 1,0 1-1,0-1 1,-1 1 0,1-1-1,-1 1 1,1-1 0,0 1-1,-1-1 1,1 1-1,-1-1 1,1 1 0,-1-1-1,1 1 1,-1 0 0,0-1-1,-2 0 0,0 1-1,1 0 1,-1-1-1,1 1 0,-1 1 1,-3-1-1,-8 1 9,-205-1-58,216 0 77,6 0-47,15 5 12,-15-4 6,0 0-1,0 0 1,0 0-1,7 1 1,1-2 1,34-3-5,-40 3 5,0-2-1,0 1 0,0 0 1,-1-1-1,1 0 0,8-6 1,0-5 0,-12 12-2,0-1 0,0 1 0,0 0 0,0 0 1,0 0-1,0 0 0,0 0 0,1 0 0,-1 0 1,2 0-1,-3 1 1,1 0 1,-1 0-1,1 0 0,0-1 1,-1 1-1,1 0 1,-1 0-1,1 0 0,-1 0 1,1-1-1,-1 1 1,0 0-1,1-1 0,-1 1 1,1 0-1,-1-1 0,1 1 1,-1-1-1,0 1 1,1-1-1,-1 1 0,0-1 1,1 1-1,-1-1 1,0 1-1,0-1 0,0 1 1,1-1-1,-1 1 1,0-1-1,0 0 0,0 1 1,0-1-1,0 1 1,0-1-1,0 0 0,0 1 1,0-1-1,0 1 0,0-1 1,0 0-1,0-6 34,-12 5-20,9 2-17,0 0-1,0-1 1,0 1 0,0-1 0,-3-2 0,3 2 2,1 0 1,-1 0 0,0 0-1,0 1 1,-4-1-1,-11 1 1,-37-6 0,6 5-6,36 1-1,-2 0 5,2-1 2,1 1 0,0 1 0,-1 1 0,-21 5-1,33-7 2,0 0-1,0 0 1,0 1-1,1-1 1,-1 1-1,0-1 0,0 0 1,1 1-1,-1 0 1,0-1-1,1 1 0,-1-1 1,0 1-1,1 0 1,-1-1-1,1 1 0,-1 0 1,1 0-1,-1 0 1,1 0-1,-1 1 0,1 1 2,-1-1 0,1 1 0,-1 0 0,1 0 0,0 5 0,0-1-1,0-6-1,0-1 0,0 1 0,0-1 0,1 1 0,-1 0 0,0-1-1,0 1 1,0 0 0,0-1 0,1 1 0,-1-1 0,0 1 0,0-1 0,1 1 0,-1-1 0,0 1 0,1-1 0,-1 1 0,1-1 0,-1 1 0,0-1 0,1 0 0,-1 1 0,1-1-1,-1 0 1,1 1 0,-1-1 0,1 0 0,0 1 0,19 2-3,-5-2 2,-2 3 0,9 2 6,0-1 0,0-1 0,35 1 0,68-5-26,-124 0 23,0 0-1,0 0 1,0-1 0,0 1 0,0 0 0,0 0 0,0 0-1,0-1 1,0 1 0,0-1 0,0 1 0,0-1 0,0 1-1,0-1 1,0 0 0,0 1 0,-1-1 0,1 0 0,0 0-1,0 0 1,-1 0 0,1 0 0,0 0 0,-1 0 0,1 0-1,-1 0 1,1 0 0,-1 0 0,0 0 0,1 0 0,-1-1-1,0 1 1,1 0 0,-1-2 0,0-45 185,-2 44-123,0 2-61,-1 0 1,1 0-1,-1 0 0,0 1 1,0-1-1,1 1 1,-1 0-1,0 0 1,0 0-1,0 0 1,0 1-1,0 0 1,0-1-1,0 1 0,0 0 1,-4 1-1,6-1-5,-1 0 1,0 0-1,0-1 0,0 1 0,0 0 0,1-1 0,-1 0 0,0 1 0,-2-2 0,3 1 1,-1 0 0,0 0-1,1 1 1,-1-1 0,0 1-1,0-1 1,1 1 0,-1 0 0,-2-1-1,-3 2 2,0-1 0,0-1-1,1 1 1,-1-1-1,0-1 1,-10-3 0,12 3 5,-1 1-1,1 0 1,0 1 0,0-1 0,0 1 0,0 1 0,-6 0-1,-9 0-34,-5-1 40,23 0 9,3 15-71,-1-14 52,0-1 0,0 1 1,0 0-1,0 0 0,0 0 0,0 0 0,0 0 0,0 0 0,1 0 0,-1 0 1,0 0-1,0-1 0,1 1 0,-1 0 0,0 0 0,1 0 0,-1-1 1,1 1-1,-1 0 0,1 0 0,-1-1 0,1 1 0,-1 0 0,1-1 0,0 1 1,-1-1-1,1 1 0,1 0 0,5 3-5,-5-3 8,0 0 0,0 0-1,-1 0 1,1 0-1,0 1 1,-1-1 0,1 0-1,2 3 1,-3-2-6,0 0 1,1-1 0,-1 1-1,1-1 1,-1 0-1,1 0 1,0 1 0,-1-1-1,1 0 1,0-1 0,0 1-1,0 0 1,3 0-1,28 5 3,-22-5 7,-4 0-6,0 0-1,-1 0 1,10-2 0,7 1-1,42 0 0,-62-1 0,0 1 1,-1 0-1,1-1 1,0 1 0,-1-1-1,1 0 1,0 0-1,-1 0 1,1-1 0,-1 1-1,4-3 1,-3 2-2,-1 0 1,1 1-1,-1 0 0,1-1 1,0 1-1,3-1 0,-5 2 1,1 0 0,-1 0 0,0 0 0,0 0 0,1-1 0,-1 1 0,0-1-1,0 1 1,0-1 0,0 1 0,0-1 0,0 0 0,0 1 0,0-1 0,0 0 0,0 0-1,0 0 1,0 0 0,0 0 0,0 0 0,-1 0 0,1 0 0,1-2 0,-2 2 0,0 0 0,0 0 0,1 0 0,-1 0 0,0 0 0,1 0 0,-1 0 0,1 1 0,-1-1 1,1 0-1,-1 0 0,1 1 0,-1-1 0,1 0 0,0 1 0,-1-1 0,1 1 0,0-1 0,-1 1 1,1-1-1,0 1 0,0-1 0,0 1 0,-1 0 0,1 0 0,0-1 0,1 1 0,-2 0 1,1 0-1,0 0 0,-1 0 0,1-1 1,-1 1-1,1 0 0,-1 0 0,1-1 1,0 1-1,-1 0 0,1-1 0,-1 1 1,0-1-1,1 1 0,-1-1 1,1 1-1,-1-1 0,0 1 0,1-1 1,-1 1-1,0-1 0,1 0 0,-1 0 1,1-18 3,-1 9 15,0 9-19,-1 0 0,1 1 1,0-1-1,0 0 1,0 0-1,0 1 0,-1-1 1,1 0-1,0 1 1,0-1-1,-1 0 0,1 1 1,-1-1-1,1 0 1,0 1-1,-1-1 0,1 1 1,-1-1-1,1 1 0,-1-1 1,0 1-1,1 0 1,-1-1-1,1 1 0,-2-1 1,-19-5-26,14 4 24,-34-1 14,28 0-10,6 1-4,0 1 1,1 0-1,-1 0 1,-12 0-1,-31 1-7,45 1 9,1 0 1,-1 0-1,0 0 1,1 1-1,-1 0 0,1 0 1,-1 0-1,1 1 1,-8 5-1,5-3-18,6-5 16,0 1 0,0 0 0,0-1 0,0 1 0,1 0 0,-1 0 0,0 0 0,1-1 0,-1 1 0,0 0 0,1 0 0,-1 0 0,1 0 0,0 0 0,-1 0-1,1 0 1,0 1 0,-1 0 0,0 22-2,2-14-16,-1-8 18,0 0 0,1 0 0,-1 0 1,1-1-1,-1 1 0,1 0 0,0 0 0,-1 0 1,1-1-1,0 1 0,0 0 0,2 1 0,14 18-10,-13-16 10,0-2-1,0 1 1,1-1-1,4 4 0,-3-4-7,-1 1 0,0 0-1,8 8 1,-8-6 5,-4-5 3,0 1 1,0-1-1,0 1 0,0-1 0,1 0 0,-1 1 1,0-1-1,1 0 0,-1 0 0,0 0 1,1 0-1,-1 0 0,1-1 0,0 1 1,2 0-1,34 2 4,-34-3-4,1 0 0,-1 0 0,0-1 0,0 1 0,0-1 0,0 0 0,-1-1 1,7-2-1,-4 0 1,-3 3 0,-1-1 0,1 1 1,-1-1-1,1 0 0,-1 0 1,1 0-1,2-4 0,-1-3 8,-4 8-6,1 0-1,-1-1 1,1 1-1,-1 0 1,1 0-1,0 0 1,-1 0-1,1 0 1,0 0-1,0 0 1,0 0 0,-1 0-1,2-1 1,0 1-1,-1 0 1,0-1-1,0 1 1,0-1 0,0 1-1,0-1 1,0 0-1,0 1 1,0-1 0,0 0-1,-1 0 1,1 1-1,-1-1 1,1 0 0,-1-2-1,2-33 46,-2 23-15,0 13-31,0 0 1,0 0-1,0 0 1,-1 0-1,1 0 1,0 0-1,0-1 1,0 1 0,-1 0-1,1 0 1,-1 0-1,1 0 1,-1 0-1,1 0 1,-1 0-1,1 0 1,-1 1 0,0-1-1,0-1 1,-5-6 4,2-1-3,4 8-3,0 0 0,0 0 0,-1 0 0,1 1 0,0-1 0,-1 0 1,1 0-1,-1 0 0,1 1 0,-1-1 0,1 0 0,-1 0 0,0 1 1,1-1-1,-1 1 0,0-1 0,1 1 0,-2-2 0,-15-12 11,14 11-9,0 0 1,0 1-1,0-1 0,-1 1 0,1-1 1,-7-2-1,-1 1-3,-1 0 0,0 1-1,0 0 1,-1 1 0,1 1 0,0 0 0,-1 1 0,-21 3-1,29-2 4,0 1-1,0-1 1,0 2-1,0-1 0,0 1 1,1-1-1,-1 2 1,1-1-1,-1 0 1,1 1-1,0 0 0,0 0 1,1 1-1,-5 4 1,8-8-2,0 0 0,-1 0 1,1 1-1,-1-1 1,1 0-1,0 0 0,0 0 1,0 0-1,0 0 1,0 1-1,0-1 0,0 0 1,0 0-1,0 0 0,0 2 1,1 1 1,-1 59-74,0-61 71,0-1 0,0 1 1,0 0-1,0-1 0,1 1 1,-1-1-1,0 1 0,1-1 1,-1 1-1,1-1 1,1 3-1,2 4 9,-4-5-10,1-1 1,0 0 0,0 0-1,0 0 1,0 0 0,0 0-1,0-1 1,0 1 0,0 0-1,1-1 1,-1 1 0,1-1-1,-1 1 1,1-1 0,-1 0-1,1 1 1,0-1 0,-1 0-1,4 1 1,-3-1 1,9 7-7,8 4 14,-12-10-9,-5 0 2,0-2 0,0 1 0,0 0 0,-1 0 0,1-1 0,1 1 0,-1-1 0,0 0 0,0 0-1,0 0 1,0 0 0,0 0 0,0 0 0,3-1 0,-1-2 3,0 1 1,-1-1-1,1 0 0,-1 0 0,0 0 0,0 0 0,0-1 1,0 1-1,0-1 0,4-8 0,-6 11-3,-1-1 0,1 0 1,-1 1-1,1-1 0,-1 1 0,1-1 1,-1 0-1,0 0 0,0 1 0,0-1 0,0 0 1,0 0-1,0 1 0,-1-4 0,1-1 2,0-11 31,0 10-6,1 1-1,-2 0 1,0-10-1,1 15-21,0 0 0,-1-1 1,1 1-1,-1 0 0,1-1 0,-1 1 0,1 0 1,-1-1-1,0 1 0,1 0 0,-1 0 0,0 0 1,0 0-1,0 0 0,0 0 0,0 0 0,0 0 1,-2-1-1,-2-1 1,0 0 0,0 1 0,-1-1 0,1 1 0,-1 1 0,0-1 1,1 1-1,-1 0 0,0 1 0,0-1 0,-9 2 0,9-1-2,4 0 0,-1 0-4,1-1-1,0 1 0,-1 0 1,1 1-1,-1-1 1,1 0-1,0 1 0,-1-1 1,1 1-1,0 0 1,-1 0-1,1 0 1,0 0-1,0 1 0,-4 2 1,-3 4 2,7-6-2,0 0-1,0 0 1,0 0-1,0 0 1,0 0-1,1 0 1,-1 1-1,0-1 1,-1 6-1,1-4-1,0 0 0,1 0 0,0 0 0,0 0 0,0 0 0,1 1 0,-1-1 0,0 7-1,1 0 4,0 18-28,0-28 26,0 0 1,0-1-1,0 1 1,1 0 0,-1 0-1,0 0 1,0 0-1,0-1 1,1 1 0,-1 0-1,1 0 1,-1-1 0,0 1-1,1 0 1,-1-1-1,1 1 1,-1 0 0,1-1-1,-1 1 1,1-1-1,0 1 1,-1-1 0,1 1-1,0-1 1,-1 1 0,2-1-1,9 2 0,0-1-1,0 0 0,16-3 1,-2 2-20,-24 0 21,0-1-1,0 1 1,0 0-1,0 0 1,0 0-1,0-1 0,0 1 1,0 0-1,0-1 1,0 1-1,0-1 1,-1 1-1,1-1 1,0 0-1,0 1 0,0-1 1,-1 0-1,1 0 1,0 0-1,-1 0 1,2-1-1,8-9 24,-9 11-22,-1-1 0,1 1 0,0 0 0,-1-1 0,1 1 1,-1-1-1,1 1 0,-1-1 0,1 1 0,-1-1 0,0 1 0,1-1 0,-1 0 0,0 1 0,1-1 0,-1-1 0,1-16 3,-1 8 6,1 6-9,-1 1 6,0 1 0,1 0 0,-1 0 0,0 0 0,0 0 0,-1 0 0,1-1 0,0 1 0,0 0 0,-1 0 0,-1-4 0,-3-5 31,5 10-34,-1 0-1,1 1 1,0-1 0,-1 0 0,1 0-1,0 0 1,-1 0 0,1 1 0,-1-1-1,1 0 1,-1 0 0,0 1 0,1-1 0,-1 1-1,0-1 1,1 0 0,-1 1 0,0-1-1,1 1 1,-1 0 0,0-1 0,0 1 0,0 0-1,1-1 1,-1 1 0,0 0 0,0 0-1,-1 0 1,-16-1 19,9 1-20,-1 0-1,1 0 1,-12 2 0,19-1-3,1-1 0,-1 1 1,0-1-1,0 1 1,0 0-1,1-1 1,-1 1-1,0 0 1,1 1-1,-1-1 0,1 0 1,-1 0-1,1 1 1,-1-1-1,1 1 1,0-1-1,-1 1 1,1 0-1,0 0 0,-1 3 1,0-2-3,1 0-2,0 0 1,0 1-1,0-1 1,0 0-1,0 1 1,1-1-1,-1 1 1,1-1-1,-1 6 1,1 41-29,12-48 21,-2-2 11,-6 0 0,-1 0 0,1 1 0,-1-2 0,1 1 0,0 0 0,-1-1 0,0 0 0,1 0 0,-1 0 0,7-3 0,4-4 0,12-10-8,-25 18 8,-1-1 0,0 0 0,1 1 0,-1-1 0,0 0 0,0 1 0,1-1 0,-1 0 0,0 0 0,0 1 0,0-1 0,0 0 0,0 0 0,0 0 1,0 1-1,0-1 0,0 0 0,0 0 0,0-1 0,-1-2 84,1 3-84,0 0-1,0 0 0,0 1 0,0-1 1,0 0-1,0 0 0,0 1 0,0-1 1,-1 0-1,1 0 0,0 1 0,0-1 1,-1 0-1,1 0 0,0 1 1,-1-1-1,1 0 0,-1 1 0,1-1 1,-1 1-1,1-1 0,-1 1 0,1-1 1,-1 1-1,0-1 0,-2 0 0,1 0 1,0 0-1,0 1 0,0-1 0,-1 1 0,-2-1 0,-10-1 26,10 0-18,1 0-5,1 1-1,-1 0 1,1 0-1,-1 0 1,1 1-1,-1-1 0,-6 1 1,5 0-5,1 0 1,0 0-1,-1 1 0,1 0 1,0 0-1,-5 1 1,8-1 1,0-1 0,0 1 0,0-1 0,0 1 0,0 0 0,0-1 0,0 1 0,0 0 0,0 0 0,0 0 0,0 0 0,1 0 1,-1 0-1,0 0 0,1 0 0,-1 0 0,0 0 0,1 0 0,-1 0 0,1 1 0,0-1 0,-1 0 0,1 0 0,0 1 0,0-1 0,-1 0 0,1 1 1,0 1-1,0 59-106,0-60 107,1-1 0,-1 1 0,0 0 1,1 0-1,-1-1 0,1 1 0,-1-1 0,1 1 1,0 0-1,0-1 0,0 0 0,-1 1 0,1-1 1,0 1-1,0-1 0,1 0 0,-1 0 0,0 0 1,0 0-1,0 0 0,3 2 0,-2-2-2,-1 0-1,1 0 1,-1 1 0,1-1-1,-1 1 1,1-1 0,-1 1 0,0 0-1,0-1 1,2 3 0,-2 0 2,1 0 0,1 0 1,-1 0-1,0-1 0,1 1 0,0-1 1,-1 0-1,1 0 0,1 0 1,-1 0-1,0-1 0,7 5 1,-5-4-3,0 0-1,1-1 1,-1 0 0,0 0 0,1 0-1,-1-1 1,1 0 0,10 1 0,-12-2 6,0 0 0,0-1 1,0 1-1,0-1 0,6-2 1,-8 3-4,-1-1 1,0 0-1,1 1 1,-1-1 0,0 0-1,0 0 1,0 0 0,1 0-1,-1 0 1,0 0 0,0 0-1,0 0 1,0-1-1,-1 1 1,1 0 0,0-1-1,0 1 1,-1-1 0,2-1-1,-1-2 0,0 1 0,1 0 1,0-1-1,0 1 0,0 0 0,3-4 0,-4 7 1,-1 0-1,1 1 1,-1-1-1,0 0 1,1 0-1,-1 0 1,0 0-1,1-1 1,-1 1-1,0 0 1,0 0-1,0 0 1,0 0-1,0 0 1,0 0-1,0 0 1,0 0-1,-1-2 1,1-2 4,0-31 69,0 35-73,0 0 0,0 1 0,0-1 0,0 0 0,0 1 0,0-1 0,-1 0 0,1 1 0,0-1 0,0 0 0,0 1 0,-1-1 0,1 0 0,0 1 0,-1-1 0,1 1 0,0-1 0,-1 1 0,1-1 0,-1 1 1,1-1-1,0 1 0,-1-1 0,1 1 0,-1-1 0,0 1 0,0-1 1,0 0 0,0 0 0,0 1 0,0-1 0,0 0 0,1 0 0,-1 0-1,0 0 1,1 0 0,-1 0 0,0-2 0,-1 0 0,0-1 0,0 0-1,0 1 1,0 0 0,0-1-1,0 1 1,-1 0 0,-5-5-1,-1-2 14,8 9-15,0 0 0,0-1 0,-1 1-1,1 0 1,0 0 0,0 0 0,-1-1 0,1 2-1,-1-1 1,1 0 0,-1 0 0,1 0 0,-1 1-1,1-1 1,-1 1 0,1 0 0,-1-1 0,0 1 0,-2 0-1,-3 0 13,-2 0-15,0 0 0,-16 3 1,23-2 0,0-1 1,-1 1 0,1 0-1,0 0 1,0 0 0,0 0-1,0 1 1,0-1 0,0 0 0,0 1-1,0 0 1,0 0 0,0-1-1,-2 5 1,-23 29-56,26-33 49,0 0 0,1 0 0,-1 0 0,1 0 0,0 0 0,-1-1 0,1 1 0,0 0 0,0 0 0,0 0 0,0 0 0,0 0 1,1 3-1,-1 2-5,0-7 11,0 1 0,0-1 0,0 1 1,0-1-1,0 1 0,0-1 0,0 1 1,0-1-1,0 0 0,1 1 1,-1-1-1,0 1 0,0-1 0,0 0 1,0 1-1,1-1 0,-1 0 1,0 1-1,0-1 0,1 0 0,-1 1 1,0-1-1,0 0 0,1 1 0,-1-1 1,0 0-1,1 0 0,-1 0 1,0 1-1,1-1 0,-1 0 0,1 0 1,-1 0-1,0 0 0,1 0 0,-1 0 1,0 0-1,1 0 0,-1 0 1,1 0-1,-1 0 0,0 0 0,1 0 1,-1 0-1,0 0 0,1 0 1,3 0 7,13 0-27,19 0 20,-34 0 0,-1 0 0,1 0 0,0 0 0,0-1-1,-1 1 1,1-1 0,0 1 0,-1-1 0,1 0 0,-1 0 0,1 0 0,-1 0 0,1 0 0,1-2 0,14-23 0,-15 22 4,-1 1 0,1-1 0,0 0 0,-1 1 1,1-1-1,-1 0 0,0 0 0,0 0 0,-1 0 1,1-1-1,-1 1 0,1 0 0,-1 0 1,0 0-1,-1-8 0,0-8 51,1 20-54,0-1-1,0 1 0,1-1 1,-1 1-1,0-1 0,0 0 1,0 1-1,-1-1 0,1 1 1,0-1-1,0 1 1,0-1-1,0 1 0,0-1 1,0 1-1,-1-1 0,1 1 1,0-1-1,0 1 0,-1-1 1,1 1-1,0-1 0,-1 1 1,1 0-1,0-1 1,-1 1-1,1-1 0,0 1 1,-1 0-1,1 0 0,-1-1 1,1 1-1,-1 0 0,1 0 1,0 0-1,-1-1 0,1 1 1,-1 0-1,1 0 1,-1 0-1,1 0 0,-1 0 1,1 0-1,-1 0 0,1 0 1,-1 0-1,-13-2 2,6 0-6,1 0 1,-1 0-1,0 1 1,0 0-1,-8 0 1,7 1-4,4 0-13,0 0 1,0 0-1,1 0 1,-10 2 0,7 1 2,4-2 4,1-1 1,0 1-1,-1 0 0,1 1 0,-1-1 1,1 0-1,-4 4 0,5-4 8,0 1 1,0-1-1,0 0 0,1 1 0,-1-1 0,0 1 0,1-1 1,-1 1-1,1-1 0,-1 1 0,1 0 0,0-1 0,-1 1 0,1 0 1,0-1-1,0 1 0,0 3 0,0 54-224,0-58 224,0 0 1,0 1-1,0-1 1,0 0-1,0 0 1,1 0 0,-1 0-1,0 0 1,0 0-1,1 0 1,-1 0-1,1 0 1,-1 0 0,1 0-1,-1 0 1,2 2-1,1 2-15,-2-2 16,1 0-1,-1 0 1,1-1 0,-1 1 0,1-1 0,0 1 0,0-1 0,-1 0-1,2 0 1,-1 0 0,0 0 0,0 0 0,0 0 0,1-1 0,-1 1 0,1-1-1,-1 0 1,1 0 0,4 1 0,4 1 10,0-2 0,0 1 0,19-2-1,-26 0-9,0 0 5,-1 0 1,1-1-1,0 1 1,0-1-1,0 0 1,0 0-1,0-1 1,-1 1-1,1-1 1,-1 0-1,1 0 1,-1-1-1,7-4 1,5-7 30,-13 13-28,0 0 0,-1 0 1,1-1-1,0 1 0,-1-1 0,1 0 0,-1 1 1,1-1-1,-1 0 0,0 0 0,0 0 0,1 0 0,0-3 1,-1 1 5,0-1-1,1 1 1,0 0 0,0 0 0,0 0 0,3-4 0,-4 6 1,0 0-1,-1 0 1,1 0 0,-1 0-1,1 0 1,-1 0 0,0 0-1,1 0 1,-1 0 0,0 0-1,0 0 1,0 0 0,-1 0-1,1-4 1,-1-5 93,1 10-98,0 0 0,0-1 0,0 1 0,-1 0 0,1-1 0,0 1 1,0 0-1,-1-1 0,1 1 0,-1 0 0,1 0 0,-1-1 0,1 1 0,-1 0 0,1 0 0,-2-2 0,0 2-3,0-1-1,0 1 1,1-1-1,-1 1 1,0 0-1,0 0 1,0-1-1,-4 0 1,-19-5 23,25 6-26,-1 1-1,0-1 1,0 1-1,1 0 1,-1 0-1,0-1 1,0 1-1,1 0 1,-1 0-1,0 0 1,0 0-1,1 0 0,-1 0 1,0 0-1,0 0 1,-1 1-1,-1-1 0,-39 0-29,42 0 28,-1 0-1,1 1 0,-1-1 1,0 0-1,1 0 1,-1 0-1,1 0 1,-1 1-1,1-1 0,-1 0 1,0 1-1,1-1 1,-1 0-1,1 1 1,-1-1-1,1 1 0,0-1 1,-1 1-1,1-1 1,-1 1-1,1-1 1,0 1-1,-1-1 0,1 1 1,0 0-1,0-1 1,-1 1-1,1 0 1,0-1-1,0 1 1,0 0-1,0-1 0,-1 2 1,1 26-67,1-17 1,-1-8 56,-1-1 9,1-1 1,0 1-1,0-1 1,0 1-1,0-1 0,0 1 1,0-1-1,1 1 1,-1-1-1,0 1 1,1-1-1,0 2 1,2 0 1,5 5-17,-5-5 14,0 0 0,0 0 0,1 0 0,-1 0 0,0-1 0,1 1 0,-1-1 0,1 0 0,0 0 0,5 1 0,17 11-8,-23-12 12,1-1 1,-1 1-1,0-1 0,0 0 1,1 0-1,-1-1 0,1 1 1,3 0-1,32-2 6,-16 0-2,-22 1-3,-1 0 0,1 0-1,-1 0 1,1 0 0,0 0-1,-1-1 1,1 1 0,-1 0-1,1 0 1,-1 0 0,1 0 0,-1-1-1,1 1 1,-1 0 0,2-1-1,3-2 3,-2 1 0,20-10 9,-22 12-10,0-1-1,0 0 1,0 1 0,0-1-1,0 0 1,0 0 0,-1 0 0,1 0-1,0 0 1,0 0 0,-1 0 0,1 0-1,-1 0 1,1-1 0,-1 1 0,1 0-1,-1 0 1,1-1 0,-1 1 0,0 0-1,0-2 1,0-40 161,0 42-162,0 0 1,0 0 0,0 1-1,0-1 1,0 0 0,0 1-1,0-1 1,-1 0 0,1 0-1,0 1 1,0-1 0,-1 1-1,1-1 1,0 0 0,-1 1-1,1-1 1,-1 1 0,0-1-1,-3-6 21,2 2-8,2 4-14,0 1 0,0-1-1,0 0 1,0 1 0,-1-1 0,1 1 0,0-1 0,0 1 0,-1-1 0,1 1 0,0-1 0,-1 1 0,1-1 0,0 1 0,-1-1-1,1 1 1,-1 0 0,1-1 0,-1 1 0,1 0 0,-1-1 0,1 1 0,-1 0 0,1 0 0,-1 0 0,1 0 0,-1-1 0,1 1 0,-1 0-1,1 0 1,-1 0 0,1 0 0,-1 0 0,0 0 0,1 0 0,-1 1 0,0-1 0,0 0 1,0 0 1,1 0-1,-1 0 1,0 0 0,0 0-1,0-1 1,0 1-1,0 0 1,0-1-1,1 1 1,-1 0-1,0-1 1,0 1-1,0-1 1,0 0 0,0 0-1,0 0 1,1 1 0,-1-1 0,0 1-1,0-1 1,1 1 0,-1 0 0,0-1 0,0 1-1,0 0 1,1 0 0,-1 0 0,0-1 0,0 1-1,-1 0 1,-49 0-15,50 0 14,0 1 1,0-1-1,0 0 1,0 0-1,0 0 1,0 1-1,1-1 1,-1 0-1,0 1 1,0-1-1,0 1 1,1-1-1,-1 1 1,0 0-1,-1 1 1,-1 0-2,2-1-2,0 0 1,0 1-1,0-1 1,0 0-1,0 0 1,0 1-1,1-1 1,-1 1-1,0-1 1,1 0-1,-1 1 1,1 0-1,-1-1 1,1 1-1,-1-1 1,1 1-1,0 0 1,0-1-1,0 3 1,0 38-56,1-26 5,-2-14 50,1 0 1,0 0-1,0 0 0,0 0 0,1 0 0,-1 0 0,0-1 1,1 1-1,-1 0 0,1 0 0,-1 0 0,2 2 1,-1-3-1,0 0 1,0 0 0,0-1 0,0 1 0,0 0 0,0-1 0,0 1-1,0-1 1,0 1 0,0-1 0,0 0 0,0 0 0,0 1 0,0-1-1,1 0 1,-1 0 0,0 0 0,2 0 0,-2-1 1,0 2 0,-1-1-1,1 0 1,0 0 0,0 0 0,0 0 0,0 1 0,0-1 0,-1 0-1,1 1 1,0-1 0,0 1 0,0-1 0,-1 1 0,2 0 0,-2-1-1,1 1 0,0 0 1,-1-1-1,1 1 1,0-1-1,0 0 1,0 1-1,-1-1 1,1 0-1,0 1 1,0-1-1,0 0 1,-1 0-1,1 0 1,1 0-1,4 0 1,-1 1 1,1-1-1,0 0 1,0-1-1,0 1 0,-1-1 1,1 0-1,0-1 1,-1 0-1,1 0 1,-1 0-1,10-6 0,2-4-1,-16 11 2,-1 1-1,1-1 0,0 0 1,0 1-1,-1-1 0,1 0 1,-1 1-1,1-1 1,-1 0-1,1 0 0,-1 0 1,1 0-1,-1 0 1,1 1-1,-1-1 0,1-2 1,-1-49 66,-1 51-66,1 0 1,0 0 0,0 1-1,0-1 1,-1 0 0,1 1 0,0-1-1,-1 0 1,1 1 0,0-1 0,-1 1-1,1-1 1,-1 0 0,1 1 0,-1-1-1,1 1 1,-1 0 0,1-1 0,-1 1-1,0-1 1,1 1 0,-1 0 0,-1-1-5,0 0 0,1 0 1,-1 0-1,0 1 0,1-1 1,-1 1-1,-3-1 0,-53 1 25,56 1-24,0-1 0,0 0 0,0 1 0,-1-1 0,1 1 1,0 0-1,0 0 0,0 0 0,0 0 0,0 0 1,0 0-1,0 1 0,0-1 0,1 1 0,-1-1 0,0 1 1,1 0-1,-1 0 0,1 0 0,0 0 0,-2 3 1,2-4 0,1 0 1,-1 0 0,1 0 0,-1 0 0,0 0-1,0 0 1,1 0 0,-1 0 0,0-1 0,0 1 0,0 0-1,0 0 1,0-1 0,1 1 0,-3 0 0,3-1 0,-1 0 0,0 1 0,1-1 0,-1 0 0,0 1 0,1-1 0,-1 1 0,1-1 0,-1 1 0,1-1 0,-1 1 0,1 0 0,-1-1 0,1 1 0,-1 0 0,1-1 0,-1 1 0,1 0 0,0 0 0,0-1 0,-1 1 0,1 0 0,0 0 0,0 0 0,0 0 0,0-1 0,-1 1 0,1 1 0,0 10-8,-1-9 3,1 1 0,0-1 0,0 0 0,0 1 0,0-1-1,0 0 1,0 0 0,1 1 0,0-1 0,1 6 0,21 17 5,-21-23-1,0 0 1,0-1-1,0 0 1,0 0-1,1 0 1,-1 0 0,1 0-1,-1 0 1,1-1-1,0 1 1,4 1-1,32 8 7,-30-9-14,0 0 1,1-1 0,-1 0-1,15-2 1,-22 1 9,0 0 0,1-1 0,-1 1 0,1-1 0,-1 1 0,0-1-1,0 0 1,1 0 0,-1-1 0,0 1 0,0 0 0,0-1 0,0 1 0,0-1 0,0 0 0,-1 0 0,1 0-1,0 0 1,-1 0 0,1 0 0,1-4 0,13-28 38,-16 32-37,1 0 0,-1 1 1,1-1-1,-1 0 0,1 0 0,-1 0 0,0 0 0,1 0 0,-1 0 1,0 0-1,0 0 0,-1 0 0,1-2 0,-1-4 4,2-8 4,-1 11 0,1 1 1,-1 0 0,0-1 0,0 1-1,0 0 1,-1-1 0,0 1-1,1 0 1,-2-5 0,-1 3 12,0 1 1,0-1 0,-8-9-1,9 13-22,1 0 0,-1 0 0,1 1 0,-1-1 0,0 1 0,1-1 1,-1 1-1,0 0 0,0 0 0,0 0 0,0 0 0,0 0 0,0 0 0,0 1 0,0-1 0,-4 0 0,-5 1-4,3-1 6,0 1 0,0 1 0,-10 1-1,16-2-2,0 0 0,0 1-1,1-1 1,-1 1 0,0 0-1,0-1 1,1 1-1,-1 0 1,1 0 0,-1 0-1,1 1 1,-1-1 0,1 0-1,-1 1 1,1-1 0,0 0-1,0 1 1,0 0 0,0-1-1,-2 4 1,1-1-6,0 0 1,0 0 0,0-1-1,-5 6 1,5-6-1,0-1 1,0 0-1,0 1 1,1-1-1,-1 1 1,1-1 0,-1 1-1,1 0 1,0 0-1,0 0 1,0 0-1,0 0 1,0 0-1,1 0 1,-1 3 0,1 57-116,0-62 117,0 1 1,0-1 0,0 0-1,0 1 1,1-1 0,-1 0-1,0 1 1,1-1 0,-1 0-1,1 0 1,-1 0 0,1 1 0,-1-1-1,1 0 1,0 0 0,0 0-1,-1 0 1,1 0 0,0 0-1,0 0 1,0-1 0,0 1-1,2 1 1,11 13-6,-13-13 6,0-1 1,0 0-1,1 1 1,-1-1-1,0 0 1,1 0-1,-1 0 1,1 0 0,-1 0-1,1 0 1,-1-1-1,1 1 1,0-1-1,-1 1 1,1-1 0,1 1-1,29 0-11,-24-1 10,-7 0 4,-1 0 0,1 0-1,0 0 1,-1 0 0,1 0-1,-1 0 1,1-1 0,0 1-1,-1 0 1,1 0 0,-1-1-1,1 1 1,0 0 0,-1-1-1,1 1 1,-1-1-1,1 0 1,3-2 1,-3 2-1,1 0 1,0 0-1,0-1 0,0 1 1,0-1-1,-1 1 0,1-1 1,0 0-1,-1 0 0,0 0 1,1 0-1,-1 0 0,2-4 1,-1 1 10,-1 0 0,1 0 0,1 0 1,-1 0-1,5-6 0,-7 10-11,2-2 4,-1 0 0,0 0 0,0 0 0,1 0 0,-2 0 0,1 0-1,1-5 1,3-14 26,0 9-10,-4 11-10,0-1 1,0 1 0,0-1-1,0 1 1,0-1 0,-1 0-1,1 1 1,-1-1 0,1 0-1,-1-5 1,0-41 177,0 47-185,0 1 0,0 0 0,0 0 0,0 0 0,0-1 0,-1 1 0,1 0 0,0 0 0,-1 0 0,1 0 0,-1 0 0,1 0 0,-1 0 0,1 0 0,-1 0 0,0 0 0,1 0 0,-2-1 0,-3-6 8,1-1-1,4 8-12,0 0 1,0 0-1,-1 0 0,1 0 1,0 0-1,-1 0 0,1 1 1,-1-1-1,1 0 0,-1 0 1,1 1-1,-1-1 0,1 0 1,-1 1-1,0-1 0,1 1 1,-1-1-1,0 1 0,-1-2 1,-3 0 3,-1 0 0,0 0 0,1 1 0,-1 0 0,0 0 0,0 0 1,0 1-1,-9 0 0,7 0 3,5 1-6,1-1-1,-1 0 0,0 1 1,0 0-1,0 0 0,1 0 1,-1 0-1,0 0 0,1 1 1,-1-1-1,1 1 0,-1 0 1,-1 2-1,-3 2-17,1 1-1,-10 12 1,14-16 5,0-1 5,1 0-1,0 0 1,-1 1 0,1-1 0,0 0-1,0 1 1,1-1 0,-1 1-1,0-1 1,1 1 0,-1 5 0,0 30-68,2-21 51,-1-14 23,1-1-1,-1 1 1,1-1-1,0 1 1,0-1-1,0 1 1,0-1-1,0 0 1,0 0-1,0 1 1,1-1-1,-1 0 1,1 0-1,-1-1 1,1 1-1,2 2 1,-2-2 0,0 0-1,0 1 1,0-1-1,0 1 1,0-1 0,1 4-1,-2-4 3,-1 0-1,1-1 0,0 1 1,0-1-1,0 1 0,0-1 1,0 0-1,0 1 0,0-1 1,0 0-1,0 0 0,0 0 1,1 0-1,-1 0 0,0 0 1,1 0-1,-1 0 0,3 0 1,7 5 2,-8-4-2,1 0 1,-1-1 0,1 1-1,0-1 1,0 0 0,-1-1 0,1 1-1,0-1 1,0 1 0,7-2-1,-5 1 9,-4 0-10,-1 0 0,1-1 0,0 1 0,-1 0 0,1-1 0,0 1 0,-1-1 0,1 0 0,-1 0 0,1 0 0,-1 0 0,1 0 0,-1 0 0,1 0 0,-1 0 1,0-1-1,0 1 0,0 0 0,2-3 0,6-6 6,-8 8-3,1 0-1,0 0 0,-1 0 1,0-1-1,1 1 1,-1 0-1,1-4 0,-1 3 1,0 0 0,1 1 0,-1-1 0,1 0 0,-1 1 0,1-1 0,3-3 0,-1 3 8,-4 3-8,1-1 0,0 0 0,0 1 0,0-1 0,-1 0 1,1 1-1,0-1 0,-1 0 0,1 0 0,-1 0 0,1 0 0,-1 0 0,1 1 1,-1-1-1,1 0 0,-1 0 0,0-1 0,1 1 0,-1 0 0,0 0 0,0 0 1,0-2-1,0-59 224,0 62-224,0-1-1,0 0 0,-1 0 0,1 0 1,0 1-1,-1-1 0,1 0 0,0 1 0,-1-1 1,1 0-1,-1 1 0,1-1 0,-1 1 1,1-1-1,-1 1 0,1-1 0,-1 1 0,0-1 1,1 1-1,-1 0 0,0-1 0,1 1 0,-1 0 1,0-1-1,1 1 0,-1 0 0,0 0 1,-1 0-1,-24-3 14,22 3-19,0 0 0,0 0 1,1 1-1,-1-1 0,0 1 0,0 0 0,1 0 0,-1 0 0,0 0 1,1 1-1,-1 0 0,1 0 0,0 0 0,-1 0 0,1 1 0,0-1 1,-3 4-1,4-4 4,0 1 1,1-1 0,-1 0-1,1 1 1,-1 0-1,1-1 1,0 1 0,0 0-1,0-1 1,-2 7 0,3-7 0,-1 0-5,0 0 1,1-1-1,-1 0 1,0 1 0,0-1-1,0 1 1,0-1-1,0 0 1,0 0 0,0 0-1,0 0 1,-1 2-1,1-3 0,0 1 1,0-1-1,0 1 0,0 0 1,1 0-1,-1 0 0,0 0 0,0-1 1,1 1-1,-1 0 0,1 0 0,-1 0 1,1 1-1,-1-1 0,1 0 0,-1 0 1,1 0-1,0 0 0,0 0 0,0 1 1,-1-1-1,1 2 0,0 76-175,0-78 177,0 0 0,1 0 0,-1 0 1,0-1-1,0 1 0,0 0 0,1 0 0,-1 0 0,0 0 0,1 0 0,-1-1 0,1 1 0,-1 0 0,1 0 0,-1-1 0,1 1 0,-1 0 0,1-1 1,0 1-1,-1-1 0,1 1 0,0-1 0,0 1 0,-1-1 0,1 0 0,1 1 0,-1 0 2,1-1 1,-1 1-1,0 0 1,0 0-1,0-1 1,0 1-1,0 0 0,0 0 1,1 1-1,-1 0 0,0 0 1,0 0-1,0 0 0,1-1 0,-1 1 0,0 0 0,1-1 0,-1 0 1,1 1-1,0-1 0,-1 0 0,1 0 0,0 0 0,0 0 0,0 0 1,-1-1-1,4 1 0,-4 0-1,0-1 1,0 0-1,0 0 0,0 1 1,0-1-1,0 1 1,0-1-1,0 1 0,0-1 1,0 1-1,0 0 0,0-1 1,1 3-1,0-2-1,0 0 4,-1 0-1,1-1 0,0 1 0,0-1 1,0 1-1,0-1 0,0 0 0,0 0 1,0 0-1,0 0 0,3-1 0,6 0-24,-5 2 28,8-2 7,-14 1-12,0 0 0,1 0 0,-1-1 0,0 1 1,1 0-1,-1 0 0,0-1 0,1 1 0,-1 0 0,0 0 0,1-1 1,-1 1-1,0-1 0,0 1 0,1 0 0,-1-1 0,0 1 1,0 0-1,0-1 0,1 1 0,-1-1 0,0 1 0,0-1 0,0 1 1,0-1-1,0 1 0,0 0 0,0-1 0,0 1 0,0-2 1,0 2-1,0-1 1,0 0-1,0 0 1,0 0 0,0 0-1,1 0 1,-1 0-1,0 0 1,0 1 0,0-1-1,1 0 1,-1 0 0,1 0-1,-1 1 1,0-1-1,1 0 1,-1 0 0,1 1-1,-1-1 1,1 0-1,0 1 1,-1-1 0,2 0-1,3-4 4,-5 4-1,1 0 0,-1 0 1,1 0-1,-1 0 0,1-1 0,-1 1 0,0 0 0,1 0 0,-1-1 0,0 1 0,0 0 1,0-1-1,0 1 0,0 0 0,0-1 0,0 1 0,-1-2 0,0-9 48,1-65 109,0 75-158,0 1-1,0-1 1,0 1 0,0-1 0,0 1-1,-1 0 1,1-1 0,-1 1-1,1 0 1,-1-1 0,1 1 0,-1 0-1,1 0 1,-1-1 0,0 1-1,0 0 1,0 0 0,-1-1 0,-6-9 13,7 10-14,0-1 1,0 1-1,-1 0 0,1 0 1,0 0-1,-1 0 0,1 0 0,-1 0 1,1 0-1,-1 0 0,0 1 0,1-1 1,-1 1-1,-1-1 0,-25-2-4,20 3 14,6-1-10,1 1-1,-1 0 1,1 0-1,-1 0 0,1 0 1,0 0-1,-1 0 0,1 0 1,-1 0-1,1 1 0,-1-1 1,1 1-1,0-1 1,-1 1-1,1 0 0,0-1 1,-1 1-1,1 0 0,-1 2 1,-16 24-36,17-25 28,-1 0 0,1 1-1,0-1 1,0 0 0,0 1 0,0-1-1,0 1 1,0 0 0,1-1 0,-1 1 0,1 0-1,-1 3 1,1 35-106,1-20 45,-2-6 23,1 16-32,0-30 76,0 1 0,1-1 0,-1 0 0,0 1 0,1-1 0,-1 0-1,0 0 1,1 1 0,-1-1 0,1 0 0,0 0 0,-1 0 0,1 0 0,0 0 0,-1 0 0,1 0 0,0 0-1,0 0 1,1 1 0,2-1-1,0 1 0,0-1-1,-1 0 1,1 0 0,0 0-1,0-1 1,0 1-1,0-1 1,7-1 0,-1 1-7,-8 0 10,-1 0-1,1-1 1,-1 1-1,0-1 1,0 1-1,1-1 1,-1 1-1,0-1 1,0 0-1,1 0 1,-1 0-1,0 0 1,0 0-1,0 0 1,0 0-1,1-2 1,15-25 22,-15 22-10,0 0 0,0 0 1,0 0-1,-1 0 0,0 0 0,0-1 0,1-6 0,-2-47 212,0 34-128,0 25-93,0 0 1,0 0-1,0 0 0,0 0 0,0 0 1,0-1-1,-1 1 0,1 0 1,0 0-1,-1 0 0,1 0 0,0 0 1,-1 0-1,1 0 0,-1 0 0,-1-1 1,-1-4 5,2 4-8,0-1 0,0 1 0,0 0 0,-1 0 1,1-1-1,-1 1 0,1 0 0,-1 1 0,0-1 0,0 0 1,1 0-1,-1 1 0,0-1 0,0 1 0,0 0 0,0 0 0,-1 0 1,1 0-1,-4-1 0,-2 0 0,0 1 1,-1 0-1,1 0 1,-9 1-1,8 0-7,9 0 4,-1 1-1,0-1 0,1 0 1,-1 0-1,0 0 0,1 0 1,-1 1-1,1-1 0,-1 0 0,0 0 1,1 1-1,-1-1 0,1 1 1,-1-1-1,1 1 0,-1-1 0,1 1 1,-1 0-1,-2 2-3,-8 4 8,9-6-2,-1 0 0,1 0 0,0 0 0,0 1 0,0-1 0,0 1 0,0 0-1,0 0 1,0 0 0,0 0 0,1 0 0,-1 0 0,-2 5 0,3-5-5,1 0 0,-1 0 0,0 0 1,0 0-1,0 0 0,0 0 0,0 0 0,-1 0 0,1 0 0,0-1 0,-1 1 0,-2 2 0,2-2 3,1 0-1,0-1 0,0 1 1,-1 0-1,1 0 0,0 0 1,1 0-1,-1 0 0,0 1 0,0-1 1,1 0-1,-1 0 0,1 0 1,0 1-1,0-1 0,-1 0 1,1 1-1,0-1 0,1 0 0,-1 0 1,1 3-1,-1 6-17,0-9 18,0-1 0,0 1 0,0 0 0,1-1-1,-1 1 1,0-1 0,1 1 0,-1-1 0,1 0-1,-1 1 1,1-1 0,0 0 0,-1 1 0,1-1-1,0 0 1,0 0 0,1 2 0,19 13-23,-16-13 11,-4-3 13,0 1 1,-1-1 0,1 0 0,0 1 0,0-1-1,-1 0 1,1 0 0,0 0 0,0 0-1,0 1 1,-1-1 0,1 0 0,0-1-1,0 1 1,-1 0 0,2 0 0,2-1-1,-2 1 1,15-2-2,-16 1 2,-1 1 0,1 0 0,-1 0 0,1-1-1,-1 1 1,1-1 0,-1 1 0,1-1 0,-1 1 0,0-1 0,1 1 0,-1-1 0,0 1 0,1-1 0,-1 1 0,0-1 0,1 0 0,-1 1 0,0-1 0,0 0 0,0 1 0,0-1 0,0 0 0,0 1 0,1-1 0,-1 0 0,-1-1 0,1-102 167,0 103-166,0 0 1,0 0 0,0-1-1,-1 1 1,1 0-1,0 0 1,-1 0-1,1 0 1,-1 0 0,1 0-1,-1 0 1,1 0-1,-1 1 1,0-1 0,1 0-1,-1 0 1,0 0-1,0 1 1,0-1-1,1 0 1,-1 1 0,0-1-1,0 1 1,0-1-1,0 1 1,0 0-1,0-1 1,0 1 0,-1 0-1,-4-2 9,1 1 0,-1 0-1,0 1 1,-6-1 0,6 1 7,2 0-22,0 0 0,1 0 1,-1 0-1,0 1 0,0-1 0,0 1 0,0 0 0,0 0 0,1 1 0,-7 2 1,3 0-10,6-4 12,0 0 1,0 1-1,0-1 1,0 1-1,0-1 1,0 1-1,0-1 0,0 1 1,0 0-1,1-1 1,-1 1-1,0 0 1,0 0-1,0 0 1,1 0-1,-1 0 1,0 0-1,1 0 1,-1 0-1,1 0 1,-1 0-1,1 0 0,-1 0 1,1 1-1,0 0 1,0-1 0,0 0 1,0 0-1,0-1 0,-1 1 1,1 0-1,0 0 0,0 0 1,0-1-1,-1 1 0,1 0 1,0 0-1,-1 0 0,1-1 1,0 1-1,-1 0 0,1-1 1,-1 1-1,1 0 0,-1-1 1,1 1-1,-1-1 0,-1 2 0,2-2-1,-1 1-1,1-1 0,-1 1 0,1-1 0,-1 1 0,1-1 1,-1 1-1,1 0 0,-1-1 0,1 1 0,-1 0 0,1-1 1,0 1-1,-1 0 0,1 0 0,0 0 0,0-1 0,0 1 1,-1 0-1,1 0 0,0 0 0,0 1 0,0 4-20,0-4 20,-1 0 1,1-1 0,0 1-1,0 0 1,0 0 0,0 0-1,0 0 1,0-1 0,1 1-1,-1 0 1,0 0 0,1-1-1,-1 1 1,2 2 0,21 22-53,-23-25 53,1-1 0,0 1-1,-1-1 1,1 0 0,0 0 0,0 1 0,-1-1-1,1 0 1,0 0 0,0 0 0,0 0-1,-1 0 1,1 0 0,0 0 0,0 0-1,1-1 1,1 1 1,22 0-8,-24-1 9,0 1 0,-1 0 0,1 0 0,0 0-1,-1-1 1,1 1 0,0 0 0,-1-1 0,1 1 0,-1 0 0,1-1 0,0 1 0,-1-1 0,1 1 0,-1-1 0,1 1 0,-1-1-1,0 0 1,1 1 0,-1-1 0,1 0 0,-1 1 0,0-1 0,1 0 0,-1 0 0,0 1 0,0-1 0,0 0 0,0 0 0,1 1-1,-1-1 1,0 0 0,0 0 0,0 0 0,0 1 0,0-1 0,-1 0 0,1 0 0,0-1 0,0 0 10,0 1 7,0-2 1,0-2-20,0 5 1,0-1 1,0 1-1,1-1 0,-1 1 0,0-1 0,0 1 0,0-1 0,0 0 1,0 1-1,0-1 0,0 1 0,0-1 0,0 1 0,-1-1 0,1 1 0,0-1 1,0 1-1,0-1 0,0 1 0,-1-1 0,1 1 0,0-1 0,0 1 0,-1-1 1,1 1-1,0 0 0,-1-1 0,1 1 0,-1-1 0,1 1 0,0 0 1,-1 0-1,1-1 0,-1 1 0,1 0 0,0 0 0,-1-1 0,1 1 0,-1 0 1,1 0-1,-1 0 0,1 0 0,-1 0 0,1 0 0,-1 0 0,0 0 1,-98 0 28,98 0-33,1 0 0,0 0 1,0 0-1,-1 0 0,1 0 1,0 0-1,0 0 0,-1 0 1,1 0-1,0 0 0,-1 0 0,1 0 1,0 0-1,0 0 0,-1 0 1,1 0-1,0 0 0,0 0 1,-1 0-1,1 1 0,0-1 0,0 0 1,0 0-1,-1 0 0,1 1 1,0-1-1,0 0 0,0 0 1,-1 0-1,1 1 0,0-1 0,0 0 1,0 1-1,0-1 0,0 0 1,0 0-1,0 1 0,-1-1 1,1 0-1,0 1 0,0-1 1,0 0-1,0 1 0,12-1-1,-8 0 7,-1 0-6,-1 1 0,1-1 0,0-1 0,-1 1 0,5-1 0,-3-2 10,-3 3-4,0-1 0,-1 1-1,1-1 1,0 1 0,0 0 0,0-1 0,-1 1 0,1 0-1,0 0 1,0 0 0,0 0 0,0 0 0,-1 0-1,1 0 1,2 0 0,-3-18 11,-1 17-12,1 0 0,0 1-1,0-1 1,-1 0 0,1 0-1,0 1 1,-1-1 0,1 0-1,-1 1 1,1-1 0,-1 0-1,1 1 1,-1-1-1,1 1 1,-1-1 0,0 1-1,1 0 1,-1-1 0,0 1-1,1-1 1,-1 1 0,0 0-1,1 0 1,-1-1 0,0 1-1,-1 0 1,-8-5-3,9 4 0,-1-1-1,1 0 0,-1 1 1,0 0-1,0-1 0,1 1 1,-1 0-1,0 0 0,0 0 1,0 1-1,0-1 0,-4-1 1,5 2 1,0 0 1,1 0-1,-1 0 1,0 0-1,0 0 1,0-1-1,1 1 1,-1 0-1,0-1 1,0 1-1,1-1 1,-1 1-1,0-1 1,1 1-1,-1-1 1,0 1-1,0-2 1,0 1 1,-2-1 4,0 2-24,2 0 19,0 0-1,-1 0 1,1 0-1,0 0 0,0 1 1,-1-1-1,1 0 1,0 1-1,0-1 1,0 1-1,-1-1 0,1 1 1,0 0-1,0 0 1,0-1-1,0 1 0,-1 2 1,1-3-2,1 1 1,0-1 0,0 1-1,-1-1 1,1 1-1,0-1 1,-1 1 0,1-1-1,-1 1 1,1-1-1,0 0 1,-1 1-1,1-1 1,-1 0 0,1 1-1,-1-1 1,1 0-1,-1 0 1,1 0 0,-1 0-1,1 1 1,-1-1-1,1 0 1,-1 0 0,1 0-1,-1 0 1,0 0-1,-2-1-4,1 1-2,4 0 8,9 0 3,-11 1-3,0-1-1,0 0 1,0 0-1,0 0 1,1 0 0,-1 0-1,0 0 1,0 0-1,0 0 1,0 0-1,0 0 1,0 0 0,0 0-1,0 0 1,0 0-1,0 0 1,1 0-1,-1 0 1,0 0 0,0 0-1,0 0 1,0 0-1,0 0 1,0-1 0,0 1-1,0 0 1,0 0-1,0 0 1,0 0-1,0 0 1,1 0 0,-1 0-1,0 0 1,0 0-1,0 0 1,0 0-1,0 0 1,0-1 0,0 1-1,0 0 1,0 0-1,0 0 1,0 0 0,0 0-1,0 0 1,0 0-1,0 0 1,0-1-1,0 1 1,0 0 0,0 0-1,0 0 1,0 0-1,0 0 1,0 0-1,0 0 1,0-59 37,0 57-18,0-2-44,0 10-9,0-4 32,0-1-1,0 0 0,0 1 0,0-1 0,1 1 1,-1-1-1,0 0 0,1 1 0,-1-1 0,1 0 1,-1 1-1,1-1 0,0 0 0,-1 0 0,1 0 1,0 0-1,0 1 0,0-1 0,0 0 0,0-1 1,0 1-1,0 0 0,0 0 0,0 0 0,0-1 1,0 1-1,0-1 0,0 1 0,0-1 0,1 1 0,0-1 1,6 2-3,0-1-1,-1 0 1,1-1 0,9 0 0,-7 0 16,15 0 43,-24 0 28,-2 0-60,-93 0-6,94 0-17,-1 0 1,1 0-1,-1 0 1,0 0 0,1 0-1,-1 0 1,1 0-1,-1 1 1,0-1-1,1 0 1,-1 0 0,1 1-1,-1-1 1,1 0-1,-2 1 1,-2 2-12,-23 10 20,2-8-99,25-4 91,0-1-1,0 0 1,0 0-1,0 0 0,-1 0 1,1 0-1,0 1 1,0-1-1,0 0 0,0 0 1,0 0-1,0 0 1,0 1-1,0-1 0,-1 0 1,1 0-1,0 0 1,0 1-1,0-1 0,0 0 1,0 0-1,0 0 1,0 1-1,0-1 1,0 0-1,0 0 0,0 0 1,0 1-1,0-1 1,0 0-1,1 0 0,-1 0 1,0 1-1,0-1 1,0 0-1,0 0 0,0 0 1,0 1-1,0-1 1,0 0-1,1 0 0,-1 0 1,0 0-1,0 1 1,14 6-10,-13-7 9,1 0-1,0 1 1,-1-1 0,1 1-1,-1 0 1,0-1 0,1 1 0,-1 0-1,1 0 1,-1 0 0,0 0-1,3 3 1,-4-3 1,1 0 0,0-1 0,0 1-1,0 0 1,0-1 0,-1 1 0,1-1 0,0 1 0,0-1 0,0 1 0,0-1-1,0 0 1,0 0 0,0 1 0,0-1 0,2 0 0,17 0 0,-15 0-14,-2 0 25,0 0 13,8 0-14,-9 0 41,-2-1-51,0 1-1,1 0 1,-1 0 0,0 0-1,0 0 1,0 0 0,0-1-1,0 1 1,0 0-1,0 0 1,0 0 0,0 0-1,0-1 1,0 1 0,0 0-1,0 0 1,0 0 0,0 0-1,0 0 1,0-1 0,0 1-1,0 0 1,0 0-1,0 0 1,0 0 0,0 0-1,-1-1 1,1 1 0,0 0-1,0 0 1,0 0 0,0 0-1,0 0 1,0 0-1,0-1 1,0 1 0,0 0-1,-1 0 1,1 0 0,0 0-1,0 0 1,0 0 0,0 0-1,0 0 1,0 0 0,-1 0-1,1 0 1,0 0-1,0 0 1,0 0 0,0 0-1,-28-10 49,27 9-47,-1 0 0,1 1 0,-1-1 0,1 1 0,-1 0 0,1-1 0,-1 1-1,0 0 1,1 0 0,-1 0 0,1 0 0,-1 1 0,-2-1 0,-1 1 0,-10-2 15,10 1-24,1-1 0,-1 1 1,1 0-1,-5 1 1,8 0 4,0-1 1,1 0-1,-1 0 1,1 0-1,-1 0 1,0 1-1,1-1 1,-1 0-1,1 1 1,-1-1-1,1 0 1,-1 1-1,1-1 1,-1 1-1,1-1 1,0 1-1,-1-1 1,1 1-1,-1-1 1,1 1-1,0 0 1,0-1-1,-1 1 1,1-1-1,0 1 1,0 0-1,0-1 1,-1 1-1,1 0 1,0 0-1,0-1 1,0 1 0,0 0-1,0 28-37,0-29 40,0 1 0,0-1 1,0 0-1,0 1 0,1-1 0,-1 1 1,0-1-1,0 0 0,0 1 0,0-1 0,0 0 1,1 1-1,-1-1 0,0 0 0,0 1 1,1-1-1,-1 0 0,0 0 0,0 1 0,1-1 1,-1 0-1,0 0 0,0 1 0,1-1 0,-1 0 1,0 0-1,1 0 0,-1 0 0,0 0 1,1 0-1,-1 0 0,0 0 0,1 0 0,-1 1 1,0-2-1,1 1 0,0 0 0,3 1 5,-4 0-4,1-1-1,0 1 0,-1 0 0,1-1 0,-1 1 1,1 0-1,-1 0 0,1-1 0,-1 1 1,0 0-1,1 0 0,-1 0 0,0 1 0,1-2 0,-1 1 0,0 0 0,0 0 0,1 0 0,-1 0-1,1 0 1,-1-1 0,1 1 0,-1 0 0,1 0 0,-1-1-1,1 1 1,-1-1 0,1 1 0,0 0 0,-1-1 0,2 1-1,-1 0 1,1 0-3,-1-1 0,1 1 0,-1 0 0,1-1 0,-1 1 0,0 0 0,0 0 1,2 2-1,5-1 3,-6-2 32,-4 0-35,-48 0-122,47 0 130,1 0-58,2 0 52,0 0 0,0 0 1,-1 0-1,1 0 1,0 1-1,-1-1 1,1 0-1,0 0 1,-1 0-1,1 0 0,0-1 1,0 1-1,-1 0 1,1 0-1,0 0 1,-1 0-1,1 0 0,0 0 1,0 0-1,-1-1 1,1 1-1,0 0 1,0 0-1,-1 0 0,1-1 1,0 1-1,-1 0 1,5-7 3,0 3-6,-3-1 4,0 0 0,0 1 0,-1-1 1,0 0-1,0 0 0,-1-5 0,1-1-7,0-71 30,0 81-23,0 0 0,0 0 0,0 1 0,0-1-1,-1 0 1,1 1 0,0-1 0,0 0 0,-1 0-1,1 1 1,-1-1 0,1 1 0,0-1 0,-1 0-1,1 1 1,-1-1 0,1 1 0,-1-1 0,1 1 0,-1-1-1,1 1 1,-2-1 0,0 0 15,0 1-8,-41 0-27,43 0 19,0 0 0,-1 0-1,1 0 1,0 0-1,0-1 1,0 1 0,-1 0-1,1 0 1,0 0-1,0 0 1,-1 0 0,1 0-1,0 0 1,0 0-1,0 0 1,-1 1 0,1-1-1,0 0 1,0 0 0,-1 0-1,1 0 1,0 0-1,0 0 1,0 0 0,0 1-1,-1-1 1,1 0-1,0 0 1,0 0 0,0 1-1,0-1 1,-1 0-1,1 0 1,0 0 0,0 1-1,0-1 1,0 0 0,0 0-1,0 1 1,0-1-1,0 0 1,0 0 0,0 1-1,0-1 1,0 0-1,0 1 1,0-1-1,-1 1 0,1 0 0,0 0 0,0 0 0,0-1-1,0 1 1,-1 0 0,1 0 0,0-1 0,0 1 0,-1 0 0,1-1 0,-1 1 0,0 0 0,-3 4-3,3-4 2,1 0 0,-1-1 0,0 1 0,0 0 0,1 0 0,-1 0 0,0 0 0,1 0 0,-1 0 0,1 1 0,-1-1 0,1 0 0,0 0 0,-1 0 0,1 0 0,0 1 0,0-1 0,0 0 0,0 0 0,0 3 0,0-4 2,0 1 0,0-1-1,1 0 1,-1 1 0,0-1 0,1 1-1,-1-1 1,0 0 0,1 1 0,-1-1-1,1 0 1,-1 1 0,0-1-1,1 0 1,-1 0 0,1 1 0,-1-1-1,1 0 1,-1 0 0,1 0-1,-1 0 1,1 0 0,-1 0 0,1 0-1,-1 0 1,0 0 0,2 0 0,21 0 0,-13-1-9,40 1 12,-50 1-2,0-1 0,1 0 0,-1 0-1,0 1 1,1-1 0,-1 0 0,0 1 0,0-1 0,1 0 0,-1 1 0,0-1-1,0 0 1,0 1 0,0-1 0,1 1 0,-1-1 0,0 1 0,0-1 0,0 0 0,0 1-1,0 0 1,0-1 1,4 1 10,-1 0-1,0-1 1,1 0 0,-1 0-1,1 0 1,-1 0-1,1 0 1,3-2-1,-7-3 3,0 4-11,0 1-1,0-1 1,0 1 0,0-1 0,0 1 0,0-1 0,0 1 0,0-1 0,0 1 0,0-1-1,1 1 1,-1-1 0,0 1 0,0-1 0,0 1 0,0-1 0,1 1 0,-1 0-1,0-1 1,0 1 0,1-1 0,-1 1 0,0 0 0,1-1 0,2-1 12,8-5 183,-11 7-196,0 0 0,0 0-1,0 0 1,0 0 0,0 0 0,0-1-1,0 1 1,1 0 0,-1 0 0,0 0-1,0 0 1,0 0 0,0 0 0,0 0-1,0 0 1,0-1 0,0 1 0,0 0-1,0 0 1,0 0 0,0 0 0,0 0-1,0 0 1,0-1 0,0 1 0,0 0-1,0 0 1,0 0 0,0 0 0,0 0-1,0 0 1,0 0 0,0-1 0,0 1 0,0 0-1,0 0 1,0 0 0,0 0 0,0 0-1,-5-2 24,-6 1-16,10 1-6,-3 0-4,-1 0 0,1 1 0,-1-1 1,1 1-1,-1 0 0,1 1 0,0-1 0,-1 1 1,1 0-1,0 0 0,0 1 0,-7 5 0,6-5 20,0-1-31,3-1 11,0-1 1,1 1-1,-1 0 0,1-1 0,-1 1 0,1 0 1,-1 0-1,1 0 0,0 0 0,-1 1 0,-1 1 0,0 0-1,-7 4 28,9-7-25,1 1-1,-1-1 0,1 1 0,0 0 0,-1-1 1,1 1-1,0-1 0,0 1 0,-1 0 0,1-1 1,0 1-1,0 0 0,0-1 0,0 1 0,0 0 1,0 0-1,0-1 0,0 1 0,0 0 0,0-1 1,0 1-1,0 0 0,1 0 0,-1 3-26,0-3 25,0 0 1,0-1-1,0 1 0,0 0 0,0-1 1,0 1-1,0 0 0,0-1 0,0 1 1,0 0-1,0-1 0,0 1 0,1-1 1,-1 1-1,0 0 0,0-1 1,1 1-1,-1-1 0,0 1 0,1-1 1,-1 1-1,1 0 0,0 0 0,1-1 1,-1 0-1,1 1 1,-1-1-1,0 0 1,1 0-1,-1 0 1,1 0-1,1 0 1,7 0 3,7 0-14,-12 0 16,-15 0 7,-57 0-28,65 0 16,2 44 0,0-42-1,1-1 1,-1 0-1,1 1 1,-1-1-1,1 0 1,0 0-1,0 0 1,-1 1-1,1-1 1,0 0-1,0 0 1,0-1-1,0 1 1,0 0-1,0 0 1,0 0-1,0-1 1,0 1-1,1-1 1,-1 1-1,1 0 1,3 1-11,-4-1 10,-1-1 0,1 1 0,0-1-1,-1 0 1,1 0 0,0 1 0,-1-1-1,1 0 1,0 0 0,-1 0 0,1 0-1,0 0 1,-1 0 0,1 0-1,1 0 1,3 0 5,0 2 0,0 0-1,0-1 1,0 1-1,0-1 1,0-1-1,5 1 0,3-1-11,-11 0-8,-2 0-2,0-1 21,0 0 0,0 1 0,0-1 0,0 1 0,0-1 0,-1 1 1,1-1-1,0 1 0,0-1 0,-1 1 0,1-1 0,0 1 0,-1-1 0,1 1 0,0 0 0,-1-1 0,1 1 0,-1 0 0,1-1 0,0 1 0,-1 0 0,1-1 0,-1 1 0,1 0 0,-1 0 0,0 0 0,-18-5-27,5 2 11,6-1-7,6 3 17,0 0 1,0 1-1,0-1 1,0 0 0,0 1-1,0 0 1,-3-1-1,2 1 1,-1 0 1,1 0-1,0-1 0,0 1 1,0-1-1,0 0 0,-1 0 0,1 0 1,0 0-1,1-1 0,-1 1 1,0-1-1,-3-3 0,-2 4-115,9 1 116,0 0 1,0 0-1,0 1 1,0-1 0,0 1-1,0-1 1,0 1-1,-1-1 1,1 1 0,0-1-1,0 1 1,-1 0-1,2 1 1,11 8-13,-4-3 3,-8-6 9,0 0 1,0 0 0,0 0-1,0 0 1,0-1 0,0 1-1,0 0 1,0-1 0,0 1-1,0-1 1,1 0-1,-1 1 1,0-1 0,0 0-1,2 1 1,48-1-13,-50 0 15,0 0 0,0 0 1,0 0-1,0-1 0,0 1 1,-1 0-1,1 0 0,0-1 1,0 1-1,0 0 0,-1-1 1,1 1-1,0-1 0,0 0 1,2 0 4,-3 1-5,0-1 0,0 1 0,1 0 0,-1 0 0,0 0 0,0 0 0,0-1-1,1 1 1,-1 0 0,0 0 0,0 0 0,0-1 0,0 1 0,0 0 0,1 0 0,-1-1-1,0 1 1,0 0 0,0 0 0,0-1 0,0 1 0,0 0 0,0 0 0,0-1-1,0 1 1,0 0 0,0-1 0,0 1 0,0 0 0,0 0 0,0-1 0,0 1 0,0 0-1,0 0 1,0-1 0,0 1 0,-1 0 0,1 0 0,0-1 0,0 1 0,0 0-1,0 0 1,0-1 0,-1 1 0,1 0 0,0 0 0,0 0 0,0 0 0,-1-1 0,1 1-1,-67 0 5,65 0-8,1 0 0,-1 0 0,0 0 0,1 1 1,-1-1-1,1 0 0,-1 1 0,1-1 0,-1 1 0,1 0 1,0-1-1,-1 1 0,1 0 0,-1 0 0,-1 2 0,3-2 2,0-1 0,-1 1 0,1-1 0,-1 1 0,1-1 0,-1 1 0,1-1 0,-1 1 0,1-1-1,-1 1 1,1-1 0,-1 0 0,0 1 0,1-1 0,-1 0 0,0 0 0,1 0 0,-1 0 0,0 1 0,1-1-1,-1 0 1,0 0 0,-2 0 2,3 0-3,-1 0 0,1 1-1,0-1 1,-1 1-1,1-1 1,0 1 0,0 0-1,0-1 1,-1 1-1,1-1 1,0 1-1,0-1 1,0 1 0,0 0-1,0-1 1,0 1-1,0-1 1,0 1 0,0 0-1,0-1 1,0 1-1,0-1 1,0 1 0,0 0-1,1-1 1,-1 1-1,0-1 1,0 1-1,0-1 1,1 1 0,-1-1-1,0 1 1,1 0-1,4 2 1,0-1 0,0 0 0,0 0 0,0 0-1,0-1 1,1 1 0,-1-2 0,10 2 0,38-2-23,-53 0 24,0 0 1,0 0-1,0-1 1,1 1-1,-1 0 0,0 0 1,0 0-1,0 0 1,0 0-1,1 0 1,-1 0-1,0 0 1,0 0-1,0 0 1,0-1-1,0 1 1,1 0-1,-1 0 0,0 0 1,0 0-1,0-1 1,0 1-1,0 0 1,0 0-1,0 0 1,0 0-1,0-1 1,0 1-1,0 0 1,1 0-1,-1-1 0,0 0 4,4-1 7,-4 2-10,1 0-1,-1 0 1,0 0-1,0 0 1,1-1 0,-1 1-1,0 0 1,0 0-1,1 0 1,-1 0-1,0 0 1,0-1-1,0 1 1,1 0-1,-1 0 1,0-1-1,0 1 1,0 0-1,0 0 1,1-1-1,-1 1 1,0 0-1,0 0 1,0-1-1,0 1 1,0 0 0,0-1-1,0 1 1,0 0-1,0 0 1,0-1-1,0 1 1,0 0-1,0-1 1,0-1 1,3 2-31,-1 0 30,-2 0 0,0 1 0,1-1 0,-1 0 0,1 0 0,-1 0 0,0 0 0,1 0 0,-1 0 0,0 0 0,1 0 0,-1 0 0,0 0 0,1 0 0,-1 0 0,1 0 0,-1 0 0,0-1 0,1 1 0,-1 0 0,0 0 0,1 0 0,-1-1 0,0 1 0,0 0 0,1 0 0,-1-1 0,0 1 0,1 0 0,-1 0 0,0-1 0,0 1 0,0-1 0,1 1 0,-1 0 0,0-1 0,0 1 0,0 0 0,0-1 0,0 1 0,0-1 0,1 1 0,-1 0 0,0-2 0,0 2 0,-1 0-1,1-1 0,0 1 0,0-1 1,0 1-1,0 0 0,-1-1 0,1 1 1,0 0-1,0 0 0,0-1 0,-1 1 1,1 0-1,0-1 0,-1 1 0,1 0 1,0 0-1,0 0 0,-1-1 0,1 1 1,0 0-1,-1 0 0,1 0 0,0 0 0,-1 0 1,0 0-1,-17-3 4,-25 3-11,32 1-5,10-2 13,0 1 0,1 0-1,-1 0 1,0 0 0,0 0-1,0 0 1,1 0 0,-1 1-1,0-1 1,0 0 0,1 0-1,-1 1 1,0-1 0,0 0-1,1 1 1,-1-1 0,0 1-1,1-1 1,-1 1 0,1-1-1,-2 2 1,2-1-3,-1 0 0,1 1 0,0-1-1,0 1 1,-1-1 0,1 0 0,0 1 0,0-1 0,0 1 0,1 2 0,-1 5-32,3-6 20,19 15 44,-21-17-32,0 0 1,0 0 0,0 0-1,0-1 1,0 1 0,0 0 0,0-1-1,1 1 1,-1-1 0,0 1-1,0-1 1,0 1 0,1-1-1,-1 0 1,0 0 0,0 0-1,0 0 1,1 0 0,-1 0-1,0 0 1,2 0 0,0 0 0,10 0 4,18 0 12,-29 0-15,-1 0 1,0 0-1,1-1 0,-1 1 1,0 0-1,0-1 1,1 1-1,-1-1 0,0 0 1,0 1-1,1-1 0,-1 0 1,0 0-1,0 0 0,0 1 1,0-1-1,1-2 0,1-5-3,-3 7 3,0 1 0,0 0 0,0-1 0,1 1 0,-1-1 0,0 1 0,0-1 0,0 1 0,0 0 0,1-1 0,-1 1 0,0 0 0,0-1 1,1 1-1,-1 0 0,0-1 0,1 1 0,-1 0 0,0 0 0,0-1 0,1 1 0,-1 0 0,1 0 0,-1 0 0,0 0 0,1-1 0,-1 1 0,0 0 0,1 0 0,-1 0 0,0 0 0,1 0 0,-1 0 0,1 0 0,-1 0 0,0 0 0,1 0 0,0 1 0,3-2 7,1 1 1,-1-1-1,1 0 1,6-2-1,-10 2-2,1 1-1,0-1 0,0 1 1,0-1-1,0 1 1,0 0-1,0 0 1,0 0-1,0 0 1,2 1-1,0 0 3,-2-1 28,9 0-59,-8 0 50,40 0 113,-9 7-75,-32-7-53,-1 0-13,0 0 0,0 1 1,0-1-1,0 0 0,1 1 1,-1-1-1,0 0 0,0 0 0,0 0 1,0 0-1,1-1 0,1 1 0,-3 0 3,1 0 0,-1-1-1,1 1 1,-1 0-1,1 0 1,-1 0-1,1 0 1,-1-1 0,1 1-1,-1 0 1,1 0-1,-1-1 1,0 1 0,1 0-1,-1-1 1,0 1-1,1-1 1,-1 1-1,0 0 1,1-1 0,-1 1-1,0-1 1,1 1-1,-1-1 1,3 1 10,8 0-25,-9 0 41,1 0-43,8 0 3,-8 0 26,-4-1-12,1 1 0,0-1 0,0 1 0,0 0 0,0-1 0,0 1 0,0 0 0,0-1 0,0 1 0,0 0 0,1-1 0,-1 1 0,0-1 0,0 1 0,0 0 0,0-1 0,0 1 0,0 0 0,1-1 0,-1 1 0,0 0 0,0 0 0,0-1 0,1 1 0,-1 0 0,0 0 0,0-1 0,1 1 1,-1 0-1,0 0 0,0 0 0,1-1 0,-1 1 0,0 0 0,1 0 0,-1 0 0,0 0 0,1 0 0,-1 0 0,0 0 0,1 0 0,-1 0 0,0 0 0,1 0 0,-1 0 0,1 0 0,0 0 79,2 0-53,62 0 69,-64 0-96,-1 1 1,0-1 0,1 0 0,-1 0 0,0 1-1,0-1 1,1 0 0,-1 1 0,0-1 0,0 0-1,1 1 1,-1-1 0,0 0 0,0 1-1,0-1 1,0 1 0,0-1 0,1 1 0,-1-1-1,0 0 1,0 1 0,0 0 0,4 1-1,-4-2 2,0 0 0,1 0 1,-1 0-1,0 0 0,0 0 0,0 0 1,1 0-1,-1 0 0,0 0 1,0 0-1,0 0 0,1 0 0,-1 0 1,0 1-1,0-1 0,0 0 1,0 0-1,1 0 0,-1 0 1,0 1-1,0-1 0,0 0 0,0 0 1,0 0-1,1 1 0,-1-1 1,0 0-1,0 0 0,0 1 0,0-1 1,0 0-1,0 0 0,0 0 1,0 1-1,0-1 0,0 0 1,0 0-1,0 1 0,0-1 0,0 1 1,3-1 13,35 0 74,-38 0-89,0 0-1,1 0 1,-1 1-1,0-1 1,0 0-1,1 0 0,-1 1 1,0-1-1,0 0 1,1 1-1,-1-1 0,0 1 1,0-1-1,0 0 1,1 1-1,-1-1 1,0 1-1,0-1 0,0 0 1,0 1-1,0 0 1,0-1 0,7 2 15,-5-2 11,1 0-9,8 0-12,-8 0-9,-1 0-8,0 0 11,-2 0 0,0 0 1,1 0-1,-1 0 0,1-1 1,-1 1-1,1 0 0,-1 0 1,0 0-1,1 0 0,-1 0 1,1 1-1,-1-1 0,0 0 1,1 0-1,-1 0 0,1 0 1,-1 0-1,0 1 0,1-1 1,-1 0-1,1 0 0,-1 1 1,0-1-1,1 0 0,-1 1 1,0-1-1,0 0 0,1 1 1,-1-1-1,0 0 0,0 1 1,1 0-1,0-1 3,0 1 0,-1-1 1,1 0-1,0 0 0,0 0 0,0 0 0,0 0 0,0 0 1,-1 0-1,3 0 0,-1 0 5,21 0-14,-21 0-2,1 0 11,19 0 26,-20 0 12,1 0-60,19 0 8,-20 0 22,-2-7-105,0-38 124,0 45-30,0-1-1,0 0 1,0 1 0,0-1 0,0 1-1,0-1 1,0 0 0,0 1 0,0-1-1,-1 1 1,1-1 0,0 1 0,0-1-1,-1 1 1,1-1 0,0 1 0,0-1-1,-1 1 1,1-1 0,0 1 0,-1-1-1,1 1 1,-1-1 0,0 1 0,1 0 0,0-1 0,-1 1 0,1-1 0,-1 1 0,1 0 0,0-1 0,-1 1 0,1-1 0,0 1 0,0-1 0,-1 1 0,1-1 0,0 0 0,0 1 0,0-1 0,0 1 0,-1-1 0,1 1 0,0-1 0,0 0 0,0 1 0,0-2 0,0-149 3,0 151-3,0 1 0,0-1 0,0 1 0,0 0 0,0-1-1,0 1 1,0-1 0,-1 1 0,1-1 0,0 1 0,0-1 0,-1 1 0,1-1-1,0 1 1,-1-1 0,1 1 0,0-1 0,-1 1 0,1-1 0,0 0 0,-1 1-1,1-1 1,-1 0 0,1 1 0,-1-1 0,0 1 0,0-1 0,1 0 0,-1 0 0,1 1 1,0-1-1,-1 1 0,1-1 0,-1 0 0,1 1 0,-1-1 0,1 1 0,0-1 1,-1 1-1,1-1 0,0 1 0,-1 0 0,1-1 0,0 1 0,0-1 0,0 1 1,-1 0-1,1-1 0,0 1 0,0 0 0,0 1 0,0 146-96,0-146 131,0-10-62,0-99 96,0 185-111,0-77 42,0 0 0,0-1 0,0 1 0,0-1 1,0 1-1,0 0 0,0-1 0,0 1 0,1 0 0,-1-1 1,0 1-1,0-1 0,0 1 0,1-1 0,-1 1 0,0-1 0,0 1 1,1-1-1,-1 1 0,1-1 0,-1 1 0,0-1 0,1 1 1,-1-1-1,1 0 0,-1 1 0,1-1 0,-1 0 0,1 1 1,0-1-1,-1 0 0,1 0 0,-1 0 1,0 1-1,1-1 0,-1 0 0,1 1 1,-1-1-1,0 0 0,1 0 1,-1 1-1,0-1 0,1 1 0,-1-1 1,0 0-1,1 1 0,-1-1 0,0 1 1,0-1-1,0 1 0,1-1 1,-1 1-1,0-1 0,0 1 0,0-1 1,0 1-1,0-1 0,0 1 1,0-1-1,0 2 0,0-1 1,1 13-7,0-14 6,-1 0-1,0 1 1,0-1 0,1 0-1,-1 0 1,0 1 0,0-1-1,1 0 1,-1 0 0,0 0-1,1 1 1,-1-1 0,0 0-1,1 0 1,-1 0 0,0 0-1,1 0 1,-1 0 0,0 0-1,1 0 1,-1 0 0,0 0-1,1 0 1,-1 0 0,0 0 0,1 0 0,-1 0 0,0 0 0,0 0 0,0 0 1,0 0-1,0 0 0,0 0 0,0 0 0,0 0 0,0 0 0,0 0 1,0 0-1,0 0 0,1 0 0,-1 0 0,0 0 0,0 0 0,0 0 1,0 0-1,0 0 0,0 0 0,0 0 0,0 0 0,0 0 0,0 0 1,0-1-1,0 1 0,0 0 0,0 0 0,0 0 0,0 0 0,0 0 1,0 0-1,0 0 0,0 0 0,1 0 0,-1 0 0,0 0 0,0-1 1,0 1-1,0 0 0,0 0 0,0 0 0,0 0 0,0 0 0,0 0 1,0 0-1,-1 0 0,1 0 0,0 0 0,0 0 0,0-1 0,0 1 1,0 0-1,0 0 0,0-164-6,0 163 25,0 9-54,0 70 17,0-201 47,0 121-42,3 2 23,8 0 6,-11 1-15,0-1 0,1 0 0,-1 0-1,0 1 1,0-1 0,0 0 0,1 0-1,-1 1 1,0-1 0,0 0-1,0 1 1,1-1 0,-1 0 0,0 1-1,0-1 1,0 0 0,0 1 0,0-1-1,0 0 1,0 1 0,0-1-1,0 0 1,0 1 0,0-1 0,0 1-1,0-1 1,0 0 0,0 1 0,0-1-1,0 0 1,0 1 0,0 0-1,0 156-85,-1-157 85,1 0 0,0 1 0,0-1 0,0 0 0,0 0 1,0 0-1,0 0 0,0 0 0,0 0 0,0 1 0,0-1 0,0 0 0,0 0 0,0 0 0,1 0 0,-1 0 0,0 1 0,0-1 0,0 0 1,0 0-1,0 0 0,0 0 0,0 0 0,0 0 0,0 0 0,0 1 0,0-1 0,0 0 0,1 0 0,-1 0 0,0 0 0,0 0 1,0 0-1,0 0 0,0 0 0,1 1-3,0-1 0,-1 0 0,1 1 0,-1-1 0,1 1 0,-1-1 0,1 1 1,-1-1-1,1 1 0,-1-1 0,1 1 0,-1 0 0,0-1 0,1 1 0,-1 0 0,0-1 0,0 1 1,1 0-1,-1-1 0,0 1 0,0 0 0,0 1 0,0 0 32,0-22-61,0-148 102,0 166 28,0 30-108,0-26 7,0 0 1,0-1-1,0 1 1,0 0-1,-1-1 1,1 1-1,0 0 1,-1-1-1,1 1 1,-1-1-1,0 1 1,1-1-1,-1 1 1,0-1-1,-1 2 1,1-2-4,1 1 3,-1 0 1,1 0-1,-1 0 0,1 0 0,-1 0 0,1 0 0,0 0 0,0 0 0,0 0 0,0 0 0,0 0 0,1 2 0,0 3-9,-1 20-16,0-23 17,0-18 4,0-54 79,0 67 3,0-1-43,-1 2-32,1-1-1,0 1 1,0-1-1,0 1 1,0-1 0,-1 1-1,1-1 1,0 1-1,0 0 1,-1-1-1,1 1 1,0-1-1,0 1 1,-1 0 0,1-1-1,0 1 1,-1 0-1,1 0 1,-1-1-1,1 1 1,0 0 0,-1 0-1,1-1 1,-1 1-1,1 0 1,0 0-1,-1 0 1,1 0 0,-1 0-1,1 0 1,-1 0-1,1 0 1,-1 0-1,1 0 1,0 0-1,-1 0 1,0 0 0,1 0 0,-3 0 8,-6 0-48,6 0 40,1 0-1,-1 0 1,0 0 0,1 0-1,-1 0 1,0 0 0,1 1-1,-1 0 1,0-1 0,1 1-1,-1 0 1,1 1-1,-1-1 1,-2 2 0,-12 8-68,0-2 46,17-8 19,-1-1 0,1 1 0,-1-1 1,1 1-1,-1-1 0,1 1 0,-1 0 0,1-1 0,-1 1 1,1-1-1,0 1 0,-1 0 0,1 0 0,0-1 0,0 1 1,-1 0-1,1 0 0,0-1 0,0 1 0,0 1 0,-1 0-1,1 0-1,-1 0 1,1-1-1,-1 1 0,0-1 1,1 1-1,-1 0 1,0-1-1,0 0 0,0 1 1,0-1-1,0 0 1,0 1-1,-1-1 0,1 0 1,0 0-1,0 0 1,-1 0-1,-2 1 0,-4 4-33,7-4 24,-1-1 1,1 0 0,0 0-1,0 1 1,0-1 0,0 1-1,0-1 1,0 1 0,1 0-1,-1-1 1,0 1 0,1 0-1,-2 2 1,1 11-130,1-12 42,3-9 83,0 2 28,0 0-1,0 0 0,0 0 0,4-4 0,-3 5-12,-4 2 3,1 0 0,0 1 0,-1-1 0,1 0 0,-1 1 0,1-1 0,0 1 0,-1-1 1,1 1-1,0 0 0,0-1 0,-1 1 0,1 0 0,1-1 0,3-1 4,-4 2-1,0-1 0,0 0 0,0 0 0,0 0 0,0 0-1,-1 0 1,1 0 0,0 0 0,0 0 0,-1 0 0,2-3-1,3-5 18,1 7-15,-5 2-5,-1 0 0,0 0-1,0 0 1,1 0 0,-1-1 0,0 1 0,1 0 0,-1 0 0,0 0 0,1 0 0,-1 0 0,0 0 0,0 0 0,1-1 0,-1 1 0,0 0 0,1 0-1,-1 0 1,0-1 0,0 1 0,0 0 0,1 0 0,-1-1 0,0 1 0,0 0 0,0-1 0,0 1 0,1 0 0,-1-1 0,0 1 0,0-1 0,0 0-9,0-18 100,0 18-91,0 1 0,0-1 0,0 1 0,-1-1 0,1 1 0,0 0 0,0-1 0,0 1 0,-1-1 0,1 1 0,0 0 0,0-1 0,-1 1 0,1-1 0,0 1 0,-1 0 0,1 0 1,0-1-1,-1 1 0,1 0 0,-1 0 0,1-1 0,0 1 0,-1 0 0,1 0 0,-1 0 0,1 0 0,0 0 0,-1 0 0,1 0 0,-1 0 0,0 0 0,-22 0 6,11 0 1,1 0 3,8 0 17,-6 2-46,9-2 19,0 0 0,0 0-1,-1 0 1,1 1 0,0-1 0,0 0-1,-1 0 1,1 0 0,0 1-1,0-1 1,0 0 0,0 0 0,0 1-1,-1-1 1,1 0 0,0 0-1,0 1 1,0-1 0,0 0 0,0 1-1,0-1 1,0 0 0,0 1-1,0-1 1,0 0 0,0 0 0,0 1-1,0-1 1,0 0 0,0 1-1,0-1 1,0 0 0,0 1 0,0-1-1,0 0 1,1 0 0,-1 1-1,0-1 1,0 1 0,1-1 0,0 1 0,-1-1 0,1 1 0,0-1 0,0 1 0,-1-1 0,1 0 0,0 1 0,0-1 0,-1 0 0,1 0 0,0 0 0,0 0 0,0 1 1,1-2-1,25 1-43,-24 0 32,-1 0 28,-1 1-15,-1-1 0,0 0 0,0 0-1,1 0 1,-1 0 0,0 0 0,0 0 0,1 0 0,-1 0 0,0 0 0,1 0-1,-1 0 1,0 0 0,0 0 0,1 0 0,-1 0 0,0 0 0,0 0-1,1 0 1,-1 0 0,0-1 0,0 1 0,1 0 0,-1 0 0,0 0-1,0 0 1,0-1 0,1 1 0,-1 0 0,0 0 0,0 0 0,0-1-1,1 1 1,-1-4 3,-1-9 146,1 13-149,0 0-1,-1-1 1,1 1-1,0 0 1,0-1-1,0 1 1,-1 0-1,1-1 1,0 1-1,0 0 1,-1 0-1,1-1 1,0 1-1,0 0 1,-1 0 0,1 0-1,0 0 1,-1-1-1,1 1 1,0 0-1,-1 0 1,1 0-1,0 0 1,-1 0-1,1 0 1,0 0-1,-1 0 1,1 0-1,-2 0-22,-1 0 8,2 0 9,-1 0 0,1 0 0,-1 0 0,1 0 0,-1 0 0,1 0 1,0 1-1,-1-1 0,1 1 0,-1-1 0,1 1 0,0-1 0,-1 1 0,-1 1 1,2 0-1,1-1 0,-1 0 1,0 1-1,0-1 0,1 0 1,-1 1-1,1-1 0,-1 1 1,1-1-1,0 1 0,-1-1 1,1 1-1,0 0 1,0-1-1,0 1 0,0 2 1,0-3 1,0 0 0,0 0 0,1-1 0,-1 1 1,0 0-1,0-1 0,0 1 0,1 0 1,-1-1-1,0 1 0,1 0 0,-1-1 0,0 1 1,1-1-1,-1 1 0,1 0 0,-1-1 1,1 0-1,-1 1 0,1-1 0,-1 1 0,1-1 1,-1 0-1,1 1 0,0-1 0,3 3-18,3 5-50,-6-7 68,-1 0 1,1 0 0,-1-1 0,1 1-1,0-1 1,-1 1 0,1-1-1,0 1 1,0-1 0,-1 1 0,1-1-1,0 1 1,1-1 0,7 4-2,-7-3 4,1 0-1,-1 0 1,1 0 0,0-1-1,-1 1 1,1-1-1,0 0 1,4 0 0,-5 0-39,1-1 54,-3 1-14,1-1 1,0 1-1,-1 0 0,1-1 1,0 1-1,-1-1 0,1 1 1,0-1-1,-1 1 0,1-1 0,-1 1 1,1-1-1,-1 1 0,1-1 1,-1 0-1,1 0 0,-1 1 1,0-1-1,1 0 0,0-1 0,0-24 29,-1 22-38,0-1 20,0 4-12,0-1 0,0 1 1,0 0-1,0-1 0,0 1 0,0 0 0,0-1 0,0 1 0,-1 0 0,0-2 1,1 2-3,-1 1 0,1-1 0,-1 1 0,1-1 0,-1 1 1,1 0-1,-1-1 0,1 1 0,-1 0 0,0 0 0,1-1 1,-1 1-1,1 0 0,-1 0 0,0 0 0,1 0 1,-1 0-1,0 0 0,1 0 0,-2 0 0,-51 0 17,52 0-19,1 0 0,-1 0 0,0 0 1,0 0-1,0 1 0,1-1 0,-1 0 0,0 0 0,0 1 0,1-1 0,-1 1 0,0-1 0,1 1 0,-1-1 0,0 1 0,1-1 1,-1 1-1,0 0 0,1-1 0,-1 2 0,0-1-5,0 1 0,1-1-1,-1 1 1,1 0 0,-1 0-1,1-1 1,-1 1 0,1 0-1,0 0 1,0 0 0,0 0-1,0-1 1,0 1 0,1 4-1,-1-1-18,0-3 26,0 0 0,0 1 0,0-1 0,0 1 0,1-1 0,-1 0 0,1 4 0,-1-6 0,1 0 0,-1 1-1,1-1 1,-1 1 0,0-1 0,1 0 0,-1 1-1,1-1 1,-1 0 0,1 0 0,-1 1-1,1-1 1,-1 0 0,0 0 0,1 0-1,-1 0 1,1 0 0,-1 0 0,1 0-1,-1 0 1,1 0 0,-1 0 0,2 0-1,-2 0 2,0 0 0,1 0-1,-1 1 1,0-1-1,0 0 1,1 0-1,-1 0 1,0 1-1,0-1 1,0 0-1,1 0 1,-1 1-1,0-1 1,0 0-1,0 0 1,0 1 0,1-1-1,-1 0 1,0 0-1,0 1 1,0-1-1,0 1 1,1 2 5,4-2-4,0-1-1,0 1 1,1-1 0,6 0-1,-7 0 2,-5 0-1,1 0 0,-1 0-1,0 0 1,0 0 0,0 0-1,0 0 1,1 0 0,-1 0-1,0 0 1,0-1 0,0 1-1,0 0 1,1 0 0,-1 0-1,0 0 1,0 0 0,0 0-1,0 0 1,1 0 0,-1 0-1,0-1 1,0 1 0,0 0-1,0 0 1,0 0 0,0 0-1,0 0 1,1-1 0,-1 1-1,0 0 1,0 0 0,7-12 9,-7 12-8,1-1 0,-1 1 0,0 0-1,0-1 1,0 1 0,1 0 0,-1-1-1,0 1 1,0 0 0,0-1-1,0 1 1,0-1 0,1 1 0,-1 0-1,0-1 1,0 1 0,0-1 0,0 1-1,0 0 1,0-2 0,2-1 1,3 0 0,1-3-4,-4-10 10,-2 15 31,0-17 27,0 17-65,0 1-1,0-1 1,0 0 0,0 1 0,0-1 0,0 1-1,-1-1 1,1 0 0,0 1 0,0-1 0,0 1-1,-1-1 1,1 1 0,0-1 0,-1 1 0,1-1-1,0 1 1,-1-1 0,1 1 0,-1 0 0,1-1 0,0 1-1,-1 0 1,0-1 0,-5-5-4,-1-9-11,7 14 14,-1-1 0,1 0 0,-1 1 0,1-1-1,-1 1 1,0-1 0,0 1 0,1 0 0,-1-1-1,0 1 1,0 0 0,0-1 0,0 1 0,-1 0-1,1 0 1,0 0 0,0 0 0,0 1-1,-1-1 1,1 0 0,-2 0 0,-16-6-5,16 6 0,0 0 1,-1 0-1,1 0 0,0 1 0,-4-1 0,4 1 23,3 12-72,0-12 52,0 1 1,0 0 0,0 0 0,0 0 0,0 0 0,0-1 0,0 1 0,0 0-1,0 0 1,0 0 0,1 0 0,-1-1 0,0 1 0,0 0 0,1 0 0,-1-1-1,0 1 1,1 0 0,-1 0 0,1-1 0,-1 1 0,1-1 0,-1 1 0,1 0-1,-1-1 1,1 1 0,0-1 0,-1 1 0,1-1 0,-1 0 0,1 1 0,0-1-1,-1 0 1,1 0 0,0 1 0,0-1 0,-1 0 0,1 0 0,0 0 0,0 0-1,-1 0 1,2 0 0,-1 0 0,0 0 0,-1 0 0,1 0 0,0 0 1,0 1-1,-1-1 0,1 0 0,0 0 0,-1 1 0,1-1 0,0 1 0,-1-1 0,1 0 0,0 2 0,0-2 1,0 1 0,-1 0-1,1-1 1,0 1-1,0-1 1,0 1 0,0-1-1,-1 0 1,1 1 0,0-1-1,0 0 1,0 0 0,0 0-1,2 0 1,21 0-6,-22 0 21,-2 0-23,0 0 12,0-1 0,0 1-1,0 0 1,0-1-1,0 1 1,0 0-1,0-1 1,0 1-1,0 0 1,0-1 0,0 1-1,0 0 1,0-1-1,0 1 1,0-1-1,0 1 1,0 0-1,0-1 1,-1 1 0,1 0-1,0 0 1,0-1-1,0 1 1,-1 0-1,1-1 1,0 1-1,0 0 1,-1 0 0,1 0-1,0-1 1,0 1-1,-1 0 1,1 0-1,0 0 1,0 0-1,-1 0 1,1-1 0,0 1-1,-1 0 1,1 0-1,0 0 1,-1 0-1,1 0 1,0 0-1,-1 0 1,1 0 0,0 0-1,0 0 1,-1 0-1,1 1 1,-1-1-1,-1 0 0,-54 0-41,53 0 21,1 0 19,1 0-2,1 0 0,0 0-1,-1 0 1,1-1 0,0 1-1,-1 0 1,1 0 0,-1 0-1,1 0 1,0 0 0,-1 1-1,1-1 1,0 0 0,-1 0-1,1 0 1,0 0 0,-1 0-1,1 0 1,0 1 0,-1-1-1,1 0 1,-1 1 0,1 16-23,0-15 22,0-2-1,0 0 0,0 1 0,0-1-1,0 0 1,0 0 0,0 0-1,0 1 1,0-1 0,0 0 0,0 0-1,0 1 1,0-1 0,0 0 0,0 0-1,0 0 1,0 1 0,0-1 0,0 0-1,0 0 1,0 1 0,0-1 0,0 0-1,1 0 1,-1 0 0,0 1 0,0-1-1,0 0 1,0 0 0,0 0 0,0 0-1,1 0 1,-1 1 0,0-1 0,39 0 25,-36 0-22,8-1-42,-11-32 296,-12 32-242,-71 1 39,82 0-54,1 0 1,0 0-1,0 1 0,0-1 1,-1 0-1,1 0 0,0 0 1,0 1-1,0-1 0,-1 0 1,1 0-1,0 1 0,0-1 1,0 0-1,0 0 1,0 1-1,0-1 0,-1 0 1,1 1-1,0-1 0,0 0 1,0 1-1,0-1 0,0 0 1,0 0-1,0 1 0,0-1 1,0 0-1,0 1 0,0-1 1,0 0-1,1 1 0,-1-1 1,0 1-1,0-1 0,0 0 1,0 0-1,0 1 0,0-1 0,0 0 1,0 0-1,0 1 0,0-1 1,0 0-1,0 0 0,0 1 1,0-1-1,0 0 0,0 0 1,0 1-1,0-1 0,0 0 0,0 1 1,0-1-1,0 0 0,0 0 1,0 0-1,0 1 0,-1-1 1,1 0-1,0 0 0,0 1 0,0-1 1,0 0-1,0 0 0,-1 0 1,1 0 0,-1 0 0,1 0 0,0 0-1,0 0 1,-1 0 0,1 0 0,0 0 0,-1 0 0,1 0 0,0 0 0,-1 1 0,1-1 0,0 0 0,-1 0 0,1 0 0,0 0 0,0 0 0,-1 1-1,1-1 1,0 0 0,0 0 0,-1 1 0,1-1 0,0 0 0,0 0 0,-1 1 0,1-1 0,0 0 0,0 1 0,0-1 0,0 0 0,0 1 0,-1-1 0,1 0-1,0 1 1,0-1 0,0 0 0,0 1 0,0-1 0,0 0 0,0 1 0,0 1 5,-95-2-42,92 0 42,1 0-7,-9 0-4,8 0 46,1 0-18,-37 0-46,1 0 16,35 0 26,2 0-4,-22 7-33,20-7 6,3 0 13,0 1 0,0-1 0,0 1 0,0-1 0,0 0 0,0 1 0,0-1 0,0 0 0,0 1 0,0-1 0,0 1 0,0-1 1,0 0-1,-1 1 0,1-1 0,0 0 0,0 1 0,0-1 0,-1 0 0,1 0 0,0 1 0,0-1 0,0 0 0,-1 1 0,1-1 0,0 0 0,-1 0 1,1 0-1,0 0 0,-1 1 0,1-1 0,0 0 0,-1 0 0,1 0 0,0 0 1,-1 0-1,1 0 0,0 0 1,0 0-1,0 1 0,-1-1 1,1 0-1,0 0 0,0 0 1,0 0-1,-1 0 0,1 1 1,0-1-1,0 0 0,0 0 1,0 0-1,-1 1 0,1-1 1,0 0-1,0 0 0,0 0 1,0 1-1,0-1 0,0 0 1,0 0-1,0 1 0,0-1 1,-1 0-1,1 0 0,0 1 1,0-1-1,-2 1-8,0 0 6,1-1 1,0 0-1,1 0 1,-1 1 0,0-1-1,0 0 1,0 0 0,0 0 0,1 0-1,-1 0 1,0-1 0,0 1 0,-1-1-1,2 2 2,0-1 0,0 1-1,0-1 1,0 0-1,0 1 1,0-1 0,0 0-1,0 1 1,0-1-1,0 1 1,0-1 0,0 0-1,0 1 1,0-1 0,0 0-1,0 1 1,0-1-1,-1 0 1,1 1 0,0-1-1,0 1 1,-1-1-2,-3 2-3,4-2 6,0 0-1,0 0 1,-1 0-1,1 0 1,0 0-1,0 0 1,0 1-1,-1-1 1,1 0-1,0 0 1,0 0-1,0 0 1,-1 0-1,1 0 1,0 0-1,0 1 1,0-1-1,0 0 1,-1 0-1,1 0 1,0 0-1,0 1 1,0-1-1,0 0 1,0 0-1,0 0 1,0 1-1,0-1 1,-1 0-1,1 0 1,0 1-1,0-1 1,0 0-1,0 0 1,0 1-1,-2 2 24,-9 4-16,8-6-3,3 8-21,0-8 15,0 0-1,-1 0 0,1 0 1,0-1-1,0 1 0,0 0 1,0 0-1,0 0 1,0 0-1,0-1 0,1 1 1,-1 0-1,0 0 0,0 0 1,0-1-1,1 1 0,-1 0 1,0 0-1,1-1 0,0 2 1,4 0 3,-1 0 0,1-1 0,0 0 0,0 0 0,1 0 0,-1 0 0,0-1 0,7 0 0,153 0 14,-168-1-15,1 1-4,-1 0 0,1 0 0,0 0 1,0 0-1,-1 0 0,-3 2 1,-6 3-2,10-4 3,0-1 1,0 1-1,0 0 1,1 0-1,-1 0 1,0 0 0,0 0-1,-2 3 1,0 2 2,3-6-2,1 1 0,0-1 0,-1 1 0,1-1 0,0 0 0,-1 1 0,1-1 0,-1 1 0,1-1 0,0 0 0,-1 0 0,1 1 0,-1-1 0,1 0 0,-1 0 0,1 0 0,-1 1 0,1-1 0,-1 0 0,1 0 0,-2 0 0,1 0 0,0 0 0,0 1 0,0-1-1,0 1 1,0 0 0,0-1 0,0 1 0,0 0-1,0 0 1,-1 1 0,1-1 0,1 0 0,-1-1-1,1 1 1,-1 0 0,0-1 0,1 1 0,-1-1 0,0 1 0,0-1-1,1 0 1,-1 1 0,0-1 0,0 0 0,0 1 0,1-1-1,-1 0 1,-1 0 0,2 26-21,0-25 20,0-1-1,0 1 1,0-1 0,0 1 0,0-1 0,0 1 0,0 0-1,0-1 1,0 1 0,0-1 0,0 1 0,0-1 0,0 1 0,0-1-1,0 1 1,1-1 0,-1 1 0,0-1 0,0 1 0,1-1-1,-1 0 1,0 1 0,0-1 0,1 1 0,-1-1 0,0 0 0,1 1-1,0-1 1,3 4-3,-2-3 5,-2 0-1,1 0 1,0 0-1,0 0 1,0-1-1,0 1 1,0 0-1,0-1 1,0 1 0,0-1-1,0 1 1,0-1-1,0 0 1,2 1-1,25 5 30,-25-6-33,0 0-1,0 1 1,0-1 0,0 1 0,5 2 0,-6-2 2,1 0 0,-1 0 0,1 0 0,0-1 1,4 1-1,0-1 4,-3 1 0,0-1 0,0 0 0,-1 0 0,1-1 0,7-1 0,-11 2-4,1-1 0,-1 1 0,1-1 0,-1 1 0,1-1 0,-1 1 1,1-1-1,-1 1 0,1-1 0,0 1 0,-1 0 0,1 0 0,0-1 0,-1 1 1,1 0-1,0-1 0,7 0 3,-8-1 1,0 2 0,0-1-1,1 0 1,-1 0-1,0 1 1,0-1-1,0 0 1,0 0-1,0 1 1,0-1-1,0 0 1,-1 0-1,1 1 1,0-1-1,0 0 1,0 0-1,-1 1 1,1-1-1,0 0 1,-1 1-1,0-2 1,-139 2-27,139 0 23,1 0 1,0 0 0,-1 1 0,1-1-1,-1 0 1,1 0 0,-1 1-1,1-1 1,-1 0 0,1 1 0,0-1-1,-1 0 1,1 1 0,-1-1 0,1 1-1,0-1 1,-1 1 0,1-1-1,0 1 1,0-1 0,-1 1 0,1-1-1,0 1 1,0-1 0,0 1 0,0-1-1,0 1 1,-1 0 0,1-1-1,0 1 1,0-1 0,0 2 0,0 26 2,1-17-3,-1-9-13,12-2-2,1 1 15,17-2 15,-28 1-15,0 0 1,0 0 0,0-1-1,0 1 1,0-1-1,0 1 1,-1-1 0,1 0-1,0 0 1,0 0 0,2-2-1,0 2 15,19 1-28,-21 0 57,-2-12-3,-1 11-39,1 0-1,0 1 0,0-1 1,0 0-1,-1 0 1,1 0-1,0 1 1,-1-1-1,1 0 1,-1 1-1,1-1 0,0 0 1,-1 1-1,1-1 1,-1 1-1,0-1 1,1 1-1,-1-1 1,1 1-1,-1-1 1,0 1-1,1 0 0,-1-1 1,0 1-1,1 0 1,-1 0-1,0-1 1,1 1-1,-1 0 1,0 0-1,-1 0 1,-28-1-24,23 2 34,-20-1-49,27-21 52,0 9-49,0 10 14,-2 2 23,1 0 0,-1 0 0,1-1 0,-1 1-1,1 0 1,-1 0 0,0-1 0,1 1 0,-1-1 0,1 0 0,-1 1 0,1-1 0,0 0 0,-3-2 0,1 0-2,2 2 1,1 1 0,-1-1 0,1 1 0,-1-1 0,1 1 0,-1-1 0,1 1 0,-1 0 0,1-1 0,-1 1 0,1 0 0,-1 0 0,0 0 0,1-1 0,-1 1 0,1 0 0,-1 0 0,0 0 0,1 0 0,-2 0 0,2 0 1,-1 0 0,1 0-1,-1 0 1,1 0 0,-1 0 0,1 0-1,-1 0 1,1 0 0,-1-1-1,1 1 1,-1 0 0,1 0 0,-1 0-1,1-1 1,-1 1 0,1 0-1,-1-1 1,1 1 0,0-1 0,-1 0-1,0 0 3,0 1-4,1 0-1,0 0 1,0 0-1,0 0 1,0 0-1,-1-1 1,1 1-1,0 0 1,0 0-1,0 0 1,0 0-1,-1-1 1,1 1-1,0 0 1,0 0-1,0 0 1,0-1-1,0 1 1,0 0-1,0 0 0,0-1 1,0 1-1,0 0 1,0 0-1,0 0 1,0-1-1,0 1 1,0 0-1,0-1 1,-2-3 2,-3 3 0,0 1 0,0-1 0,0 1-1,-8 0 1,6 1-14,-3-1 15,8 0-8,0 0 10,-12 0-747,14-18-1189,0 8 880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1.0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0 161 48,'0'0'2516,"2"0"-2393,-2 0-117,1 0 0,-1 0 1,0 0-1,1 0 0,-1 0 1,0 0-1,0 0 1,1-1-1,-1 1 0,0 0 1,1 0-1,-1 0 0,0-1 1,0 1-1,1 0 1,-1 0-1,0-1 0,0 1 1,1 0-1,-1-1 0,0 1 1,0 0-1,0-1 1,0 1-1,1-1 0,2-15 192,-4-24 195,1 25-256,3 10-107,-2 3-26,0 0 0,1 0 0,-1 0 0,0 0 0,0 0 0,0 0 0,0 0 0,0-1 0,0 1 0,-1-1 1,1 1-1,-1 0 0,1-1 0,-1 1 0,0-1 0,0-4 0,0 2-3,0 3 8,0 1 1,0-1-1,-1 0 1,1 1-1,1-1 1,-1 0-1,0 1 1,0-1-1,1 1 1,-1-1-1,1-1 1,3 1 25,-4 2-34,1-1 0,-1 1 1,0 0-1,0 0 1,0 0-1,1 0 0,-1 0 1,0 0-1,0 0 1,0 0-1,0 0 0,1 0 1,-1 0-1,0-1 1,0 1-1,0 0 0,0 0 1,1 0-1,-1 0 1,0-1-1,0 1 0,0 0 1,0 0-1,0 0 1,0-1-1,1 1 0,-1 0 1,0 0-1,0-3 1082,0 10-1078,0 247-277,0-280-2767,0 16 1409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2.0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0 112,'0'0'4533,"-16"0"-7017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2.8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0 144,'0'0'2278,"0"8"-2149,1 3 21,-1-8-107,1 0-1,-1 0 0,0 0 1,0 0-1,0 0 0,0 0 1,-1 0-1,1-1 0,-1 1 0,0 3 1,-2-1-23,2-4 3,1 0-1,-1 1 1,0-1 0,1 0 0,-1 1-1,1-1 1,-1 1 0,1 0 0,-1-1 0,1 1-1,0-1 1,0 1 0,0 2 0,0-4-18,0 1 1,0 0 0,0-1 0,0 1-1,-1-1 1,1 1 0,0-1-1,0 1 1,0-1 0,0 1 0,0-1-1,-1 1 1,1-1 0,0 1 0,0-1-1,-1 1 1,1-1 0,0 0-1,0 1 1,-1-1 0,1 0 0,-1 1-1,1-1 1,0 0 0,-1 1 0,1-1-1,-1 0 1,1 0 0,0 1-1,-1-1 1,0 0-1,1 0-1,-1 0 0,1 1 1,-1-1-1,1 0 1,0 0-1,-1 1 1,1-1-1,-1 0 0,1 1 1,0-1-1,-1 0 1,1 1-1,0-1 1,-1 1-1,1-1 0,0 1 1,0-1-1,0 0 1,-1 1-1,1-1 1,0 1-1,0 0 0,0-1 1,0 1-1,0-1 1,-1 1-1,1-1 1,0 1-1,0 0 0,0 0 1,0-1 0,0 1 0,0 0 0,0-1 0,0 1 0,0 0 0,0-1 0,-1 1-1,1-1 1,0 1 0,0-1 0,-1 1 0,1 0 0,0-1 0,-1 1 0,1-1 0,0 1-1,-1-1 1,1 0 0,-1 1 0,1-1 0,0 1 0,-1-1 0,1 0 0,-1 1 0,0-1-1,-4 4 16,5-4-19,-1 1 0,1-1 0,0 0 0,0 1 0,0-1 0,-1 0 0,1 1 0,0-1 0,0 1 0,0-1 0,0 0 0,0 1 0,0-1 0,0 1 0,0-1 0,0 1 0,-1-1 0,2 1 0,-4 9 12,1-7-13,2-3-3,-1 0 0,1 1 1,-1-1-1,1 1 0,-1-1 0,1 1 1,-1-1-1,1 1 0,0-1 0,-1 1 1,1 0-1,0-1 0,0 1 0,-1 0 1,1-1-1,0 1 0,0 0 0,0-1 0,0 1 1,-1 0-1,1 1 0,-2-2-120,-23-1-1411,25-5 737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4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11 128,'-3'-11'4061,"-10"11"-3157,13 3-773,0 246 405,0-247-557,2-2-297,63 0 70,-62 0 229,8 0-42,-7 0 53,-1 0 0,0 0 1,-1 0-1,1 0 1,0 0-1,4-2 1,-5 1 5,1 0 0,-1 0 1,1 0-1,-1 1 1,1-1-1,0 1 1,-1-1-1,1 1 0,4 1 1,-6-1 1,2 0-8,-3-16-42,0 9 41,0-6 94,0 22 105,0 26 101,0 36 341,0-71-625,0 1 1,0 0-1,0 0 1,0 0-1,1-1 1,-1 1-1,0 0 1,0 0-1,1-1 1,-1 1-1,0 0 1,1-1-1,-1 1 1,0 0-1,1-1 1,-1 1-1,1 0 1,0 0 1,-1-1-1,1 1 1,-1 0 0,1-1 0,-1 1 0,1 0-1,-1-1 1,0 1 0,0 0 0,1 0 0,-1-1-1,0 1 1,0 0 0,1 0 0,-1 0 0,0 0-1,0 1 1,0 50 325,0-51-369,0-26-4519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4.9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7 272,'0'0'3810,"-2"0"-3957,-5 0-181,5 0-171,0-1-195,-12-5-231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5.5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92 0 144,'0'0'1857,"0"9"-1486,0 70 789,0-77-1143,-1 0-1,1-1 0,-1 1 1,1 0-1,-1 0 0,0 0 1,0-1-1,0 1 0,0-1 1,0 1-1,0-1 0,0 1 1,0-1-1,0 0 0,-1 1 1,-1 1-1,-4 4 48,1 7 54,5-12-112,1-1 0,0 0-1,-1 0 1,1 0 0,-1 0-1,1 0 1,-1 0 0,0 0-1,1 0 1,-1 0 0,0-1-1,0 2 1,-4 2 20,4-3-22,0-1 0,1 1 0,-1-1 1,0 1-1,1-1 0,-1 1 0,0 0 1,1-1-1,-1 1 0,1 0 0,-1 0 1,1-1-1,0 1 0,-1 0 0,1 0 1,0 0-1,-1 0 0,1-1 0,0 1 1,0 0-1,-1 0 0,1 0 0,0 0 0,0 0 1,0 2-1,0-3-3,0 1-1,0 0 1,0 0 0,0-1-1,0 1 1,0 0 0,0-1-1,0 1 1,0 0 0,-1 0-1,1-1 1,0 1 0,0 0-1,-1-1 1,1 1 0,0-1 0,-1 1-1,1 0 1,-1-1 0,1 1-1,-1 0 1,-3 3-11,4-3 6,0 0-1,-1-1 1,1 1 0,0-1-1,-1 1 1,1 0-1,0-1 1,-1 1 0,1-1-1,-1 1 1,1-1-1,-1 1 1,1-1-1,-1 0 1,1 1 0,-1-1-1,1 0 1,-1 1-1,1-1 1,-1 0 0,0 0-1,1 0 1,-1 0-1,1 1 1,-1-1-1,0 0 1,1 0 0,-2-1-1,-1 1-192,2 1-275,1-1 426,-1 0 0,1 0 0,-1 0 0,1 0 0,0 0 0,-1 0 0,1 0 0,-1 0 0,1 0 0,0-1 0,-1 1 0,1 0 0,-1 0 0,1 0 0,0-1 0,-1 1 0,0 0-146,-1-9-659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39.8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 64,'0'0'2206,"0"-6"-2075,0 167 387,0-159-481,0 1-13,0 9 8,0-12-31,0 0 0,0 0 0,0 1 0,0-1-1,0 0 1,0 0 0,0 0 0,0 0 0,0 0 0,0 1 0,0-1 0,0 0 0,0 0-1,0 0 1,0 0 0,0 0 0,0 0 0,0 1 0,1-1 0,-1 0 0,0 0 0,0 0 0,0 0-1,0 0 1,0 0 0,0 0 0,0 0 0,0 1 0,0-1 0,0 0 0,1 0 0,-1 0-1,0 0 1,0 0 0,0 0 0,0 0 0,0 0 0,0 0 0,0 0 0,1 0 0,-1 0-1,11 5 16,-11-5-13,1 1 0,-1-1 0,0 1 0,1 0 0,-1-1-1,0 1 1,0-1 0,1 1 0,-1 0 0,0-1-1,0 1 1,0-1 0,0 1 0,0 0 0,1-1 0,-1 1-1,0 0 1,0-1 0,0 1 0,-1 0 0,1-1-1,0 1 1,0 0 0,0 0 0,-1 4 41,1 76-49,0-81 5,0 0 0,0 1 1,0-1-1,0 0 0,0 1 1,0-1-1,0 0 0,1 1 1,-1-1-1,0 0 0,0 1 1,0-1-1,0 0 0,0 1 1,0-1-1,0 0 0,1 1 0,-1-1 1,0 0-1,0 0 0,0 1 1,1-1-1,-1 0 0,0 0 1,0 1-1,1-1 0,-1 0 1,0 0-1,0 0 0,1 0 1,-1 1-1,0-1 0,1 0 1,-1 0-2,1 0 1,-1 0 0,0 0-1,0 0 1,1 1 0,-1-1-1,0 0 1,0 0 0,1 0-1,-1 0 1,0 1 0,0-1-1,0 0 1,1 0 0,-1 0-1,0 1 1,0-1 0,0 0 0,0 1-1,1-1 1,-1 0 0,0 0-1,0 1 1,0-1 0,0 0-1,0 1 1,0-1 0,0 0-1,0 1 1,0-1 0,0 0-1,0 1 1,0 0 0,0 107 13,0-106-8,0 17 9,0 401-489,0-434-304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41.0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37 48,'0'0'1582,"2"0"-1387,5 0-83,-5 0-21,1 0-27,39 0 37,-38 0-95,-1-1-1,1-1 1,-1 1 0,0 0-1,1-1 1,-1 0-1,0 0 1,4-3 0,-2 3 10,2 3 1,-5-1-13,0 0 0,0 1 0,1-1 0,-1 0 0,0-1 0,0 1 0,1 0 0,-1-1 0,0 1 0,0-1 0,0 0 0,0 0 0,0 0 0,4-2 0,-5 1 4,1 1-1,0 0 1,-1 0-1,1 0 1,0 0 0,-1 0-1,1 0 1,0 0-1,0 1 1,0-1-1,-1 1 1,1 0 0,2-1-1,30 2 30,-13 0-12,99-1 109,-118 0-116,0 0-4,21 0 23,-21 0-5,0 0 11,12 0-1001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42.2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47 64,'0'0'966,"2"0"-755,5 0 29,-5 0 123,1 0-273,39 0 105,90 0 29,-132 0-223,1 0 0,-1 0 1,0 0-1,1 0 0,-1 0 0,1 0 0,-1 0 1,0 0-1,1 0 0,-1-1 0,1 1 0,-1 0 1,0 0-1,1 0 0,-1-1 0,0 1 0,1 0 1,-1 0-1,0-1 0,1 1 0,-1 0 0,0-1 1,1 1-1,-1 0 0,0-1 0,1 0 0,-1 1 0,0 0 0,0-1 1,1 1-1,-1-1 0,0 1 0,0 0 0,1-1 0,-1 1 0,0 0 0,1 0 0,-1-1 0,0 1 0,1 0 0,-1 0 1,1 0-1,-1-1 0,0 1 0,1 0 0,-1 0 0,1 0 0,-1 0 0,0 0 0,1 0 0,-1 0 0,1 0 0,0 0 0,1 0 5,1-1 0,0 0 0,-1 0-1,1 0 1,-1 0 0,5-3-1,-5 3-5,0 1-1,-1-1 1,1 1-1,0-1 1,0 1-1,0 0 1,0 0-1,0 0 1,0 0-1,-1 0 1,5 1-1,-5-1-1,27 0 72,-26 0 74,-2 0-138,0 0 0,0-1 0,0 1 1,0 0-1,0 0 0,0-1 0,0 1 0,0 0 0,0 0 1,0-1-1,0 1 0,0 0 0,0 0 0,1-1 0,-1 1 1,0 0-1,0 0 0,0-1 0,0 1 0,0 0 0,1 0 1,-1 0-1,0-1 0,0 1 0,0 0 0,1 0 0,-1 0 1,0 0-1,0 0 0,0-1 0,1 1 0,9 0-45,-8 0-116,-2-10-592,0 2 16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6.9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11 118 144,'0'0'275,"-1"0"157,0 0-403,1 0 0,-1 0 1,1 0-1,-1 0 0,1 1 0,0-1 0,-1 0 1,1 0-1,-1 1 0,1-1 0,0 0 0,-1 0 1,1 1-1,-1-1 0,1 0 0,0 1 0,0-1 1,-1 1-1,1-1 0,0 0 0,-1 1 0,1-1 1,0 1-1,0-1 0,0 1 0,0-1 0,-1 1 1,1-1-1,0 1 0,0-1 0,0 1 0,0-1 1,0 2-1,0 25 359,1-12-179,-1-14-205,0-1-1,0 1 1,0 0-1,1 0 1,-1 0-1,0 0 1,1-1-1,-1 1 1,0 0-1,1 0 1,-1-1-1,1 1 1,-1 0-1,1-1 1,-1 1-1,1-1 1,1 2-1,-1-1 6,-1 0 2,1 0 1,-1 0-1,0 0 0,1 0 1,-1 1-1,0-1 0,0 0 0,0 0 1,1 1-1,-1-1 0,0 0 0,0 0 1,0 1-1,-1-1 0,1 2 1,-1 4 2,1-6-13,0-1 0,0 0 0,0 1 0,0-1 0,0 0 0,1 1-1,-1-1 1,0 0 0,0 1 0,0-1 0,0 0 0,0 1 0,0-1 0,1 0 0,-1 1 0,0-1 0,0 0 0,0 0 0,0 1 0,1-1 0,-1 0 0,0 0-1,0 1 1,1-1 0,-1 0 0,0 0 0,1 0 0,-1 0 0,0 1 0,0-1 0,1 0 0,-1 0 0,0 0 0,1 0 0,-1 0 0,0 0 0,0 0-1,1 0 1,-1 0 0,1 0 0,-1 0 0,0 0-1,1 0 1,-1 0 0,1 0-1,-1 0 1,0 0 0,0 0-1,1 1 1,-1-1 0,0 0 0,1 0-1,-1 0 1,0 1 0,1-1-1,-1 0 1,0 0 0,0 1 0,1-1-1,-1 0 1,0 1 0,0-1-1,0 0 1,1 1 0,-1-1-1,0 0 1,0 1 0,0-1 0,0 0-1,0 1 1,0-1 0,1 1-1,-1-1 1,0 0 0,0 1 0,0-1-1,0 1 1,2 14 29,4-12-33,-1-1 3,0 1 8,2 0 21,-3 6 3,7-7-16,-8-2 11,9 0-11,32 0 112,-42-1-115,1 0 0,0 1 1,-1-1-1,1 0 0,0-1 1,3-1-1,-5 2-11,-1 1 0,0 0 1,0-1-1,1 1 0,-1 0 0,0-1 0,0 1 1,1 0-1,-1-1 0,0 1 0,0-1 0,0 1 0,1-1 1,-1 1-1,0 0 0,0-1 0,0 1 0,0-1 1,0 1-1,0-1 0,0 1 0,0-1 0,0 1 0,0-1 1,0 1-1,0-1 0,1-5 6,3 4-5,-4 2-3,0 0 0,0 0 1,0 0-1,1 0 1,-1 0-1,0 0 1,0 0-1,1-1 1,-1 1-1,0 0 1,0 0-1,0 0 1,1 0-1,-1 0 0,0-1 1,0 1-1,0 0 1,0 0-1,1 0 1,-1-1-1,0 1 1,0 0-1,0 0 1,0 0-1,0-1 1,0 1-1,1 0 1,-1-1-1,0 1 0,0 0 1,0 0-1,0-1 1,0 1-1,0 0 1,0 0-1,0-1 1,0 1-1,0 0 1,0-1-1,0 1 2,0-1-1,0 0 0,0 1 1,0-1-1,0 1 1,0-1-1,0 0 1,0 1-1,1-1 0,-1 1 1,0-1-1,0 1 1,0-1-1,1 1 0,-1-1 1,0 1-1,1-1 1,-1 1-1,0-1 1,1 1-1,-1-1 0,1 1 1,-1 0-1,0-1 1,1 1-1,-1 0 0,2-1 1,-2 1 0,1 0 0,-1-1 0,1 1 0,-1 0-1,1-1 1,-1 1 0,0-1 0,1 1 0,-1-1 0,1 1 0,-1-1 0,0 1 0,1-1 0,-1 1 0,0-1 0,1 1-1,-1-1 1,0 0 0,0 1 0,0-1 0,1 0 0,-1 1 0,0-1 0,0 1 0,0-1 0,0 0 0,0-1 0,0-114 163,0 115-163,0 1-1,0-1 1,0 0 0,0 1 0,0-1-1,0 1 1,-1-1 0,1 1 0,0-1-1,0 1 1,0-1 0,0 0 0,-1 1 0,1-1-1,0 1 1,-1 0 0,1-1 0,0 1-1,-1-1 1,1 1 0,0-1 0,-1 1-1,1 0 1,-1-1 0,1 1 0,0 0-1,-1 0 1,0-1 0,0 1-1,1 0 0,-1 0 0,1-1 1,0 1-1,-1 0 0,1-1 0,-1 1 0,1 0 1,-1-1-1,1 1 0,0-1 0,-1 1 0,1 0 0,0-1 1,0 1-1,-1-1 0,1 1 0,0-1 0,0 1 1,-1-1-1,1 0 0,0 1 0,0-1 0,0 1 1,0-1-1,0 1 0,0-1 0,0-1 0,0 2-1,0 0 1,0-1-1,0 1 0,0 0 0,0-1 0,0 1 1,0 0-1,0 0 0,0-1 0,-1 1 0,1 0 0,0-1 1,0 1-1,0 0 0,0-1 0,0 1 0,0 0 0,-1 0 1,1-1-1,0 1 0,0 0 0,0 0 0,-1-1 0,1 1 1,0 0-1,0 0 0,-1 0 0,1 0 0,0-1 0,0 1 1,-1 0-1,1 0 0,-1 0 0,1 0 0,0 0 0,0 0 0,-1-1 0,1 1 0,0 0 0,-1 0 0,1 0 0,0 0 0,0-1 0,-1 1 0,1 0 0,0 0 0,0 0 0,0-1 0,-1 1 0,1 0 0,0-1 0,0 1 0,0 0 0,0 0 0,-1-1 0,1 1 0,0 0 0,0-1 0,0 1 0,0 0 0,0-1 0,0 1 0,0 0 0,0-1 0,0 1 0,0 0 0,0-1 0,0 0 0,0 0 1,0 0-1,-1 1 0,1-1 1,0 0-1,0 0 1,0 1-1,-1-1 1,1 0-1,0 1 1,-1-1-1,1 0 1,-1 1-1,1-1 1,0 1-1,-1-1 0,1 1 1,-1-1-1,1 1 1,-1-1-1,0 1 1,1-1-1,-1 1 1,1 0-1,-1 0 1,-1-1-1,0 0 4,2 1-4,0 0 0,0 0 1,0 0-1,0 0 1,-1 0-1,1 0 0,0-1 1,0 1-1,0 0 0,0 0 1,-1 0-1,1 0 1,0 0-1,0 0 0,0-1 1,0 1-1,0 0 1,0 0-1,0 0 0,-1 0 1,1-1-1,0 1 0,0 0 1,0 0-1,0 0 1,0-1-1,0 1 0,0 0 1,0 0-1,0 0 0,0-1 1,0 1-1,0 0 1,0 0-1,-1-3 3,-1 2 0,-1 1 0,1-1 0,0 1 1,0 0-1,-1-1 0,1 1 1,0 0-1,-1 1 0,-1-1 0,-7 1 21,10-1-22,0 0 1,0-1 0,0 1 0,0 0 0,0-1-1,1 1 1,-1-1 0,0 1 0,0-1-1,0 0 1,1 1 0,-2-3 0,0 2 3,0-1 24,-7-4 7,7 5-10,-1 1 7,-8 0 6,9 0-16,-10 0 6,-1 0-25,13 0-4,0 0 0,0 0 0,0 0 0,-1 0 0,1 0 0,0 0-1,0 0 1,0 0 0,0 0 0,0 1 0,-1-1 0,1 0 0,0 0 0,0 0 0,0 0-1,0 0 1,0 0 0,0 0 0,-1 1 0,1-1 0,0 0 0,0 0 0,0 0 0,0 0 0,0 0-1,0 1 1,0-1 0,0 0 0,0 0 0,0 1 0,-2 1 0,0-1 0,1-1-1,0 1 0,-1 0 0,1-1 0,-1 1 0,1 0 0,0 0 0,0 0 0,-2 2-1,-5-1 4,7-2 27,1 10 31,0 51 296,0-16-226,0-43-216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27.6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98 0 64,'0'0'406,"-3"0"-4,-5 1 304,0-1-1,-14 5 0,19-4-590,3-1-104,-1 0 0,1 0 0,0 0 0,-1 0 0,1 0 0,-1 0 0,1 1 0,-1-1 0,1 0 0,0 0 0,-1 0 0,1 0 0,-1 1 0,1-1-1,0 0 1,-1 1 0,1-1 0,0 0 0,-1 1 0,1-1 0,-5 5 76,0-2-41,4-3-42,1 1 0,-1-1 0,1 0 0,-1 0 1,1 1-1,-1-1 0,1 1 0,0-1 0,-1 0 0,1 1 0,-1-1 0,1 1 1,0-1-1,-1 1 0,1 0 0,-2 18 223,2-19-224,0 0 1,0 0-1,0 1 1,0-1-1,0 0 0,0 0 1,0 1-1,0-1 0,0 0 1,0 0-1,0 1 0,-1-1 1,1 0-1,0 0 1,0 0-1,0 0 0,0 1 1,0-1-1,-1 0 0,1 0 1,0 0-1,0 0 0,0 0 1,0 1-1,-1-1 1,1 0-1,0 0 0,0 0 1,0 0-1,-1 0 0,1 0 1,0 0-1,0 0 0,-1 0 1,1 0-1,0 0 2,-1 0-1,1 0 1,0 0-1,0 0 1,0 0-1,-1 0 1,1 0-1,0 0 1,0 0-1,0 0 1,-1 0-1,1 1 1,0-1-1,0 0 1,0 0-1,-1 0 1,1 0-1,0 0 1,0 1-1,0-1 0,0 0 1,0 0-1,-1 0 1,1 0-1,0 1 1,0-1-1,0 0 1,0 0-1,0 1 1,0-1-1,0 0 1,0 0-1,0 0 1,0 1-1,-1-1 1,1 25 270,-2-20-206,-9 7-2,8-9 7,3 2 79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44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12 64,'0'0'165,"-1"0"113,-7 0 149,7 0 72,1 9 200,0 108-171,0-116-527,0 0 0,0 0 0,0 0 1,0 1-1,1-1 0,-1 0 0,0 0 0,1 0 0,-1 0 0,1 0 1,-1 1-1,2 0 0,-1-1 0,-1 0 0,1 0 0,-1 0 0,1 0 0,-1 1 1,1-1-1,-1 0 0,0 0 0,1 1 0,-1-1 0,0 0 0,0 2 0,0-2 0,0-1 0,0 1-1,0-1 1,0 0 0,0 1 0,0-1-1,0 1 1,0-1 0,0 1 0,0-1-1,0 0 1,1 1 0,-1-1 0,0 0-1,0 1 1,0-1 0,0 1 0,0-1-1,1 0 1,-1 1 0,0-1-1,0 0 1,1 0 0,-1 1 0,0-1-1,0 0 1,1 1 0,-1-1 0,0 0-1,1 0 1,-1 0 0,0 0 0,1 1-1,-1-1 1,0 0 0,1 0 0,-1 0-1,0 0 1,1 0 0,-1 0-1,0 0 1,1 0 0,-1 0-1,1 0-1,-1 0 1,0 0 0,1 0 0,-1 0-1,0 0 1,0 0 0,1 0 0,-1 0-1,0 0 1,0 0 0,1 0 0,-1 0-1,0 1 1,0-1 0,1 0 0,-1 0-1,0 0 1,0 0 0,0 1 0,1-1 0,-1 0-1,0 0 1,0 1 0,0-1 0,1 0-1,-1 0 1,0 1 0,0-1 0,0 0-1,0 0 1,0 1 0,0-1 0,0 0-1,0 1 1,1-1 0,-1 0 0,0 1-1,0-1 1,0 0 0,0 1 0,-1-1-1,1 1 1,0-1-1,0 0 1,0 1-1,0-1 1,0 0-1,0 1 1,0-1-1,0 0 1,1 1-1,-1-1 1,0 0-1,0 1 1,0-1-1,0 0 1,0 0-1,0 1 1,0-1-1,1 0 1,-1 0-1,0 1 1,0-1-1,0 0 1,0 0-1,1 1 1,-1-1-1,0 0 1,0 0-1,1 0 1,-1 0-1,0 1 1,1-1-1,4 4-12,-1 8 19,2-9-4,-6-3-1,1 0-1,-1 0 1,0 0 0,1 0-1,-1 0 1,1 0-1,-1 1 1,0-1 0,1 0-1,-1 0 1,0 1-1,1-1 1,-1 0-1,0 0 1,0 1 0,1-1-1,-1 0 1,0 1-1,0-1 1,1 0 0,-1 1-1,0-1 1,0 0-1,0 1 1,1-1-1,-1 1 1,0-1 0,0 1-1,0-1 1,0 0-1,0 1 1,0-1 0,0 1-1,0-1 1,0 1-1,0-1 1,0 1-1,0-1 1,0 0 0,0 2-1,0-2 0,0 1-1,0-1 0,0 1 0,0 0 1,0-1-1,0 1 0,0-1 1,0 1-1,0-1 0,0 1 1,0-1-1,1 1 0,-1-1 1,0 1-1,0-1 0,1 1 1,-1-1-1,0 1 0,0-1 0,1 0 1,-1 1-1,0-1 0,1 0 1,-1 1-1,1-1 0,-1 0 1,0 1-1,1-1 0,-1 0 1,1 0-1,0 1 0,19 0-1,-10-1 2,32 0-16,-42 0 16,1 0 0,-1 0 0,0 0 0,1 0 0,-1 0 0,1 0 0,-1 0 0,0 0 0,1 0 0,-1 0 0,1 0 0,-1-1 0,0 1 0,1 0 0,-1 0 0,0 0 0,1 0 0,-1-1 0,0 1 0,1 0 0,-1-1 0,0 1 0,1 0 0,-1-1 0,1 0 0,3-3 0,1 1 3,11-6 11,-15 8-13,-1 1-1,1 0 1,0-1-1,-1 0 1,1 1 0,-1-1-1,1 1 1,-1-1-1,1 0 1,-1 1 0,0-1-1,1 0 1,-1 0-1,0 1 1,1-1 0,-1 0-1,0 0 1,0 0-1,1 0 1,-1-1 0,1-13 0,7 8-13,-8 7 12,0-1 0,1 0-1,-1 0 1,0 0 0,1 0-1,-1-1 1,0 1 0,0 0-1,0 0 1,0 0 0,0-1-1,0 1 1,0 0-1,0-3 1,0-1 16,0-65-43,0 70 28,0 0-1,0-1 1,0 1-1,0 0 1,0 0 0,-1-1-1,1 1 1,0 0 0,0 0-1,0-1 1,0 1 0,0 0-1,0 0 1,0-1 0,-1 1-1,1 0 1,0 0-1,0 0 1,0-1 0,0 1-1,-1 0 1,1 0 0,0 0-1,0 0 1,0-1 0,-1 1-1,1 0 1,0 0 0,0 0-1,-1 0 1,1 0 0,-1 0-1,1 0 1,0 0-1,0 0 1,-1 0 0,1 0-1,0-1 1,0 1 0,-1 0-1,1 0 1,0 0-1,0 0 1,0 0 0,-1-1-1,1 1 1,0 0 0,0 0-1,0 0 1,-1-1-1,1 1 1,0 0 0,0 0-1,0-1 1,0 1 0,0 0-1,-1 0 1,1-1 0,0 1-1,0 0 1,0-1-1,0 1 1,0 0 0,0 0-1,0-1 1,0 1 0,0-2-1,-1 1 0,1 0 0,-1 0 0,1 0 0,-1 0 0,0 0 1,1 0-1,-1 0 0,0 0 0,0 0 0,1 0 0,-1 0 0,0 0 1,0 1-1,0-1 0,0 0 0,0 1 0,0-1 0,-1 0 0,0 0 0,-1-1 0,1 1 0,0-1 0,0 1 0,0-1 0,1 0 0,-3-3 0,3 4 0,0-1 1,0 0-1,0 1 1,0-1-1,0 1 1,0 0 0,0-1-1,0 1 1,-2-2 0,0 2 7,2 0-8,0 1 0,0 0 1,0 0-1,0-1 1,0 1-1,0-1 1,0 1-1,0-1 0,0 1 1,0-1-1,0 0 1,0 1-1,1-1 1,-1 0-1,0 0 0,0 0 1,1 0-1,-1 0 1,1 0-1,-1 0 1,1 0-1,-1 0 0,1 0 1,-1 0-1,1 0 1,0 0-1,-1 0 1,1-1-1,0 1 0,0-2 1,0 3 0,0 0-1,0 0 1,0 0-1,0 0 1,0 0 0,0-1-1,0 1 1,0 0 0,0 0-1,0 0 1,0 0-1,0 0 1,0 0 0,-1 0-1,1 0 1,0 0 0,0 0-1,0 0 1,0-1 0,0 1-1,0 0 1,0 0-1,0 0 1,0 0 0,0 0-1,0 0 1,0 0 0,0 0-1,0 0 1,0 0-1,0 0 1,0 0 0,-1 0-1,1 0 1,0 0 0,0 0-1,0 0 1,0 0 0,0 0-1,0 0 1,0 0-1,0 0 1,0 0 0,0 0-1,0 0 1,0 0 0,-1 0-1,1 0 1,0 0-1,0 0 1,0 0 0,0 0-1,0 0 1,0 0 0,-50 0 113,49 0-82,-2 0-24,2 0-14,-2 0 4,1 0 1,0 0-1,0 0 1,-1 0-1,1 0 1,0 0-1,-4 2 1,-4 10-5,-7 4-95,17-16 76,0 0-1,0 0 1,0 0-1,0 0 1,0 1 0,-1-1-1,1 0 1,0 0 0,0 0-1,0 0 1,0 0-1,0 0 1,0 1 0,0-1-1,0 0 1,-1 0-1,1 0 1,0 0 0,0 1-1,0-1 1,0 0 0,0 0-1,0 0 1,0 0-1,0 1 1,0-1 0,0 0-1,0 0 1,0 0 0,0 1-1,0-1 1,0 0-1,0 0 1,0 0 0,0 0-1,1 1 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46.2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19 224,'0'0'52,"0"-1"-1,0 1 1,0 0-1,0 0 1,0 0-1,0 0 0,0-1 1,0 1-1,0 0 1,0 0-1,0 0 1,0-1-1,0 1 1,0 0-1,0 0 1,0 0-1,0-1 1,0 1-1,0 0 1,0 0-1,0 0 1,0 0-1,0-1 1,0 1-1,0 0 1,0 0-1,1-1 310,-1 1-310,0 0 1,0-1-1,0 1 1,1 0-1,-1 0 0,0 0 1,0 0-1,0 0 1,0 0-1,0 0 1,1 0-1,-1 0 1,86 0 343,-86 0-394,1 0 1,-1 0 0,1-1-1,-1 1 1,1 0-1,0 0 1,-1 0 0,1 0-1,-1-1 1,1 1 0,-1 0-1,1-1 1,-1 1-1,1 0 1,0-2 0,0 2 0,0-1 1,-1 0-1,1 1 1,0-1-1,0 0 1,0 1 0,0 0-1,0-1 1,0 1-1,0-1 1,0 1-1,0 0 1,0 0-1,0 0 1,0 0 0,2 0-1,3 0 32,-11 0 9,-16 0-93,-61 0-308,80 0 355,2 0 3,-1 0 0,1 0-1,-1-1 1,1 1 0,0 0-1,-1 0 1,1 0 0,0 0-1,-1 0 1,1 1 0,-1-1-1,1 0 1,0 0 0,-1 0-1,1 0 1,-1 0 0,1 1-1,0-1 1,-1 0 0,1 0-1,0 1 1,-1-1-1,1 0 1,0 0 0,0 1-1,-1-1 1,1 0 0,0 1-1,0-1 1,-1 1 0,1-1-1,0 0 1,0 1 0,0-1-1,0 1 1,0-1 0,-1 1-1,1-1 1,0 0 0,0 1-1,0-1 1,0 1 0,0-1-1,0 1 1,0 0 0,0-1-1,0 0 1,0 1 0,0-1 0,0 0 0,0 1 0,0-1-1,0 0 1,0 1 0,0-1 0,0 0 0,-1 0-1,1 1 1,0-1 0,0 0 0,0 0 0,0 1 0,-1-1-1,1 0 1,0 0 0,0 0 0,0 0 0,-1 1-1,1-1 1,0 0 0,0 0 0,-1 0 0,1 0 0,0 0-1,-1 1 1,1-1 0,0 0 0,-1 0 0,1 0-1,0 0 1,0 0 0,-1 0 0,1 0 0,0 1 0,0-1-1,-1 0 1,1 0 0,0 1 0,0-1 0,-1 0 0,1 0-1,0 1 1,0-1 0,0 0 0,-1 0 0,1 1 0,0-1-1,0 0 1,0 1 0,0-1 0,0 0 0,0 1 0,0-1-1,0 1 1,0-1 0,0 1 0,0 1 8,-3 3-24,-2-3 14,-2 3 1,5 12 1,3 21 2,0-18 0,-3 39 0,5-59-16,39 0 30,-19 0-21,-20 0 13,8 0-5,-9 0-3,-1 0 1,1 0-1,-1 1 0,1-1 1,-1 1-1,1-1 1,-1 1-1,0 0 1,1-1-1,-1 1 1,0 0-1,0 0 1,3 2-1,5 4-14,-8-6 13,-1-1 1,1 1 0,0-1-1,0 1 1,-1 0 0,1-1-1,0 1 1,-1 0 0,1 0-1,-1 0 1,1-1 0,-1 1-1,1 0 1,-1 0 0,0 0-1,1 2 1,3 5-2,3-4-5,-2 0 0,-3 10 26,-2 85 106,0-98-125,-1-1 0,1 1-1,0-1 1,0 1 0,-1 0-1,1-1 1,0 1 0,0-1-1,-1 0 1,1 1 0,-1-1-1,1 1 1,0-1 0,-1 0-1,1 1 1,-1-1 0,1 0-1,-1 1 1,1-1 0,-1 0-1,1 0 1,-1 0 0,1 1-1,-1-1 1,0 0 0,-19 4-14,10-2 12,8-1 9,0 0 0,0-1 0,0 0 1,0 1-1,0-1 0,0 0 0,0 0 0,-4-1 0,0 0 17,5 1 11,-2 0 16,-20 0 42,22 0 16,-16 0-61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59.0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0 128,'0'0'464,"2"0"-77,7 0 811,-6 0-1153,103 0 51,-105 0-96,1 1 0,-1-1 0,0 0 0,0 0 0,1 1 0,-1-1 0,0 0 0,0 1 0,0-1 0,0 1 0,0 0 0,1 0 0,-1-1 0,1 2 0,-1 0 0,1-1 0,-1 0 0,1 0 1,-1 0-1,1 0 0,-1-1 0,1 1 1,0 0-1,-1-1 0,1 0 0,0 1 0,-1-1 1,1 0-1,2 0 0,-3 0 1,0 0 0,-1 0 0,1 1 0,0-1 0,-1 0-1,1 0 1,0 0 0,-1 1 0,1-1 0,0 0 0,-1 1 0,1-1 0,0 1 0,0 0-1,0 0 1,-1-1-1,1 1 1,0 0-1,0-1 0,0 1 1,0-1-1,-1 0 0,1 1 1,0-1-1,0 0 0,0 1 1,0-1-1,0 0 0,1 0 1,68 0-711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16:59.7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1 128,'0'3'197,"0"11"497,11-12 181,-11-2-859,0 0-1,0 1 0,1-1 0,-1 1 1,0-1-1,0 0 0,0 1 1,1-1-1,-1 0 0,0 1 1,0-1-1,1 0 0,-1 0 1,0 1-1,1-1 0,-1 0 0,0 0 1,1 1-1,-1-1 0,0 0 1,1 0-1,-1 0 0,0 0 1,1 0-1,-1 0 0,1 0 1,-1 0-1,0 0 0,1 0 0,-1 0 1,0 0-1,1 0 0,-1 0 1,0 0-1,2 0 0,0 0-78,0 0 87,2-1-11,-1 1 0,1-1 0,-1 1 0,0 1 0,5 0 0,93-1-8,-66 0 24,-8-8 28,-26 8-143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39.1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0 192,'0'0'382,"0"3"103,0 9-63,0-9-190,0-2-210,0-1-1,0 1 1,0-1 0,0 0 0,0 1 0,0-1-1,-1 1 1,1-1 0,1 1 0,-1-1-1,0 1 1,0-1 0,0 0 0,0 1 0,0-1-1,0 1 1,0-1 0,0 1 0,1-1 0,-1 0-1,0 1 1,0-1 0,1 1 0,309-1 186,-308 0-227,0 0 24,12 0 33,-14 17 69,0 90 170,0-104-269,0-1-1,-1 1 1,1 0 0,-1 0 0,1 0-1,-1-1 1,0 1 0,0 0-1,1-1 1,-3 4 0,-3 8 22,-3 33 38,7-31-32,0-9-15,2 1 0,-1 0 1,1 0-1,1 12 0,-1-14-11,1-1-1,-1 1 0,0-1 1,-1 0-1,1 1 0,-1-1 1,-1 6-1,-4 7 28,5-15-28,0 1 1,0-1-1,0 1 1,0 0 0,0-1-1,0 1 1,1 0-1,0 4 1,0 174-317,2-182-16,9 0-85,-8 0-222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39.5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36 144,'0'9'1082,"0"-9"-1052,0 1 0,0-1 0,-1 0 0,1 1 0,0-1 0,0 0 0,0 1 0,0-1 0,0 0 0,1 1 0,-1-1 0,0 0 0,0 1 0,0-1 0,0 0 0,0 1 0,0-1 0,0 0-1,0 0 1,1 1 0,-1-1 0,0 0 0,0 0 0,0 1 0,0-1 0,1 0 0,-1 0 0,0 0 0,0 1 0,1-1 0,-1 0 0,5 0 7,-1 0 0,1 0 0,0-1 0,-1 0 0,1 0 0,8-4 0,32-24 48,-43 28-80,0 0 1,0 0-1,1 0 1,-1 1-1,0-1 0,1 1 1,-1-1-1,4 1 0,-5 0-2,0 0 0,0 0 0,-1 0 0,1 0 0,0 0 0,0-1-1,0 1 1,0 0 0,0 0 0,-1-1 0,1 1 0,0-1 0,0 1 0,-1-1 0,2 0 0,-2 0-2,1 1 0,0-1 0,0 1 0,-1-1 0,1 1 0,0-1 0,0 1 0,-1 0 0,1-1 1,0 1-1,0 0 0,0 0 0,-1 0 0,1 0 0,1 0 0,10 0-513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40.6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98 0 160,'0'0'2028,"0"2"-1972,0 7 9,0-6-27,1 1-1,-1 0 0,0 0 0,0 0 0,-1 0 0,1 0 0,-2 6 1,-21 50 154,20-44-149,2-13-27,1 1 1,-1-1-1,0 0 1,0 0-1,0 0 1,0 0 0,-1 0-1,-1 4 1,0-2 20,1 1 0,-1-1 0,1 1 0,0 0 0,-2 10 0,3-10-1,0-3-24,0 0-1,0 0 0,-1-1 0,1 1 1,0 0-1,-1-1 0,-2 3 0,-6 12 25,9-3-14,1-12-18,0-1 1,0 1-1,0-1 1,0 1-1,0-1 0,0 0 1,0 1-1,-1-1 1,1 0-1,0 1 0,-1-1 1,1 0-1,-1 1 1,0 1-1,-3 2 1,3-3-5,0-1 0,0 1 0,0-1 0,0 1 0,1 0 0,-1-1 0,0 1 0,1 0 0,-1 0 0,1 0 0,-1 0 0,1 0 0,-1 2 0,1-2-74,3-5-644,11-12-165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42.8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64,'0'0'1902,"0"0"-1898,-1 0 0,1 1 0,0-1-1,0 0 1,0 0 0,0 1 0,0-1-1,0 0 1,0 0 0,0 0 0,0 1-1,0-1 1,0 0 0,0 0 0,0 1-1,0-1 1,0 0 0,0 0 0,0 0 0,0 1-1,1-1 1,-1 0 0,0 0 0,0 0-1,0 1 1,0-1 0,0 0 0,0 0-1,1 0 1,-1 1 0,0-1 0,0 0 0,0 0-1,1 0-2,-1 0 1,0 0-1,1 0 0,-1 0 0,0 0 0,1 0 0,-1 0 0,0 0 0,1 1 0,-1-1 1,0 0-1,1 0 0,-1 0 0,0 0 0,0 0 0,1 1 0,-1-1 0,0 0 0,0 0 1,1 1-1,-1-1 0,0 0 0,0 1 0,0-1 0,1 1 0,0 11 34,-1-12-34,0 1 0,0-1 0,0 1-1,0-1 1,0 1 0,0-1 0,0 1 0,1-1-1,-1 0 1,0 1 0,0-1 0,0 1-1,0-1 1,0 1 0,1-1 0,-1 0 0,0 1-1,0-1 1,0 0 0,1 1 0,-1-1-1,0 0 1,1 1 0,-1-1 0,0 0 0,0 1-1,1-1 1,-1 0 0,1 0 0,-1 0-1,0 1 1,1-1 0,-1 0 0,0 0 0,1 0-1,-1 0 1,1 0 0,-1 0 0,0 0-1,1 0 1,-1 0 0,1 0 0,-1 0 0,0 0-1,1 0 1,1 0 1,-2 0-2,0 0 0,0 0 0,0 0 1,0 0-1,0-1 0,1 1 0,-1 0 1,0 0-1,0 0 0,0 0 0,0 0 0,0 0 1,0 0-1,0 0 0,0 0 0,0 0 1,0 0-1,1 1 0,-1-1 0,0 0 1,0 0-1,0 0 0,0 0 0,0 0 1,0 0-1,0 0 0,0 0 0,0 0 0,0 0 1,0 0-1,0 0 0,0 0 0,1 0 1,-1 0-1,0 1 0,0-1 0,0 0 1,0 0-1,0 0 0,0 0 0,0 0 1,0 0-1,0 0 0,0 0 0,0 0 0,0 1 1,0-1-1,0 0 0,0 0 0,0 0 1,0 0-1,0 0 0,0 0 0,0 0 1,0 0-1,0 1 0,0 0 1,0 0 0,0 0 1,0 0-1,0-1 0,1 1 0,-1 0 0,0 0 0,0 0 1,1 0-1,-1 0 0,1 0 0,-1-1 0,1 1 1,-1 0-1,1 0 0,-1-1 0,1 1 0,0 0 0,-1-1 1,2 1-1,15 10 24,-7-5-14,-7-5-10,0 1-1,0-1 0,0 0 1,0 0-1,1-1 0,-1 1 1,0-1-1,4 1 1,34-2-2,-14 0 1,-23 1 4,-2 0-3,1 1 1,0-1 0,-1 0 0,1 0 0,-1 0-1,5-1 1,-4-5-18,10 4 35,-13 11 77,0 90 221,0-97-316,0 0 1,0 1-1,0-1 0,-1 0 0,1 1 0,-1-1 0,1 0 1,-1 0-1,0 1 0,0-1 0,0 0 0,-1 3 1,1-3 1,0 0 1,0 0 0,0 0 0,0 0 0,0 0 0,1 1 0,-1-1 0,1 0 0,-1 0 0,1 1 0,0-1 0,0 4 0,0 4 25,-1 0 0,0 0 1,0 0-1,-4 14 0,4-16-12,-1 5 24,1 1 1,0-1 0,2 26 0,0-9 28,-1 187 389,0-215-486,0 5-1456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43.2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64 336,'3'0'841,"6"1"-430,-1-1-206,-1 0 1,1-1-1,10-2 0,-15 3-196,-1-1 0,0 0 1,1 0-1,-1 0 0,0 0 0,0 0 0,1-1 0,-1 1 1,0-1-1,0 1 0,0-1 0,-1 0 0,1 0 0,0 0 1,2-4-1,-4 5-8,1 0 0,0 0 0,0 0-1,0 1 1,0-1 0,0 0 0,0 0 0,0 1 0,0-1 0,0 1 0,0-1 0,1 1 0,-1-1-1,0 1 1,2 0 0,16-8 14,-16 6-14,1-1-1,0 1 1,-1 0 0,1 0-1,0 1 1,0-1-1,1 1 1,3-1 0,-5 2-119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2:44.6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0 304 208,'2'0'528,"13"-7"692,-15 6-1207,1 0 0,0 1 1,0-1-1,-1 0 0,1 1 1,0-1-1,-1 0 0,1 0 1,0 0-1,-1 0 0,1 1 1,-1-1-1,1 0 0,-1 0 1,0 0-1,1 0 0,-1-1 1,1 0-1,-1 1-9,0 0-1,0 1 1,0-1-1,0 0 1,0 1-1,0-1 1,0 0-1,1 0 1,-1 1-1,0-1 1,0 0-1,1 1 1,-1-1-1,0 1 1,1-1 0,-1 0-1,1 1 1,0-1-1,-1 0 2,1 1 1,-1-1-1,1 0 0,-1 1 1,1-1-1,-1 0 0,0 0 1,1 1-1,-1-1 0,0 0 1,0 0-1,1 0 0,-1 0 1,0 0-1,0 1 0,0-1 0,0 0 1,0-1-1,0 1-2,0 1 0,1-1 0,-1 0 0,0 1 0,0-1 0,0 1 0,0-1 0,0 1 0,1-1 0,-1 1 0,0-1 0,0 1 0,1-1 0,-1 1 0,0-1 0,1 1 0,-1 0 0,0-1 0,1 1 0,-1-1 0,1 1 0,-1 0 0,0 0 0,2-1 0,-2 1-2,1-1 0,-1 1 0,1 0 0,-1-1 0,1 1 0,-1-1-1,1 1 1,-1 0 0,1-1 0,-1 1 0,1-1 0,-1 0 0,0 1 0,1-1 0,-1 1 0,0-1 0,0 0-1,1 1 1,-1-1 0,0 1 0,0-1 0,0 0 0,0 0 0,0 1 0,1-2 0,-1-204 295,0 204-267,0-13 6,0 294 282,-1-275-308,1-1-1,0 1 0,-1-1 1,0 1-1,1-1 0,-1 1 1,0-1-1,-3 5 0,3-5-2,0 1 0,0-1 0,0 0 0,0 1 0,0-1 0,0 1 0,1-1 0,-1 6 0,1 333 700,3-340-695,-2-1-10,0 0 0,0-1 1,0 0-1,-1 1 0,1-1 0,0 1 0,-1-1 0,1 1 0,0 0 0,-1-1 1,1 1-1,-1 0 0,1-1 0,-1 1 0,1 0 0,-1 0 0,0-1 0,1 1 1,-1 0-1,0 0 0,1 0 0,-1 0 0,0 0 0,0-1 0,1 3 1,-1-3-7,0 0 0,0 1 0,0-1 0,0 0 0,0 1 0,0-1 0,0 0-1,0 1 1,0-1 0,0 0 0,0 1 0,1-1 0,-1 0 0,0 0 0,0 1 0,0-1 0,1 0 0,-1 0 0,0 1 0,0-1 0,0 0 0,1 0 0,-1 0 0,0 1 0,1-1 0,-1 0 0,0 0 0,0 0 0,1 0 0,-1 0 0,0 0 0,1 0 0,-1 1 0,14-1-860,-8-1 471,5 1-812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3.0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0 160,'0'0'2156,"0"2"-2055,0 464 3663,0-157-4823,-17-307-2332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3.4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0 270 208,'0'-137'2241,"0"136"-2231,0-1 0,0 1 0,1-1 0,-1 1 0,0-1 0,1 1 0,-1 0 0,0-1 0,1 1 0,0 0 0,-1 0 0,1-1 0,1 0 0,-2 0 5,1 1-1,0 0 0,0-1 1,-1 1-1,1-1 1,-1 1-1,1-1 0,-1 1 1,1-1-1,-1 0 0,0 1 1,0-1-1,1-2 1,-1 3-4,0 0 0,0-1 0,0 1 0,1 0 0,-1-1 0,0 1 0,1 0 0,-1 0 0,1-1 0,0 1 0,-1 0 0,1 0 0,0 0 0,-1 0 0,1 0 0,0 0 0,0 0 0,0 0 0,0 0 0,0 1 0,0-1 0,2-1 0,12-13 138,-13 12-138,0 0 0,0 1-1,0 0 1,0-1-1,0 1 1,0 0-1,1 0 1,-1 0-1,0 0 1,1 1 0,4-3-1,32-7 104,-18 7-45,-7 1 0,0 2 1,0 0-1,27 3 0,-5-1-23,-34-1-51,-1 1 1,1-1-1,0 1 1,-1-1-1,1 1 1,-1-1-1,1 1 1,0 0-1,-1 0 1,0 0-1,1 0 1,-1 0-1,1 0 1,1 3-1,3 2-47,-4-5 16,-1-1 1,0 1-1,0-1 1,0 1-1,0-1 0,0 1 1,1-1-1,-1 0 1,0 0-1,0 0 1,0 0-1,2 0 1,-3 0 22,1 0 0,-1 0 0,0 0 0,0 0 0,1 0 0,-1 0 0,0 0 0,0 0 0,1 0 0,-1 0 0,0 0 0,0 0 0,1 0 0,-1 0 0,0 0 0,0 0 0,0 0 0,1 1 0,-1-1 0,0 0 0,0 0 0,1 0 0,-1 0 0,0 0 0,0 1 0,0-1 0,0 0 0,1 0 0,-1 1 0,0-1 0,0 0 0,0 0 0,0 1 0,0-1 0,0 0 0,0 0 0,0 1 1,1-1-1,-1 0 0,0 0 0,0 1 0,0-1 0,0 0 0,0 0 0,0 1 0,0-1 0,0 0 0,0 1 0,-1-1 0,1 0 0,0 0 0,0 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3.7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44 432,'3'0'737,"-2"0"-652,2 1 38,-1-1-1,0 1 0,1-1 0,-1 0 1,0 0-1,1 0 0,-1 0 0,0-1 0,1 1 1,-1-1-1,5-1 0,-3 0-17,1 0-1,0 0 0,-1 0 1,1 1-1,0 0 0,0 1 1,0-1-1,6 1 0,-6 0 28,0-1-1,0 0 1,0 0-1,0 0 0,0-1 1,8-3-1,-9 3-81,1 0 0,0 0 0,-1 0 0,1 1 0,0 0 0,7 0 0,8 0-343,32-5-1,-20 4-1653,-29 2 960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4.4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95 304,'0'0'598,"0"-11"495,0 11-1076,-1-1 1,1 1-1,0-1 0,0 1 1,0 0-1,0-1 1,0 1-1,0-1 0,0 1 1,0 0-1,0-1 0,1 1 1,-1 0-1,0-1 0,0 1 1,0-1-1,0 1 0,0 0 1,1-1-1,-1 1 1,0 0-1,0-1 0,0 1 1,1 0-1,-1 0 0,0-1 1,0 1-1,1 0 0,-1 0 1,0-1-1,1 1 1,1 0-3,-1-1 0,1 1 1,-1-1-1,1 1 1,0-1-1,-1 0 0,1 0 1,-1 0-1,1 0 1,-1 0-1,0 0 1,1 0-1,1-3 0,-1 2 13,0 0-1,0 0 0,0 0 0,1 0 0,-1 1 1,0-1-1,1 1 0,-1-1 0,1 1 0,0 0 1,-1 0-1,1 1 0,0-1 0,-1 1 0,4-1 0,66-8 334,-70 9-344,1 0 1,-1 0 0,0-1 0,1 1 0,-1-1 0,1 0-1,3-1 1,8-4 24,32-7 62,-42 12-102,0 0-1,0 0 1,1 0 0,-1 1 0,0-1 0,0 1 0,1 1-1,4 0 1,15 0-42,29-1-1254,-55 11 643,-7-7 184,3 5-120,-11-7-224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4.7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0 880,'0'17'1628,"0"74"34,0-89-1631,0 0 0,0-1 0,0 1 0,1 0 1,-1 0-1,1-1 0,-1 1 0,1 0 0,-1 0 0,1-1 0,0 1 1,-1-1-1,1 1 0,0-1 0,2 3 0,-2-2-16,0-1 0,0 0 0,0 1 0,0-1 0,0 1-1,-1 0 1,1-1 0,0 1 0,-1-1 0,1 1 0,-1 0 0,1 0 0,-1-1-1,0 1 1,0 3 0,0-1-1,1-1 0,-1 0 0,1 0 1,-1 1-1,1-1 0,0 0 0,2 5 0,-2-4-8,0-1 0,0 1 1,0-1-1,0 1 0,0 0 0,-1-1 1,1 8-1,-1-11-11,0 1 0,0 0 0,0 0 0,0-1-1,0 1 1,0 0 0,0-1 0,0 1 0,1 0 0,-1-1 0,0 1 0,0 0 0,1-1 0,-1 1-1,0-1 1,1 1 0,-1 0 0,1-1 0,-1 1 0,1-1 0,-1 1 0,1-1 0,-1 0-1,1 1 1,-1-1 0,1 1 0,-1-1 0,2 0 0,-2 1-6,1-1 0,0 0 0,-1 1 0,1-1 0,-1 0 1,1 1-1,-1-1 0,1 0 0,-1 1 0,1-1 0,-1 1 0,1-1 0,-1 1 0,0 0 0,1-1 0,-1 1 1,0-1-1,1 1 0,-1 0 0,0-1 0,0 1 0,0 0 0,1-1 0,-1 1 0,0 0 0,0 0 1,0-1-1,0 2 0,2 17-1353,-2-19 1337,0 1 1,0-1-1,1 0 0,-1 1 1,0-1-1,1 0 0,-1 0 1,0 1-1,1-1 0,-1 0 1,0 0-1,1 1 0,-1-1 1,1 0-1,-1 0 0,0 0 1,1 0-1,-1 0 0,1 0 1,-1 0-1,0 0 0,1 0 1,-1 0-1,1 0 1,1 0-652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5.2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225 156 240,'0'-100'2348,"0"99"-2334,0 0 0,-1-1 0,1 1 1,0 0-1,-1 0 0,1 0 0,-1-1 1,1 1-1,-1 0 0,0 0 0,1 0 0,-1 0 1,0 0-1,0 0 0,0 0 0,1 0 0,-1 1 1,0-1-1,0 0 0,-1 0 0,-26-15 292,17 11-241,5 2-49,0 1-1,0-1 0,-1 2 0,1-1 0,-1 1 0,1 1 0,-1-1 0,0 1 0,1 0 0,-9 2 0,-7-1 60,19-1-51,-1 0 1,1 1-1,-1-1 0,1 1 1,-1 0-1,-6 3 1,9-4-20,0 1 1,0-1 0,0 1 0,0-1-1,0 1 1,1 0 0,-1-1-1,0 1 1,0 0 0,0 0 0,1 0-1,-1 0 1,0 0 0,1 0-1,-1 0 1,0 0 0,1 0 0,-1 0-1,1 0 1,0 0 0,-1 0 0,1 1-1,0-1 1,-1 0 0,1 0-1,0 2 1,0-1-2,0-1-1,0 1 1,-1 0-1,1-1 1,-1 1-1,1 0 1,-1-1-1,1 1 1,-1-1-1,0 1 1,1-1-1,-1 1 1,0-1-1,-2 3 1,2-3 1,0 0 0,0 1 1,0-1-1,0 1 0,1-1 1,-1 1-1,0 0 1,0-1-1,1 1 0,-1 0 1,1-1-1,0 1 1,-1 0-1,1 3 0,-1 16 17,0-16-22,1-1 0,-1 1 0,1-1 0,0 1 0,1-1 0,-1 1 0,0-1 0,1 1 0,0-1 0,2 8 0,11 1 8,-7 6-18,-6-17 8,-1 1 0,1-1 1,0 1-1,0-1 0,0 0 1,0 1-1,0-1 0,1 0 1,2 4-1,4 0-2,0 0 0,1 0 0,13 5 0,-5-2-47,-16-8 47,0 0-1,0 0 1,1-1-1,-1 1 1,1-1-1,-1 1 1,0-1-1,1 1 1,-1-1-1,1 0 1,-1 0-1,2 0 1,22-2-157,-14-7 112,2-4 0,-6 5 25,0 0 1,-1-1-1,8-16 1,-12 22 21,1-1-1,-1 0-1,0 0 1,-1 0 0,1 0 0,0 0-1,-1-1 1,0 1 0,0 0 0,0-1 0,0 1-1,-1-1 1,0 1 0,0-9 0,0 12 5,0 0 0,1 0 0,-1 0 1,0 0-1,0 1 0,1-1 1,-1 0-1,0 0 0,1 0 1,-1 0-1,0 1 0,1-1 0,-1 0 1,1 1-1,-1-1 0,1 0 1,0 1-1,-1-1 0,1 1 0,-1-1 1,1 1-1,0-1 0,-1 1 1,1-1-1,0 1 0,0 0 1,-1-1-1,3 1 0,-2-1 4,2 0 335,-2 2-312,0 1 0,0-1 1,0 1-1,-1-1 0,1 1 0,0-1 0,0 0 0,1 1 1,-1-1-1,0 0 0,0 0 0,0 0 0,3 2 0,10 10 33,-8 3-35,-5-14-26,0 0 0,0 1 0,-1-1 0,1 0 0,0 0 0,0 0-1,1 0 1,-1 0 0,0 0 0,3 3 0,2 2 9,5 4-6,19 26 1,-19-25-83,-5-3-178,-3-7 5,11-2-50,-11 0-86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5.8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1 400,'-1'18'2493,"1"-12"-2477,0 1 0,1-1-1,-1 0 1,2 7 0,13 42 261,-2-29-143,-9-16-94,-2 1-1,1 0 1,1 14 0,-2-11-7,9 35 44,-8-39-59,-1 1-1,0-1 0,0 1 0,0 21 0,-1-19 22,0 0 1,4 23-1,-2-23-8,-2 0 0,2 23-1,-3-1 29,3-35-24,11 0-32,-11 0-27,-2-1 18,0-1 1,0 1 0,0 0 0,0 0 0,0 0 0,0 0 0,0 1 0,0-1 0,0 0 0,0 0 0,1 0 0,0 0-4,2-2-11,-1 0 0,1 0-1,-1 0 1,1-1 0,-1 1-1,0-1 1,0 0 0,0 0-1,-1-1 1,1 1 0,-1-1-1,2-5 1,24-24-68,-24 22 92,-4 11-5,0-1 0,1 1 0,-1 0 0,0 0 0,0 0 0,1 0 0,-1 0 0,1 0 0,-1 0 0,1 0 0,-1 0 0,1 0 0,-1 0 0,1 0 0,0 0 0,0 0 1,-1 1-1,1-1 0,0 0 0,0 1 0,0-1 0,0 0 0,-1 1 0,1-1 0,2 1 0,1-2-7,1 0 1,0 1 0,0 0-1,0 1 1,1-1 0,-1 1-1,9 1 1,-12-1 11,0 1 0,0 0 0,0 0 0,0 0 0,-1 1 0,1-1 0,0 0 0,0 1 0,-1-1 0,1 1 0,-1 0 0,1 0 0,-1-1 0,0 1 0,0 0 0,0 0 0,2 4-1,4 7 27,21 20 152,-27-32-177,-1 0 0,1 1 0,-1-1 0,1 0 0,-1 0 0,1 0 0,-1 0 0,0 1 0,1-1 1,-1 0-1,0 0 0,0 1 0,0-1 0,0 0 0,0 1 0,0-1 0,0 0 0,0 0 0,-1 2 0,1 1 16,0 87 436,0-88-407,0-3-47,0 0-1,0 0 0,0 0 1,0 0-1,0 1 1,0-1-1,0 0 0,0 0 1,0 0-1,0 1 0,0-1 1,0 0-1,0 0 0,0 0 1,0 1-1,0-1 0,0 0 1,0 0-1,0 0 1,0 0-1,0 1 0,0-1 1,0 0-1,0 0 0,0 0 1,0 1-1,0-1 0,0 0 1,0 0-1,0 0 1,-1 0-1,1 1 0,0-1 1,0 0-1,0 0 0,0 0 1,0 0-1,-1 0 0,1 0 1,0 0-1,0 1 0,0-1 1,0 0-1,0 0 1,-1 0-1,1 0 0,0 0 1,0 0-1,0 0 0,0 0 1,-1 0-1,-21 1 50,-5 2-29,23-2-22,-5 3-36,0-1 0,0 0 0,0 0 0,-1-1 1,0-1-1,-13 1 0,7-2-237,16 0 240,-1 0 0,1 0 0,0-1-1,0 1 1,-1 0 0,1 0 0,0-1 0,0 1 0,-1 0 0,1-1 0,0 1 0,0 0 0,0-1-1,0 1 1,-1 0 0,1-1 0,0 1 0,0-1 0,0 1 0,0 0 0,0-1 0,0 1 0,0-1-1,0 1 1,0 0 0,0-1 0,0 1 0,0-1 0,1-10-359,-1-1-288,0-7-121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6.1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1 160,'0'9'798,"0"-2"-463,0-5-273,-1 0-1,1 0 1,0 0-1,0 0 0,0 0 1,0 0-1,1-1 1,-1 1-1,0 0 0,1 0 1,-1 0-1,1 0 1,0 2-1,4 3 13,-3-5-57,-1 0 0,0-1 0,0 1 0,0 0 0,0 0 1,0 0-1,0 0 0,-1 0 0,1 0 0,0 1 0,-1-1 0,1 0 0,-1 0 0,0 0 0,0 3 0,0 5 55,1-1 0,-1 1 0,1-1 0,1 1 0,0-1 0,4 14 0,-4-11 19,-1 0-1,0 0 1,0 0-1,-1 0 1,-2 19-1,1 9 122,1 27 87,0-64-288,0 0-1,0 0 1,0 0 0,1-1-1,-1 1 1,1 0 0,0 0-1,-1-1 1,1 1 0,0 0-1,1-1 1,1 5 0,-1-5-10,-1 1 0,0-1 0,0 0 0,0 1 1,0-1-1,-1 1 0,1-1 0,0 1 1,-1-1-1,1 1 0,-1-1 0,0 6 1,0 61-216,0-38-2240,2-32 1931,10-7 45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6.5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50 176,'17'0'483,"-13"0"165,-2 0-136,-2 0-498,1 0 0,-1 0 0,0 0-1,1 0 1,-1 0 0,1 0-1,-1 0 1,0 1 0,1-1-1,-1 0 1,1 0 0,-1 0 0,0 0-1,1 0 1,-1 1 0,0-1-1,1 0 1,-1 0 0,0 1-1,1-1 1,-1 0 0,0 1 0,0-1-1,1 0 1,-1 1 0,0-1-1,0 0 1,1 2 0,0 16 226,-1-10-163,0-7-69,0 0-1,1 0 1,-1 0-1,0 0 1,1 0-1,-1 0 0,1 0 1,-1-1-1,0 1 1,1 0-1,0 0 0,-1 0 1,1-1-1,-1 1 1,1 0-1,0-1 1,-1 1-1,1-1 0,0 1 1,0-1-1,-1 1 1,1-1-1,0 0 0,0 1 1,1-1-1,-1 1-2,-1-1-3,0 0-1,0 0 1,0 0 0,1 0 0,-1 0 0,0 0-1,0 0 1,0 0 0,0 0 0,0 0-1,1 0 1,-1 0 0,0 0 0,0 0 0,0 0-1,0 0 1,0 1 0,0-1 0,1 0-1,-1 0 1,0 0 0,0 0 0,0 0 0,0 1-1,0-1 1,0 0 0,0 0 0,0 0-1,0 0 1,0 0 0,0 1 0,0-1 0,0 0-1,0 0 1,0 0 0,0 0 0,0 1 0,0-1-1,0 0 1,0 0 0,0 1 0,1 1 14,-1 1 1,0 0-1,1-1 1,0 1-1,0-1 1,0 1-1,0-1 1,0 1-1,0-1 1,0 0-1,0 1 1,1-1-1,-1 0 1,1 0-1,0 0 1,-1 0-1,1-1 1,2 3-1,-1-2 0,-1 1-1,1 0 1,-1 0-1,1 0 1,-1 0-1,0 0 1,2 5-1,-2-5-1,-1 0 0,1-1 0,0 1 0,0-1 0,0 1 0,0-1 0,0 0 0,0 0 0,1 0 0,-1 0 0,0 0 0,1-1 0,-1 1 0,6 1 0,-5-2-8,0 1-1,0-1 0,0 1 1,-1 0-1,1 0 1,0 0-1,-1 1 0,1-1 1,3 5-1,-5-5 1,1 1-1,0-1 1,0 1-1,0-1 1,0 0-1,0 0 1,0 0-1,1 0 1,-1-1-1,1 1 1,-1-1-1,1 0 1,-1 1-1,1-1 1,0-1-1,2 2 1,10 6 38,-14-7-42,0-1 0,0 1 0,1 0-1,-1 0 1,0-1 0,0 1 0,0-1-1,0 1 1,1-1 0,-1 0 0,0 0 0,0 1-1,1-1 1,-1 0 0,0 0 0,2-1-1,7 2 4,13-1-3,-23 0-2,1 0 0,0 0 0,-1 0 0,1 0 0,-1-1 0,1 1 0,-1 0 0,1 0 0,-1 0 0,0 0 0,1-1-1,-1 1 1,1 0 0,-1-1 0,1 1 0,-1 0 0,0-1 0,1 1 0,-1-1 0,0 1 0,1-1 0,-1 1 0,0-1 0,1 1 0,-1-1 0,0 1 0,0-1 0,0 1 0,1-1 0,-1 1 0,0-1 0,0 0 0,0 0 0,0-5-1,0 5 1,-1-1 1,1 1-1,0 0 1,0 0-1,0 0 0,0 0 1,0 0-1,0 0 1,0 0-1,0-1 0,0 1 1,1 0-1,-1 0 1,0 0-1,0 0 1,1 0-1,-1 0 0,1 0 1,-1 0-1,1-1 1,0 2 0,0 0 0,0-1 0,0 1 0,0-1 0,0 1 1,0-1-1,0 1 0,-1-1 0,1 1 0,0-1 0,0 0 0,-1 1 1,1-1-1,0 0 0,-1 0 0,1 0 0,-1 0 0,1-1 0,1-27-35,-2 25 31,0-64 64,0 67-61,0 0 0,0 1 1,0-1-1,0 0 0,0 1 0,0-1 0,0 0 0,0 1 1,0-1-1,-1 0 0,1 1 0,0-1 0,0 1 0,-1-1 1,1 1-1,0-1 0,-1 0 0,1 1 0,-1 0 0,1-1 1,0 1-1,-1-1 0,1 1 0,-1-1 0,1 1 1,-1 0-1,1 0 0,-1-1 0,1 1 0,-2 0 0,2-1 1,-1 1-1,1 0 0,-1 0 0,1-1 0,-1 1 0,1 0 1,-1-1-1,1 1 0,-1 0 0,1-1 0,-1 1 0,1-1 1,-1 1-1,1-1 0,0 1 0,-1-1 0,1 1 0,0-1 1,-1 1-1,1-1 0,0 0 0,0 1 0,0-1 1,-1 0-1,1 1 0,0-1 0,0 0 0,0 1 0,0-1 1,0 0-1,0-2 1,-1 1 0,0 0 0,0-1 0,0 1 0,0 0 0,0 0 0,0 0 0,0 0 0,-1 0 0,1 0 0,0 1 1,-1-1-1,0 0 0,1 1 0,-1-1 0,0 1 0,-2-2 0,-16-17 52,18 17-39,0-1 1,-1 1 0,0 0-1,1 1 1,-1-1-1,-5-4 1,-2-1 40,4 5 31,-4 3-50,3-1-13,1 1 0,0-1 0,-1 1-1,1 1 1,-1 0 0,1 0 0,-9 3-1,14-3-23,0 1 0,-1-1 0,1 1-1,0-1 1,0 1 0,0 0 0,0-1-1,1 1 1,-1 0 0,0 0 0,0 0 0,1 0-1,-1 0 1,1 0 0,0 0 0,-1 4-1,0 39-1374,2-29 260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7.2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1 192,'0'0'3426,"4"0"-3274,212 0-291,-212 0 109,-1 0 0,1 0 0,-1 1 0,0-1 0,1 1 0,-1 0 0,0 0 0,1 0-1,-1 1 1,0 0 0,0-1 0,0 1 0,0 0 0,4 5 0,2 0-219,-9-7 237,1 1 1,-1-1 0,1 0-1,-1 1 1,1-1 0,-1 1-1,1-1 1,-1 0 0,1 1-1,-1-1 1,0 1 0,1-1-1,-1 1 1,0 0 0,1-1-1,-1 1 1,0-1 0,0 1-1,1 0 1,-1-1 0,0 1-1,0-1 1,0 1 0,0 0-1,0-1 1,0 1 0,0 0-1,0-1 1,0 2 0,0 15-208,0-14-83,-2-3-138,-11 4-91,-6 14 24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7.4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1 64,'0'0'15,"0"0"-1,0 1 1,0-1 0,0 0-1,0 1 1,0-1 0,0 1-1,0-1 1,-1 0 0,1 1 0,0-1-1,0 0 1,0 1 0,0-1-1,-1 0 1,1 1 0,0-1-1,0 0 1,0 0 0,-1 1-1,1-1 1,0 0 0,-1 0-1,1 1 1,0-1 0,0 0-1,-1 0 1,1 0 0,0 0-1,-1 0 1,1 1 0,0-1-1,-1 0 1,1 0 0,0 0 0,-1 0-1,1 0 1,0 0 0,-1 0-1,1 0 1,0 0 0,-1-1-1,0 1 59,0 1 11,1 0-1,0 0 0,-1 0 0,1 0 0,0-1 0,0 1 1,-1 0-1,1 0 0,0 0 0,0 0 0,0 0 0,0 0 1,0 0-1,0 0 0,0 0 0,0-1 0,1 1 0,-1 0 1,0 0-1,0 0 0,1 0 0,0 1 0,230-2 1686,-229 0-2180,-2 22-1902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8.9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1 304,'0'0'2444,"4"0"-2396,4 0-3,-2 0-11,1-1-1,-1 2 1,0-1 0,10 3-1,-5 1-17,0 0 0,1-1 0,0 0 0,-1-1 0,20 1 0,225-3-29,-225 0-35,-30 1 50,-1 0 0,1-1 0,-1 1 0,0 0 0,1 0 0,-1-1 0,0 1 0,1 0 0,-1 0 0,0 0 0,0 0 0,0-1 0,0 1 0,0 0 0,1 0 0,-1 0 0,-1 0 0,1 0 0,0 0 0,0-1 1,0 1-1,0 1 0,-1 1 15,1 99 471,0-100-477,0 0-1,0 1 1,-1-1-1,1 0 1,-1 0-1,1 0 1,-1 0-1,0 0 1,0 0-1,0 0 1,0 0-1,-1 2 1,1-2-3,-1 0 1,1 0-1,0 0 1,0 0 0,0 1-1,0-1 1,1 0-1,-1 1 1,1-1 0,-1 0-1,1 1 1,-1 3-1,1-3 8,0 0-1,0 0 1,-1 0 0,1 0-1,-1 0 1,0 0-1,1 0 1,-3 4-1,-2 9 83,-1 17 70,1-16-82,3-10-40,0-1 0,0 1 0,0 0 0,1 0 0,0 1 0,0 12 0,1 348 674,0-361-717,1 0 0,-1 0 0,2 0-1,-1 0 1,5 12 0,-4-12-6,0 0 1,-1-1 0,1 1 0,-1 0-1,1 14 1,-2 56-299,0-45-2461,-4-33 2007,-12-6 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9.2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14 192,'0'0'1121,"4"-2"-588,0 0-449,0 0 0,0 0-1,0 1 1,0 0 0,0 0-1,0 0 1,1 0 0,-1 1-1,0 0 1,9 0 0,207 0-76,-216 0-71,-1 0 1,1 1-1,0-1 1,-1 1-1,1 0 1,0 0-1,-1 1 1,6 2-1,20 7-946,-10-10-146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29.5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1 528,'0'0'1420,"3"3"-988,-2 1-371,1-1 0,-1 1 0,1-1 0,-1 1 0,0 0-1,0 0 1,-1 0 0,1 0 0,0-1 0,-1 1 0,0 0 0,0 4 0,0-5-21,0 0 0,0 0 1,1 0-1,-1 0 0,1 0 0,0 0 0,0-1 1,0 1-1,0 0 0,0 0 0,2 2 0,-2-3 1,0 1 0,1 0 0,-1 0-1,0 0 1,0 0 0,0 0 0,-1 0-1,1 0 1,-1 0 0,1 0-1,-1 4 1,0 1 46,1 0 1,0 0-1,3 15 0,-2-14-39,0 0-1,0 1 1,-1 17-1,-1-11-28,-1-10-10,1 1-1,0 0 0,0-1 1,1 1-1,-1-1 0,4 13 1,3-3-13,-5-15-10,-1 1 0,0 0 1,0 0-1,-1 0 1,1 0-1,0-1 0,-1 2 1,1-1-1,0 0 0,-1 0 1,0 0-1,0 0 0,1 3 1,-1 30-2757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30.0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14 110 368,'0'0'598,"-2"-1"-1,1 0-561,0 1 0,0-1 0,1 0 0,-1 0 0,0 0 0,0 0 0,1 0 0,-1 1 0,1-1 0,-1 0 0,1-1-1,-1 1 1,1 0 0,-1 0 0,1 0 0,0 0 0,0 0 0,-1 0 0,1-2 0,-1-27 373,2 17-347,-1 12-54,0 1-1,0-1 0,0 0 1,0 0-1,0 0 1,0 0-1,1 0 0,-1 0 1,0 0-1,1 1 1,-1-1-1,0 0 0,1 0 1,-1 0-1,1 1 1,-1-1-1,1 0 0,1-1 1,2-3 33,-3 3-28,1 0 0,-1 1 0,1-1 0,-1 1 0,1-1 1,-1 1-1,1 0 0,0 0 0,0 0 0,0 0 0,0 0 1,-1 0-1,1 0 0,0 1 0,0-1 0,0 1 0,3-1 1,44-1 173,-41 2-150,-6 0-28,0 0-1,-1-1 0,0 1 1,0 0-1,0 0 0,1 0 1,-1 0-1,0 0 0,0 1 1,0-1-1,1 0 0,-1 1 0,0-1 1,0 1-1,0-1 0,0 1 1,0 0-1,0-1 0,0 1 1,0 0-1,0 0 0,0 0 1,0 0-1,1 2 0,4 16 147,7-11-8,2 23 141,-13-18-202,-1 0 1,0 0-1,-1 0 1,-1 22-1,0-4 40,1 117 385,0 284-2116,0-432 1565,0 1 1,0-1 0,0 1-1,0-1 1,0 1 0,0-1-1,0 1 1,0-1 0,0 1-1,0-1 1,-1 1 0,1-1-1,0 1 1,0-1 0,0 0-1,-1 1 1,1-1 0,0 1-1,0-1 1,-1 0 0,1 1-1,0-1 1,-1 0 0,1 1-1,0-1 1,-1 0 0,1 0-1,0 1 1,-1-1 0,1 0-1,0 0 1,-1 0 0,1 0 0,-1 0-1,1 0 1,-1 1 0,1-1-1,0 0 1,-1 0 0,1 0-1,-1 0 1,1-1 0,0 1-1,-1 0 1,1 0 0,-1 0-1,1 0 1,0 0 0,-1-1-1,1 1 1,-1 0 0,1 0-1,0-1 1,-1 1 0,1 0-1,0-1 1,-1 1 0,-16-11-1274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30.2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57 208,'0'0'2129,"0"-9"-1937,13 9-96,7 0-64,1-13 0,-8 13 16,7 0-48,-6 0-32,6 0-64,-7-13-64,8 13-64,-8-9-176,7 9-176,-6-13-1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30.6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1 311 128,'0'0'1539,"3"0"-1125,10 0-179,-12 0-231,-1 0 1,0 0 0,0 0 0,1-1-1,-1 1 1,0 0 0,0 0 0,1 0-1,-1 0 1,0 0 0,0-1 0,0 1-1,1 0 1,-1 0 0,0 0 0,0-1-1,0 1 1,0 0 0,0 0 0,1-1-1,-1 1 1,0 0 0,0-1 0,0 1-1,0 0 1,0 0 0,0-1 0,0 1-1,0 0 1,0-1 0,1-2 13,0 2-12,0-1 0,1 0-1,-1 0 1,0 0 0,0 0-1,-1 0 1,1 0 0,0 0 0,-1 0-1,1 0 1,-1 0 0,1-1-1,-1-3 1,0 5-3,0 0-1,0 0 0,0-1 1,1 1-1,-1 0 0,0 0 1,0-1-1,1 1 0,-1 0 1,1 0-1,-1 0 0,1-1 1,-1 1-1,1 0 0,0 0 0,-1 0 1,1 0-1,0 0 0,0 1 1,0-2-1,6-7 8,-6 7-9,-1-1-1,1 1 1,-1 0-1,1 0 1,-1-1 0,0 1-1,0 0 1,0-4 0,3-18-7,-3 24 6,2-7-4,0 1 1,0-1 0,-1 0-1,1 0 1,-1-1 0,-1 1-1,1-11 1,-1 16 2,0 0 0,0 0 1,0 0-1,0 0 0,0 0 0,1 0 0,-1 0 0,1 0 0,-1 0 0,1 0 0,0 0 0,-1 1 1,1-1-1,0 0 0,0 1 0,0-1 0,0 0 0,2-1 0,2-4-8,-4 2 7,0 0 1,0 0 0,0-1 0,0 1 0,-1 0 0,0 0 0,0 0 0,0-1 0,-1-6 0,0-4 81,1 14 125,-3 4-114,2-1-80,-1 0 0,1 0 0,0 0-1,0 0 1,0 0 0,0 1 0,0-1 0,0 0 0,1 0 0,-1 1-1,0-1 1,0 1 0,1-1 0,-1 1 0,1-1 0,-1 1-1,1-1 1,-1 4 0,0 36 316,1-24-238,0 317 1973,0-322-1946,1-1 0,0 0 0,1 0 1,5 19-1,-1-2 141,0 15 116,-5-31-270,1 0 0,0 0-1,5 17 1,-1-10 53,-1 1-1,5 29 1,-9-44-141,1 1 0,0-1 0,0 1 1,0-1-1,0 0 0,4 6 0,5 12-9,-4 1-78,6-10-192,-8-4-23,-5-9 254,0-1 1,0 1-1,0-1 0,0 1 0,0-1 1,0 0-1,1 1 0,-1-1 0,0 1 1,0-1-1,0 0 0,1 1 0,-1-1 1,0 1-1,0-1 0,1 0 0,-1 0 1,0 1-1,1-1 0,-1 0 0,0 1 1,1-1-1,-1 0 0,0 0 1,1 0-1,-1 0 0,0 1 0,1-1 1,-1 0-1,1 0 0,-1 0 0,0 0 1,1 0-1,0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39.6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14 176,'2'-1'122,"-1"-1"0,1 1 0,0 0 0,-1 0 0,1 0-1,0 0 1,-1 0 0,1 0 0,0 0 0,0 1 0,0-1 0,0 1 0,-1-1 0,1 1-1,3 0 1,-2 0 401,0 0-387,-2 0-127,0 0-1,-1 0 1,1 0-1,-1 0 0,1 0 1,0 0-1,-1 0 1,1 0-1,-1 0 0,1 0 1,0 1-1,-1-1 1,1 0-1,-1 0 0,1 1 1,-1-1-1,1 0 1,-1 1-1,1-1 1,-1 1-1,1-1 0,-1 1 1,1-1-1,-1 1 1,0-1-1,1 2 0,1 23 252,-2-23-253,0 3 26,1-1 1,-1 1 0,1-1-1,-1 0 1,1 1-1,3 7 1,-3-7-5,1-1 0,-1 0 0,0 1 0,-1-1 0,1 1-1,0 8 1,-1-10-13,0 0-1,1 0 1,-1 0 0,1 0-1,-1 0 1,1 0-1,0-1 1,0 1-1,0 0 1,3 4-1,3 10 44,-6-12-34,0-1 0,-1 1 0,1 0 0,-1 0 1,0 9-1,2 19 117,3-5 38,-2-1 0,1 50-1,-3-57-105,0 1 0,7 26 0,-5-27-21,0-1-1,1 28 0,-4 232 119,0-276-196,0 0 0,0 0 0,0 0 0,0 0 1,1 0-1,-1 0 0,1 0 0,0 0 0,0 0 0,0 0 0,0-1 1,2 5-1,-1-3-66,-1-2-6,-1 1-1,1 0 0,-1 0 0,0 0 1,0-1-1,1 1 0,-2 4 0,1-3-200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40.1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1 262 576,'0'-11'733,"-1"7"-616,1 0-1,0 0 1,0 0 0,0 0-1,0 1 1,1-1 0,-1 0-1,1 0 1,2-5 0,33-24 67,-25 19-133,2-1-1,-1 2 1,2 0 0,0 1-1,0 1 1,0 0 0,2 1-1,28-14 1,-35 19-49,0 0 0,0 0 0,15-13 0,-20 15-6,1 1 0,-1 0 1,1-1-1,0 2 0,-1-1 0,1 1 0,0-1 0,0 2 0,0-1 1,0 1-1,0-1 0,0 2 0,0-1 0,6 2 0,13-1-178,-23-2 171,-1 1 0,1 0 1,0 0-1,0 0 0,-1 0 0,1 0 1,0 0-1,-1 1 0,1-1 0,0 0 1,-1 0-1,1 0 0,0 1 0,-1-1 0,1 0 1,0 1-1,-1-1 0,1 1 0,-1-1 1,1 1-1,-1-1 0,1 1 0,-1-1 0,1 1 1,-1 0-1,1-1 0,-1 1 0,0 0 1,1-1-1,-1 1 0,0 0 0,0 0 1,1 1-1,0 0-60,-1 0 0,1 0 0,0 0 1,0 0-1,0 0 0,1-1 0,-1 1 1,0 0-1,0-1 0,4 4 0,14 14-724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40.4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0 136 368,'0'-13'849,"0"-1"415,0 6-1072,14-5 32,6 4 16,-6-13-15,19 9-65,-13 4-64,14-4-80,-14 4 32,-6 9-48,6-13-128,-6 13-96,6 0-225,-7 0-207,-13 13-352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41.7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66 496,'0'0'1937,"0"4"-1731,-1 23 73,0-11-125,1 0-1,0 0 1,4 26-1,1-26-70,-4-13-70,0 0 0,0 0 1,0 0-1,0 0 1,-1 0-1,1 0 0,-1 0 1,0 5-1,0-4 2,1-1 0,-1 1-1,1 0 1,-1-1 0,1 1-1,0 0 1,0-1 0,1 0 0,-1 1-1,0-1 1,3 4 0,0 2 29,-3-8-33,-1 1 0,1-1-1,-1 1 1,1-1-1,-1 1 1,0 0 0,0-1-1,1 1 1,-1 0-1,0-1 1,0 1-1,0 0 1,-1 2 0,1-2-5,-1 1 1,1-1 0,0 0 0,0 0-1,0 0 1,0 1 0,1-1 0,-1 0 0,0 0-1,1 0 1,1 4 0,1 1 6,-2-5-7,0-1 0,0 0-1,0 1 1,-1 0 0,1-1 0,0 1-1,-1-1 1,1 1 0,-1 0 0,0-1-1,1 1 1,-1 4 483,0-17-452,0 7-33,-1 0 0,1 0 0,-1 1 0,0-1 0,0 0 0,-1-3-1,0 2 2,1 1-1,0 0 0,0-1 0,0 0 0,0 1 0,1-8 0,-1 8-3,1 1 0,0-1 0,-1 0 0,1 1 0,-1-1 0,0 1 0,0-1 0,0 1 0,-3-6 0,2 6-5,1-1 1,-1 0-1,1 0 0,0 0 1,0 0-1,0-1 0,0 1 1,1 0-1,-1-7 1,1 6 2,0 0 1,0-1 0,-1 1 0,1 0-1,-1 0 1,0 0 0,-1 0 0,1 1 0,-1-1-1,0 0 1,-2-4 0,1 4 0,1 0-1,-1-1 1,1 1 0,0 0 0,0-1 0,1 1-1,0-1 1,0 0 0,0 1 0,0-1 0,1 0-1,0-7 1,0-52 568,3 65-522,19 0-38,56 1 16,-75 0-23,-1-1-1,1 1 1,-1 0 0,1 0-1,-1 0 1,1 0 0,-1 1-1,4 2 1,8 4-26,65 35-10,-14-17 27,-45-14 22,0 1-1,19 16 0,-24-14-21,18 12 14,-19-19-4,-11-7-5,0 1 1,0-1-1,0 1 0,0 0 1,0 0-1,0 0 1,-1 1-1,1-1 0,-1 1 1,3 3-1,19 26-91,-14-19 81,-9-11 6,0 1 0,0 0 0,-1 0 0,1 0 0,0 0 0,-1 0-1,0 0 1,0 0 0,0 0 0,0 0 0,0 0 0,-1 6 0,0 0-5,1 38-30,0-47 41,0 0 1,0 1-1,0-1 0,0 1 1,0-1-1,0 1 1,0-1-1,0 1 1,0-1-1,0 1 1,0-1-1,0 1 0,-1-1 1,1 1-1,0-1 1,0 0-1,0 1 1,-1-1-1,1 1 1,0-1-1,-1 0 0,1 1 1,0-1-1,0 0 1,-1 1-1,1-1 1,-1 0-1,1 0 0,0 1 1,-1-1-1,1 0 1,0 0-1,-1 0 1,1 0-1,-1 0 1,1 0-1,-1 0 0,1 1 1,-1-2-1,-6 4-8,2 8 4,5-10 6,0 0 0,0 0 0,0 0 0,-1 0-1,1 0 1,0 0 0,-1 0 0,1-1-1,-1 1 1,1 0 0,-1 0 0,1 0-1,-1-1 1,1 1 0,-1 0 0,0-1-1,1 1 1,-1 0 0,0-1 0,0 1-1,1-1 1,-3 1 0,-48 12-4,37-9 8,0 0 0,-1-2-1,1 0 1,-1-1 0,1 0-1,-18-3 1,-5 1 5,-43 1 17,78 0-102,15 0-3617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42.3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47 304,'0'0'1507,"3"0"-1250,25 0 52,-28 0-300,1 0 0,0 0-1,0 0 1,-1-1 0,1 1 0,0 0-1,-1 0 1,1 0 0,0-1 0,-1 1-1,1 0 1,0-1 0,-1 1 0,1-1-1,0 1 1,-1-1 0,1 0 0,7-4 31,41 1 133,-24-2-112,-14 4-40,0-1 1,13-6-1,-10 6-44,-1 0 0,1 0 0,0 1 0,-1 1 0,1 1 0,18 2 0,6-1-341,-1-1-973,-26 0 390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6:42.6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49 416,'0'1'100,"-1"0"-1,1 0 0,0 1 1,0-1-1,0 0 0,1 0 1,-1 1-1,0-1 0,0 0 1,1 0-1,-1 0 1,0 0-1,1 1 0,-1-1 1,1 0-1,-1 0 0,1 0 1,0 0-1,1 2 0,0-2-55,0 0-1,0 0 1,0-1-1,0 1 0,0 0 1,0-1-1,0 0 0,0 1 1,0-1-1,1 0 1,2-1-1,46 0 388,0-3 1,53-12-1,-58 4-420,-9-7-1,36 5-148,-57 10-182,-1 1 0,1 0 1,-1 1-1,23 2 0,-23 0-549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59.2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0 48,'0'20'211,"0"-18"-78,0 9 505,0 533 1976,0-543-2619,0 0 0,0-1-1,0 1 1,0 0 0,0 0-1,0-1 1,0 1 0,0 0-1,-1 0 1,1-1-1,0 1 1,-1 0 0,1-1-1,0 1 1,-1 0 0,1-1-1,-1 1 1,1-1 0,-1 1-1,1-1 1,-1 1 0,1-1-1,-2 1 1,2 0-2,-1-1 0,1 1 0,-1-1-1,1 1 1,-1-1 0,1 1 0,-1-1 0,1 1 0,-1 0 0,1-1 0,0 1 0,-1-1 0,1 1 0,0 0-1,-1 0 1,1-1 0,0 1 0,0 0 0,0-1 0,0 1 0,0 0 0,0 0 0,0 0 0,0 10-188,0-9-40,-4-2-69,-16 0-691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7:59.8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0 178 64,'0'-55'1964,"0"54"-1954,1-1 1,-1 0-1,1 1 1,-1-1-1,1 0 1,0 1-1,-1-1 1,1 1-1,0-1 1,0 1-1,0 0 1,0-1-1,0 1 1,0 0-1,1 0 1,-1-1 0,0 1-1,1 0 1,-1 0-1,1 1 1,-1-1-1,3-1 1,13-12 80,-16 12-88,1-1-1,-1 1 1,1 0-1,0 0 1,0 0-1,0 0 1,0 0-1,0 0 0,0 0 1,0 1-1,1-1 1,-1 1-1,1-1 1,4-1-1,-5 3 0,0-1-1,0 0 1,0 0-1,0 0 1,0 0-1,0 0 1,0 0 0,0 0-1,0-1 1,2-1-1,11-8 1,5-8-2,-10 17 6,-1 1-1,1 0 1,-1 0-1,1 1 1,10 2-1,14-1 5,-30-1-34,28-1-304,-31 1 312,0 0-1,0 0 1,0 0-1,0 0 1,0 0-1,0 0 1,-1 0-1,1 0 1,0 0-1,0 1 1,0-1-1,0 0 1,0 1-1,0-1 1,0 0 0,0 1-1,-1-1 1,1 1-1,0-1 1,0 1-1,-1 0 1,1-1-1,1 2 1,-2 0-358,15 11-917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00.2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31 176,'3'0'224,"0"0"-106,1 0 0,-1-1 0,1 0-1,-1 1 1,1-1 0,-1 0 0,0-1 0,1 1-1,2-3 1,-2 3-84,-1-1 1,0 0-1,1 1 0,0 0 1,-1 0-1,1 0 0,-1 0 0,1 1 1,4-1-1,27-8 91,126 9-1176,-141 0 104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01.6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55 154 144,'0'-7'2948,"-1"16"-2835,1-6-96,0 0 0,-1 0 1,1 0-1,0 0 0,1 0 0,-1 0 0,0 0 0,1 0 0,0 0 0,2 5 1,6 0-7,-1 0 13,-6 15 47,-2 85 68,0-107-3,0-2-119,0-1-7,0-1 0,0 0 0,0 1 0,0-1 0,0 0 0,-1 1 0,1-1 0,-1 0 0,-1-3 0,-3 3 0,4 2-8,0 1 0,0 0 0,1-1 0,-1 1 0,0-1 0,0 1 0,1-1-1,-1 1 1,0-1 0,1 0 0,-1 1 0,0-1 0,1 0 0,-1 1 0,1-1-1,-1 0 1,1 0 0,-1 0 0,1 0 0,0 1 0,-1-1 0,1 0 0,0 0-1,0 0 1,0-1 0,-1 1 2,1-1-1,0 1 1,0 0-1,-1 0 1,1 0-1,-1-1 0,1 1 1,-1 0-1,0 0 1,1 0-1,-1 0 1,0 0-1,0 0 1,0 0-1,1 0 1,-1 0-1,0 1 1,0-1-1,0 0 1,-1 1-1,1-1 1,0 0-1,-2 0 1,-12-11 30,14 11-32,1 0 1,-1 0 0,1-1 0,-1 1 0,1 0 0,0 0-1,0 0 1,0-1 0,0 1 0,0 0 0,0 0 0,0-1 0,0-1-1,0 2 4,1-1-1,-1 1 0,0-1 0,0 1 0,0-1 0,0 1 1,-1-1-1,1 1 0,0 0 0,0-1 0,-1 1 0,1-1 1,-1 1-1,-1-3 0,1 2-4,-1 0 0,1-1 0,-1 1-1,1 0 1,0-1 0,0 1 0,0-1 0,0 1 0,1-1 0,-1 0 0,1 1 0,-1-1-1,1 0 1,0-3 0,0-97 29,0 102-31,0 0 0,0 0 0,0 0 0,1 0 0,-1 0 0,0 0 0,0 0 0,1 1 0,-1-1 0,0 0 0,1 0 1,-1 0-1,1 1 0,-1-1 0,1 0 0,0 0 0,-1 1 0,1-1 0,0 0 0,-1 1 0,1-1 0,0 1 0,0-1 0,-1 1 1,2-1-1,-2 1 1,1 0 1,-1-1 0,0 1 0,1 0 0,-1 0-1,0-1 1,1 1 0,-1 0 0,0-1 0,0 1-1,0 0 1,1-1 0,-1 1 0,0 0 0,0-1-1,0 1 1,0-1 0,0 1 0,0 0 0,1-1 0,-1 1-1,0-1 1,2-5 18,7 0-10,-6 5-13,0-1 0,0 1 1,0-1-1,-1 0 1,1 0-1,3-4 1,-5 5 1,0 0 1,0 0-1,0 1 1,1-1-1,-1 0 0,0 0 1,0 1-1,1-1 1,-1 0-1,1 1 0,-1 0 1,0-1-1,1 1 1,-1 0-1,1-1 0,1 1 1,27 0 13,-23 1-8,-6-1-4,0 0 0,0 0 0,-1 0 0,1 0 0,0 0 0,0 0 1,0 0-1,0 1 0,0-1 0,-1 0 0,1 0 0,0 1 0,0-1 0,0 1 0,0 0 0,6 2-6,-6-3 5,1 1 0,-1-1-1,0 1 1,1-1 0,-1 1 0,1-1 0,-1 1 0,0 0 0,0 0-1,1-1 1,-1 1 0,0 0 0,0 0 0,0 0 0,0 1 0,0-1-1,0 0 1,0 0 0,0 0 0,-1 1 0,1-1 0,0 2 0,8 11 8,-9-14-7,1 1 0,-1 0 0,0-1-1,1 1 1,-1 0 0,0-1 0,0 1-1,1 0 1,-1-1 0,0 1 0,0 0 0,0 0-1,0-1 1,0 1 0,0 0 0,0-1 0,0 1-1,0 0 1,-1 1 0,1-1-1,0 0 1,0 0-1,0 0 1,0 0 0,0 0-1,0 0 1,0 0-1,0-1 1,0 1-1,0 0 1,0 0-1,1 0 1,-1 0 0,0 0-1,1 0 1,-1 0-1,1 0 1,-1-1-1,1 2 1,3 4 0,-2-4 0,0 0 0,-1 0 0,1 1 0,-1-1 0,0 0 0,0 1 0,0-1 0,0 1 0,0-1 0,0 1 0,-1 0 0,1-1 0,-1 1 0,1 4 0,-1 137-120,-1-143 117,1-1 0,0 1 0,0-1 0,-1 1 1,1-1-1,0 1 0,-1-1 0,1 1 0,-1-1 0,1 1 1,-1-1-1,1 0 0,-1 1 0,1-1 0,-1 0 0,1 0 0,-1 1 1,1-1-1,-1 0 0,1 0 0,-1 1 0,1-1 0,-1 0 0,0 0 1,1 0-1,-1 0 0,1 0 0,-1 0 0,0 0 0,1 0 1,-1 0-1,1-1 0,-1 1 0,0 0 0,0 0 0,-4 0-105,5-2 92,0 0 0,0 0-1,0 1 1,0-1 0,1 0 0,-1 0-1,0 1 1,1-1 0,-1 1 0,2-4-1,1 2 4,-1 1 7,0 1 0,-1-1 1,1 0-1,0 1 0,0-1 0,0 1 0,0 0 0,0 0 0,0 0 0,0 0 1,0 0-1,0 0 0,1 0 0,3 0 0,-5 1 4,1 0 0,0-1 1,-1 1-1,1 0 0,0-1 0,-1 1 1,1-1-1,-1 1 0,1-1 0,2-1 0,-2 1 3,0 0 0,-1 0 0,1 0-1,-1 1 1,1-1 0,0 0 0,0 1-1,0-1 1,-1 1 0,1 0 0,3 0-1,20-1-40,26 1 42,-49 0 0,1 0-1,-1 0 0,1 0 0,-1 1 1,1 0-1,-1-1 0,1 1 1,-1 0-1,0 0 0,0 0 0,1 0 1,-1 1-1,0-1 0,3 3 1,0 3 7,-4-6-9,-1-1 1,1 1-1,-1-1 1,1 1-1,-1-1 1,1 1-1,0-1 0,-1 1 1,1-1-1,-1 0 1,1 1-1,0-1 1,-1 0-1,1 1 0,0-1 1,0 0-1,-1 0 1,1 0-1,0 0 0,0 0 1,0 0-1,6 2 2,-1 0 0,0 1 1,0 0-1,-1 0 0,1 0 0,-1 0 0,1 1 0,4 5 0,-7-5 6,0 0 1,-1 0-1,0 1 1,0-1-1,0 1 1,-1-1-1,1 1 1,-1 0-1,0-1 1,0 6-1,-1-8-7,0-1-1,0 0 1,0 0-1,0 0 1,0 0-1,0 0 1,0 1-1,1-1 1,-1 0-1,0 0 1,1 0-1,-1 0 1,1 0-1,-1 0 1,1 0-1,0 0 1,-1 0-1,1 0 1,0-1-1,0 1 1,-1 0-1,1 0 1,0 0-1,2 0 1,3 5 0,-5-5-1,0 1 1,0 0-1,0 0 1,0 0-1,-1 0 1,1 0-1,-1 0 1,0-1-1,1 1 1,-1 0-1,0 0 1,0 0-1,0 0 1,-1 0-1,1 0 1,-1 3-1,0 9 5,1 39 211,0-52-215,0 0 0,-1 0 1,1 0-1,-1-1 0,1 1 0,-1 0 0,1 0 0,-1 0 0,0 0 0,1-1 1,-1 1-1,0 0 0,1-1 0,-1 1 0,0-1 0,0 1 0,0-1 0,0 1 1,1-1-1,-1 1 0,0-1 0,0 0 0,0 1 0,0-1 0,0 0 0,0 0 1,0 0-1,-2 0 0,-39 4 70,40-4-69,0 0 0,0 0 0,-1 1 0,1-1 0,0 1-1,0-1 1,0 1 0,-3 1 0,2 0 5,0-1 0,1 0 0,-1 0 0,0 0 0,0-1 0,0 1 0,0-1 0,-5 1 0,-210-1 666,217 0-694,-1 0 1,1-1-1,-1 1 1,0 0-1,1-1 1,-1 1-1,1-1 1,-1 1-1,1-1 1,-1 1-1,1-1 1,-1 0-1,1 0 1,0 0-1,-1 0 1,1 0-1,0 0 1,0 0-1,0-1 1,0 1-1,0 0 1,0-1-1,0 1 1,0 0 0,0-1-1,1 1 1,-1-1-1,1 1 1,-1-1-1,1 0 1,-1 1-1,1-1 1,0-2-1,0 3-4,0 0 0,0 0 1,0 0-1,0 0 0,-1 0 0,1-1 0,0 1 0,0 0 0,-1 0 0,1 0 1,-1 0-1,1 0 0,-1 0 0,1 0 0,-1 0 0,0 0 0,1 0 0,-1 1 1,0-1-1,0 0 0,1 0 0,-1 1 0,-2-2 0,-4-4-167,7 5 125,-1-1 1,0 1 0,1-1 0,-1 1-1,1-1 1,-1 1 0,1-1 0,0 1-1,-1-1 1,1 0 0,0 1 0,0-1-1,0 0 1,0 1 0,1-3 0,0-1-179,-1-6-644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02.8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14 144,'15'0'176,"9"-14"128,-9 14 80,8 0 65,16 0-225,-23 0-32,7 0-128,-7 0 0,7 0-64,-7 0-1057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03.1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44 272,'0'0'528,"4"0"27,6 0-315,-3 0-150,0 1 1,0-2-1,0 1 1,0-1-1,-1 0 1,1-1-1,12-4 0,-3 0-22,-1 0 0,1 1 0,0 0 0,0 1 0,0 1-1,26-2 1,72 5-193,-113 0 98,0 0 0,0 0 0,0 0 0,0 0 0,0 0 0,0 0 0,-1 1 0,1-1 0,0 0 0,0 1 1,0-1-1,0 0 0,0 1 0,0-1 0,0 1 0,-1-1 0,1 1 0,0 0 0,0-1 0,-1 1 0,1 0 0,0-1 0,-1 1 0,1 0 0,-1 0 0,1 1 1,5 5-613,7-5-615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4.0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1 480,'0'0'2236,"0"3"-2151,0 105 673,0-105-743,0-1 0,0 0 0,1 0 0,-1 0 0,0 0 0,1 1 0,0-1 0,-1 0 0,1 0 0,0 0 0,0 0 0,0 0 0,0 0 0,2 1 0,6 12 64,-7-6-31,-1-1-1,0 1 0,0 0 1,0-1-1,-1 1 1,-2 13-1,1 2 51,1 109 304,1-128-385,-1 0 0,1 0 0,0 0 0,0 0 0,3 7 0,-2-7-12,-1 1-1,1 0 0,-1-1 1,0 1-1,0 9 1,-1 160-1121,0-174 1053,-1-1 0,1 0 0,-1 0 0,1 1 0,-1-1 0,1 0 0,-1 0 1,0 0-1,1 1 0,-1-1 0,1 0 0,-1 0 0,1 0 0,-1 0 0,0 0 0,1 0 0,-1 0 0,1 0 0,-1-1 0,1 1 0,-1 0 0,1 0 0,-1 0 0,1 0 0,-1-1 0,1 1 0,-2-1 0,2-10-761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4.3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0 123 528,'4'-1'96,"-4"0"-65,1 1 1,0 0-1,0 0 0,0 0 0,0-1 1,0 1-1,0 0 0,0-1 0,0 1 1,-1-1-1,1 1 0,0-1 0,0 1 1,-1-1-1,1 0 0,0 1 0,-1-1 1,1 0-1,0 0 0,-1 1 0,1-1 1,-1 0-1,1 0 0,-1 0 0,0 0 1,1 0-1,-1 1 0,0-1 0,0 0 0,1-1 1,-1 1-9,0 0 1,0 0-1,0 0 0,0 0 1,0 0-1,1 0 0,-1 0 1,0 0-1,1 1 1,-1-1-1,0 0 0,1 0 1,-1 0-1,1 1 1,-1-1-1,1 0 0,0 0 1,1 0-1,3-5 56,-3 3-49,1-1 1,0 1 0,0 0 0,0 0 0,0 0-1,1 1 1,-1-1 0,8-3 0,-7 4 11,0-1 0,0 1 1,-1-1-1,1 0 1,0 0-1,5-7 0,-7 8-27,-1 1-1,1 0 1,0 0-1,-1 0 1,1 0-1,0 0 1,0 0 0,0 0-1,0 0 1,0 1-1,0-1 1,4 0-1,15-7 99,-14 6-36,73 2 110,-79 0-192,1 0 0,-1 0 0,0 0 0,0 1 0,1-1 0,-1 0 0,0 0 0,0 1 0,0-1 0,1 1 0,-1-1 0,0 1 0,0 0 0,0-1 0,1 2 0,-1-1-3,0-1 0,0 1-1,0 0 1,0-1 0,0 1-1,0-1 1,0 1-1,0-1 1,1 0 0,-1 1-1,0-1 1,0 0 0,0 0-1,1 0 1,0 0-1,0 0-37,1 1 0,-1-1 0,0 0 0,0 1 0,0-1 0,0 1 0,1-1 0,1 2 0,10 2-199,-13-4 231,-1 0 0,1 0 0,-1 0-1,1 0 1,-1 0 0,1 0 0,-1 0-1,1 0 1,-1 0 0,1 0 0,-1 1-1,0-1 1,1 0 0,-1 0-1,1 0 1,-1 1 0,1-1 0,-1 0-1,0 0 1,1 1 0,-1-1 0,0 0-1,1 1 1,-1-1 0,0 0 0,0 1-1,1-1 1,-1 1 0,0-1 0,0 0-1,1 2 1,-1-2-13,0 0-1,0 1 1,0-1-1,0 0 1,0 0-1,1 1 1,-1-1 0,0 0-1,0 0 1,0 1-1,0-1 1,1 0-1,-1 0 1,0 1 0,0-1-1,0 0 1,1 0-1,-1 0 1,0 0 0,0 1-1,1-1 1,-1 0-1,0 0 1,0 0-1,1 0 1,-1 0 0,0 0-1,1 0 1,-1 0-1,0 0 1,1 0-1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4.7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58 432,'58'0'1993,"-48"0"-1919,3 1 53,0-1 0,0 0 0,18-4 0,-8-4-81,-1 0 0,25-16 0,-45 24-56,-1-1-1,1 1 0,0-1 1,-1 1-1,1-1 0,-1 1 1,1 0-1,0 0 1,-1 0-1,1 0 0,0 0 1,-1 0-1,4 1 0,-5-1 3,0 0 1,1 1-1,-1-1 0,1 0 0,-1 0 1,0 0-1,1 0 0,-1 1 0,1-1 1,-1 0-1,1 0 0,-1 0 0,1 0 1,-1 0-1,1 0 0,-1 0 0,0 0 1,1 0-1,-1-1 0,1 1 0,-1 0 1,1 0-1,-1 0 0,0 0 0,1-1 1,-1 1-1,1 0 0,-1 0 0,0-1 1,1 1-1,-1 0 0,0-1 0,1 1 1,-1 0-1,0-1 0,0 1 0,1 0 1,-1-1-1,0 1 0,0-1 0,0 1 1,1 0-1,-1-1 0,0 1 0,0-1 1,0 1-1,0-1 0,0 1 0,0-1 1,0 1-1,0-1 0,0-1-349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5.7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66 160,'0'0'2190,"4"0"-2014,3 0-72,2 0 32,0 1 0,1-2 1,12-1-1,18-17 37,-25 19-146,10-3 37,12-11-34,-24 9-32,-1 0-1,2 1 1,-1 0-1,0 1 1,1 0 0,26-1-1,17 4-304,-53 0 105,-3 4-755,-1-4 932,0 0 0,0 0 1,0 1-1,0-1 0,0 0 1,0 0-1,-1 1 0,1-1 0,0 0 1,0 0-1,0 1 0,0-1 1,0 0-1,0 0 0,-1 1 1,1-1-1,0 0 0,0 0 0,0 0 1,0 0-1,-1 1 0,1-1 1,0 0-1,0 0 0,-1 0 0,1 0 1,0 0-1,0 0 0,-1 1 1,1-1-1,0 0 0,-20 12-1106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5.9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0 192,'0'181'2783,"0"-177"-2759,0 1-1,1-1 1,0 1 0,0-1 0,1 0 0,-1 1 0,4 6 0,-3-7-13,0 0 0,0 0 0,-1 1 0,0-1 0,1 0 1,-2 0-1,2 9 0,-2-7-6,0 0 0,0 0 0,1 0 0,0 0 0,0 0 0,0 0 0,1 0 0,0 0 0,3 6 1,-4-10-17,-1 1 0,1-1 0,-1 0 0,1 1 0,-1-1 0,0 1 0,0-1 0,0 1 0,0 4 0,-1-3-29,1 0-139,0 4-1611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6.5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197 167 96,'0'-110'2196,"0"110"-2193,0-1 1,0 0 0,0 0-1,0 0 1,0 1-1,0-1 1,-1 0 0,1 0-1,0 1 1,0-1 0,-1 0-1,1 0 1,-1 1 0,1-1-1,-1 0 1,1 1-1,-1-1 1,1 1 0,-1-1-1,0 1 1,1-1 0,-1 1-1,0-1 1,1 1-1,-1-1 1,-1 0 0,-5-3 26,0-5 35,7 8-62,-1 0 0,1 1 0,0-1 0,-1 0 0,1 1 0,-1-1 0,1 1 0,-1-1 1,1 1-1,-1-1 0,1 1 0,-1-1 0,1 1 0,-1-1 0,0 1 0,1 0 0,-1-1 0,0 1 0,0 0 1,1 0-1,-1-1 0,-1 1 0,-20-6 32,15 4-15,0 0-1,-1 1 1,0-1-1,1 1 0,-12 1 1,-16 0 9,35 0-28,0 0 0,-1 1 0,1-1-1,0 1 1,-1-1 0,1 1 0,0 0 0,0-1-1,0 1 1,-1-1 0,1 1 0,0-1-1,0 1 1,0 0 0,0-1 0,0 1 0,0-1-1,0 1 1,0-1 0,0 1 0,0 0 0,1 0-1,-1 0 4,0 1-2,-1 0 0,1-1-1,0 1 1,-1 0 0,1-1 0,-1 1 0,0-1 0,1 1 0,-1 0 0,0-1 0,0 0 0,0 1 0,0-1 0,0 1 0,0-1 0,-1 0 0,1 0 0,-3 2 0,2-1-1,0-1-1,1 1 1,-1 0 0,0 0 0,1 0-1,-1 0 1,1 0 0,-1 0 0,1 0-1,-1 4 1,0 3 10,0 0 0,1 0-1,1 1 1,-1-1 0,3 17 0,-1-3-17,-1-20 5,1 0 1,-1 0 0,1 0 0,0 0-1,0 0 1,0-1 0,0 1 0,0 0-1,0-1 1,1 1 0,0-1 0,-1 1-1,1-1 1,0 0 0,0 0-1,0 0 1,0 0 0,3 2 0,-2-1-4,0 0 0,0 0 1,0 0-1,0 0 0,-1 0 0,1 1 1,1 3-1,-3-5-6,0 1 0,0-1 0,1 0 0,-1 0 0,1 0 1,0 0-1,-1 0 0,1-1 0,0 1 0,0 0 0,0-1 0,0 1 0,0-1 0,0 0 0,1 0 0,-1 0 1,0 0-1,1 0 0,-1 0 0,4 0 0,5 1-47,1-1 0,-1 0 0,18-1 1,-12 0-40,-14 0 90,1-1 0,-1 1 0,0-1 1,0 1-1,1-1 0,-1 0 0,0 0 0,0-1 0,5-2 1,-6 3 2,-1 0 1,1 0 0,-1 0 0,0 0 0,1 0 0,-1 0 0,0 0 0,0-1 0,0 1 0,0 0-1,0-1 1,0 1 0,0-1 0,0 1 0,-1-1 0,1 1 0,0-1 0,-1 0 0,0 1 0,1-1 0,-1 0-1,0-2 1,0-110 109,1 113-99,-1 0 1,1 1-1,-1-1 0,1 0 1,0 1-1,-1-1 0,1 1 1,0-1-1,-1 1 0,1-1 0,0 1 1,0 0-1,-1-1 0,1 1 1,0 0-1,0 0 0,-1-1 1,1 1-1,0 0 0,0 0 1,0 0-1,0 0 0,-1 0 0,3 0 1,-3 0 2,1 0 0,0 0 0,0 0 0,-1 0 0,1 0 0,0 0 0,-1 0 0,1 0 0,0 0 1,-1 0-1,1 0 0,0 0 0,-1 1 0,1-1 0,0 0 0,-1 0 0,1 1 0,-1-1 0,1 0 0,0 1 0,-1-1 0,1 1 0,-1-1 1,1 1-1,-1-1 0,1 1 0,-1-1 0,0 1 0,1-1 0,-1 1 0,0 0 0,1-1 0,-1 2 0,0-1-7,0 0-1,0 0 1,0 0-1,1 0 1,-1 0-1,0 0 0,0 0 1,1 0-1,-1 0 1,0 0-1,1 0 1,-1 0-1,1 0 1,-1 0-1,1 0 0,0-1 1,-1 1-1,1 0 1,0 0-1,0-1 1,-1 1-1,3 1 1,-2-2-4,0 1 1,0 0 0,-1-1 0,1 1 0,0 0 0,0-1-1,-1 1 1,1 0 0,-1 0 0,1 0 0,0 0 0,-1 0 0,1 0-1,-1-1 1,0 1 0,1 0 0,-1 0 0,0 0 0,0 1-1,0-1 1,1 0 0,-1 2 0,-1-1 1,1 1 0,0 0 1,0 0-1,0-1 0,1 1 0,-1 0 0,1 0 0,-1-1 1,1 1-1,0 0 0,0-1 0,0 1 0,1-1 0,-1 1 1,4 3-1,-5-5-2,1 0 1,-1 0 0,1 0 0,-1 0-1,0 0 1,1 0 0,-1 0-1,0 0 1,1 0 0,-1 0 0,0 0-1,0 0 1,0 0 0,0 0-1,0 2 1,2 9 12,6-6-11,-8-5-2,1-1 0,0 1-1,0-1 1,-1 1 0,1-1 0,0 1 0,-1-1-1,1 1 1,-1-1 0,1 1 0,0 0 0,-1 0-1,1-1 1,-1 1 0,0 0 0,1 0 0,-1-1-1,0 1 1,1 0 0,-1 0 0,0 0 0,0-1-1,0 1 1,0 1 0,0-1-5,1 0 0,-1 0 1,0 0-1,0 0 0,0 0 0,0 0 0,1 0 0,-1-1 1,0 1-1,1 0 0,-1 0 0,1 0 0,-1-1 1,1 1-1,-1 0 0,1 0 0,0-1 0,-1 1 0,1 0 1,0-1-1,-1 1 0,1-1 0,0 1 0,0-1 0,0 1 1,0-1-8,-1 1 0,0-1 0,1 0 0,-1 1 0,0-1 0,0 0 1,1 1-1,-1-1 0,0 1 0,0-1 0,0 0 0,0 1 0,0-1 0,1 1 0,-1-1 1,0 1-1,0-1 0,0 1 0,0-1 0,0 0 0,0 1 0,0-1 0,-1 1 1,1-1-1,0 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7.1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0 128,'0'2'819,"-1"8"-235,1-8-546,0 0 0,-1 0 0,1 0 0,0 0 0,0 1 0,0-1 0,1 0 0,-1 0 0,0 0-1,1 0 1,-1 0 0,1 0 0,1 2 0,6 10 29,0 0 1,-1 0-1,0 0 0,-1 1 0,7 26 0,-11-34-50,0 3 10,1-1 1,0 0 0,1 1-1,7 13 1,-9-19-19,1 1 0,-1 0 0,0 0 0,-1 1 0,3 8 0,2 11 4,10 0-5,-13-22-5,-1 0 0,0 0 0,0 0 0,0 1 0,0-1 0,2 7 0,-2-4 2,0 0-1,0 1 1,1-1 0,5 8 0,-3-4 3,-2 4-2,-4-13-5,1 0 0,0 1 0,0-1 0,1 0 0,-1 1 0,0-1 0,0 0 0,1 1 0,-1-1 0,0 0 0,1 1 0,0 0 0,5 12 0,-6-12-1,0-1 1,1 0-1,-1 1 1,1-1-1,-1 0 1,1 1-1,-1-1 0,1 0 1,0 0-1,-1 0 1,1 1-1,0-1 1,0 0-1,0 0 0,0 0 1,0 0-1,0-1 1,0 1-1,0 0 1,0 0-1,1-1 0,-1 1 1,0 0-1,0-1 1,1 1-1,-1-1 1,0 0-1,1 1 0,-1-1 1,0 0-1,1 0 1,-1 0-1,3 0 1,11 0-20,-11 0 32,-4 0-14,1 1 1,-1-1-1,1 0 0,-1 0 0,1 1 0,-1-1 0,1 0 1,-1 0-1,1 0 0,-1 0 0,1 0 0,-1 0 1,1 0-1,-1 0 0,1 0 0,-1 0 0,1 0 0,-1 0 1,1 0-1,-1 0 0,1 0 0,-1 0 0,1 0 0,-1-1 1,0 1-1,1 0 0,-1 0 0,1-1 0,-1 1 0,1 0 1,-1-1-1,0 1 0,1 0 0,-1-1 0,0 1 0,1-1 1,16-15-45,-16 15 38,4-4-15,0 0 0,0 0 0,0 0 0,1 1 0,-1 0 0,1 0 0,0 0 0,13-5 0,-1-1 35,-10 7-12,-1 0 0,1 1-1,0 0 1,0 0-1,0 0 1,0 1-1,0 1 1,0-1 0,0 1-1,0 1 1,0-1-1,0 1 1,7 3-1,-13-4 3,0 1-1,0 0 0,0 0 0,-1 0 0,1 0 0,0 0 0,-1 0 0,1 0 0,-1 0 0,1 1 0,-1-1 0,1 1 0,-1-1 0,0 1 0,0-1 0,1 3 0,14 16 65,-7-13-52,-7-6-12,0 0-1,0 0 1,-1 1 0,1-1 0,0 0 0,-1 1 0,1-1 0,-1 1 0,1 0-1,-1 0 1,0-1 0,0 1 0,0 0 0,0 0 0,0 0 0,0 0-1,0 0 1,0 4 0,3-3 19,-3-2-21,1-1 0,-1 1 0,0 0 0,0 0 0,0-1 0,0 1 1,0 0-1,0 0 0,0 0 0,0 0 0,0 0 0,0 0 0,0 0 1,0 1-1,-1-1 0,1 0 0,-1 0 0,1 1 0,-1-1 0,1 0 1,-1 1-1,0-1 0,1 0 0,-1 1 0,0-1 0,0 1 0,0 1 1,0-2 12,0 1 0,0-1 0,0 0 0,0 1 0,0-1 0,-1 0 0,1 1 0,0-1 0,-1 0 0,1 1 0,0-1 0,-1 0 0,0 0 0,1 0 0,-1 1 0,0-1 0,0 0 0,1 0 0,-1 0 0,0 0 0,-2 1 1,1 0-7,-1-1 1,1 0 0,-1-1 0,1 1-1,-1 0 1,1-1 0,-1 1 0,-3-1-1,3 1-2,-1-1 0,1 1 0,0-1 0,0 1 0,0 0 0,-5 2 0,1 0-48,1 0 1,-1-1-1,0 0 0,0 0 0,0 0 0,0-1 1,0 0-1,0-1 0,0 0 0,0 0 0,0 0 1,0-1-1,0 0 0,0 0 0,0-1 0,0 0 1,-11-4-1,7 0-147,-17-13-492,11-1 43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7.4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0 208,'0'15'322,"1"-1"0,0 0 0,1 0 0,0 0 0,5 15 0,-5-25-295,-2 1 1,1 0 0,0 0 0,-1 0 0,0 0 0,-1 6-1,1-7-10,0 0 0,0 1 0,0-1 0,0 0 0,1 0 0,-1 1 0,3 6 0,4 5 40,-5-13-41,0 0-1,-1 0 1,1 0-1,-1 0 0,0 1 1,0-1-1,0 0 1,-1 1-1,1-1 1,-1 5-1,1-2 7,-1 0-1,1 0 1,0 1 0,0-1-1,3 7 1,1 7 24,2 14 29,8-8 5,-8-7-18,-7-15-51,2 0-1,-1 0 1,0 0-1,1 0 1,0-1 0,4 8-1,6 6 8,0 0 0,25 25-1,-27-33-28,-1 0-1,0 1 0,0 0 1,12 19-1,-4 16-244,-16-44 237,-1 0-1,0 0 1,1-1 0,-1 1 0,1 0 0,0 0 0,-1-1 0,1 1 0,-1 0 0,1-1-1,0 1 1,0 0 0,-1-1 0,1 1 0,0-1 0,0 1 0,0-1 0,0 0 0,-1 1-1,1-1 1,1 0 0,-1 0-6,-1 1-1,1-1 0,-1 0 1,1 0-1,0 0 0,-1 1 1,1-1-1,-1 0 0,1 1 0,-1-1 1,0 0-1,1 1 0,-1-1 1,1 0-1,-1 1 0,0-1 1,1 1-1,-1-1 0,0 1 1,1-1-1,-1 1 0,0-1 1,0 1-1,1 0 0,-1-1 1,0 1-1,0-1 0,0 1 1,0-1-1,0 1 0,0 0 0,0-1 1,0 1-1,0-1 0,0 1 1,0-1-1,0 1 0,-1 0 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7.9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0 181 224,'3'0'512,"0"1"-366,0 1-1,0-1 1,0 1-1,0 0 1,0 0 0,0 0-1,0 0 1,-1 0-1,4 4 1,-6-5-172,26 22 170,-16-8-84,-9-14-50,-1 1-1,1-1 0,-1 0 0,1 1 0,0-1 0,0 0 0,0 0 0,0 0 0,0 1 0,2 1 0,8 0 52,-7-2-47,-1-1 0,1 1 1,-1 1-1,1-1 0,-1 0 0,4 3 1,7 5 0,-8-5-10,-1 0 1,2 0-1,-1 0 1,0-1-1,1 0 0,-1 0 1,15 3-1,-10-5-6,-6 0 0,0-1-1,0 1 1,0 0-1,0 1 1,0-1-1,0 1 0,7 3 1,-7-2 1,0-1-1,0 0 1,0 0 0,0 0 0,1-1 0,-1 1-1,10 0 1,13 3 13,-15-4-11,0 1 0,0-2 1,19-1-1,-7 0-17,-24 0 16,-1 1 0,1-1 0,-1 0 0,1 0 0,-1 0 0,1 0 0,-1 0-1,0 0 1,0 0 0,1 0 0,-1 0 0,0 0 0,0 0 0,0 0 0,0 0 0,0 0 0,0 0 0,0 0-1,0 0 1,-1-1 0,1 1 2,1-20 8,0 14-18,-1 1 1,1-1 0,-1 1 0,-1-1-1,1 1 1,-1-1 0,0 1-1,-3-8 1,-10-1-20,12 13 24,0 0 0,0 0 0,0 0 0,0 0 0,0 0 0,0-1 0,-2-4 0,-25-55 10,27 58-9,-1 0 0,0 1-1,0-1 1,0 1 0,0 0 0,0-1 0,-1 2 0,1-1 0,-1 0 0,0 1 0,-6-4 0,-19-13 27,28 17-25,-1 0 0,0 0 0,0 1 0,0-1 0,0 0 1,-1 1-1,1-1 0,0 1 0,-1 0 0,1 0 1,-1 0-1,1 0 0,-1 0 0,1 0 0,-5 0 1,3 0 0,0 0 0,1-1 1,-1 1-1,0-1 1,1 0-1,-1 0 1,-4-3-1,5 3 1,1 0 1,-1 0-1,0 0 0,0 1 0,0-1 0,-1 1 1,1 0-1,0-1 0,-1 2 0,1-1 0,0 0 1,-5 0-1,3 1 5,0 0 0,1 0 0,-1-1 0,0 0 0,1 0 0,-1 0 0,0-1 0,1 0 0,-1 0 0,1 0 0,0 0 0,-5-3 0,5 4 26,-1 0 0,1 0 0,-1 1 1,1-1-1,-1 1 0,0 0 0,-6 1 0,5 0 74,6 0-85,-1 0-1,1 0 0,-1 0 0,1 0 0,0 0 0,-1 1 1,1-1-1,0 0 0,0 0 0,0 0 0,0 1 0,0-1 1,0 0-1,0 2 0,1 0 43,-1-1-57,0 0 0,0 0 0,0 0 0,0 1-1,0-1 1,0 0 0,-1 0 0,1 0 0,-1 0 0,1 0 0,-1 0 0,0 0 0,0 0-1,0 0 1,0-1 0,0 1 0,0 0 0,0 0 0,0-1 0,-1 1 0,1-1 0,-1 1 0,-2 1-1,3-2-7,1 0 0,-1 0 0,1 0 0,-1 0 0,0 1 0,1-1-1,0 0 1,-1 0 0,1 0 0,0 1 0,0-1 0,0 0 0,0 0-1,0 1 1,0-1 0,0 0 0,0 1 0,0-1 0,1 1 0,-1 3-14,0-4-10,0 1 0,-1 0 0,1 0-1,0 0 1,0-1 0,0 1-1,1 0 1,-1 0 0,0-1 0,1 1-1,-1 0 1,1 0 0,0-1 0,-1 1-1,1-1 1,0 1 0,0 0-1,0-1 1,0 0 0,2 3 0,6 6-176,-3 3-90,-6-12 249,1 1 0,-1-1 0,1 0 0,-1 1 0,1-1 1,0 0-1,0 1 0,0-1 0,-1 0 0,1 0 0,0 0 0,1 0 0,-1 0 0,0 0 0,1 1 0,20 11-684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8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12 528,'0'0'30,"0"0"0,0-1 0,0 1 0,0-1 0,0 1 0,0 0 0,1-1 0,-1 1 0,0 0 0,0-1 0,0 1 0,0 0 0,1-1 0,-1 1 0,0 0 0,0-1 0,0 1 0,1 0 0,-1-1 0,0 1 0,1 0 0,-1 0 0,0-1 0,1 1 0,-1 0 0,0 0 0,1 0 0,-1 0 0,0-1 0,1 1 0,-1 0 0,0 0 0,1 0 0,-1 0 0,1 0 0,-1 0 0,0 0 0,1 0 0,-1 0 0,0 0 0,1 0 0,0 1 0,3-1 796,0 0-642,51-2 399,-19 1-518,67 5-1,-100-4-74,0 1 0,-1 0-1,1 0 1,0 0-1,-1 0 1,1 0 0,-1 0-1,1 0 1,-1 1 0,3 2-1,-3-2-9,1-1-1,-1 1 1,0-1-1,1 0 1,-1 1 0,1-1-1,0 0 1,-1 0-1,1-1 1,3 2-1,2-1-18,-6-1 19,1 0 0,0 0 0,0 1 0,-1-1 0,1 1 0,0 0 0,-1-1 0,1 1 0,-1 1 0,1-1 0,-1 0 0,1 0 0,-1 1 0,0 0-1,0-1 1,0 1 0,3 3 0,-3-3-27,0 1 0,0-1 0,0 1-1,0-1 1,0 0 0,1 0-1,-1 1 1,1-2 0,3 3 0,8 6-252,-11-6-178,-3 3-100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8.5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0 192,'180'0'3194,"-106"9"-2933,4-9-618,-77 0 321,0 0 0,1 0 0,-1 0 0,0 0 0,0 1 1,0-1-1,0 0 0,1 1 0,-1-1 0,0 1 1,0-1-1,0 1 0,0 0 0,1 1 0,6 2-123,11-2-414,-15-2-150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9.2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49 256,'2'0'667,"35"0"659,-21-11-1225,45 7-47,-49-1-41,-10 4-10,1 0 0,0 0 0,0 0 0,-1 0 0,1 1 0,0-1 0,0 1 0,0 0-1,3 0 1,69-9 51,-70 9-40,-1-1 0,0 0 0,0 0 0,0 0 0,5-2 1,-5 2-4,0 0 1,0-1 0,0 2-1,0-1 1,6 0 0,26 1 86,-32 0 30,-1 3-42,-1 3-51,1-1 0,-1 1 0,-1 0 0,1 0 1,-1 0-1,0-1 0,0 1 0,-1 0 0,1 0 0,-2 12 1,1 215 724,0-228-752,0 0 0,1 1 0,0-1 0,0 0 0,0 0 0,0 0 0,1 0 1,3 6-1,-3-7 0,0 1-1,-1 0 1,1-1 0,-1 1 0,0 0 0,0-1 0,-1 1 0,1 6 0,-1-4 6,1 0 0,0 0-1,0 0 1,1 0 0,0 0 0,3 7 0,-3-8-2,0 1 0,0 0 0,0 0 0,-1 0 0,0 0 0,0 8 0,-1 197-660,1-210 619,-1-1 0,0 0 1,0 0-1,0 1 0,0-1 0,-1 0 0,1 1 0,0-1 0,0 0 1,-1 0-1,1 0 0,-1 1 0,1-1 0,-1 0 0,1 0 1,-1 0-1,0 0 0,0 0 0,1 0 0,-1 0 0,0 0 1,0 0-1,0 0 0,0-1 0,0 1 0,0 0 0,0-1 0,-1 1 1,1 0-1,0-1 0,0 0 0,0 1 0,0-1 0,-1 0 1,1 1-1,-2-1 0,-11 4-292,12-3 242,0-1 0,0 1 0,0 0 0,0-1 0,-1 1 0,1-1 0,0 0 0,-3 1-1,0-1-61,4 1 93,0-1 0,0 0 0,0 0 0,0 0 0,0 1 0,0-1 0,0 0 0,-1-1 0,1 1 0,0 0 0,0 0 0,0 0 0,0-1 0,0 1 0,0 0 0,-2-2 0,-10-5-670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9.5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44 320,'2'0'801,"18"0"-76,-5 1-528,0-1-1,1 0 1,-1-2-1,0 0 1,29-7-1,-22 1-108,44-8 0,-24 11-568,60 3 0,-84 3-16,-17-1 475,-1 0-1,0 0 1,0 0 0,1 1 0,-1-1 0,0 0 0,0 0-1,0 0 1,1 0 0,-1 1 0,0-1 0,0 0 0,0 0-1,0 1 1,1-1 0,-1 0 0,0 0 0,0 1 0,0-1-1,0 0 1,0 0 0,0 1 0,0-1 0,0 0 0,0 0-1,0 1 1,0-1 0,0 0 0,0 0 0,0 1-1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19.7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0 736,'6'3'296,"0"-1"1,-1 1-1,1 1 0,7 4 0,-11-2-77,-2 198 1637,0-68-3720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0.1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88 432,'0'-56'1665,"0"54"-1661,1 1 0,-1 0-1,0-1 1,1 1 0,-1 0 0,1 0 0,-1-1-1,1 1 1,0 0 0,-1 0 0,1 0 0,0 0 0,0-1-1,0 1 1,0 0 0,0 1 0,0-1 0,0 0-1,0 0 1,0 0 0,0 1 0,0-1 0,1 0-1,-1 1 1,0-1 0,1 1 0,-1 0 0,0-1 0,1 1-1,-1 0 1,2 0 0,8-2 32,0 1 0,21 0 0,-22 1-7,-6 1-12,-1-1 1,1 1 0,0 0-1,0 0 1,-1 0 0,1 0-1,-1 1 1,1-1 0,-1 1-1,1 0 1,-1 0 0,0 0 0,0 1-1,0-1 1,5 6 0,-7-7-4,0 0 0,1 1 1,-1-1-1,0 1 0,1-1 1,-1 1-1,0 0 0,0-1 1,0 1-1,-1 0 0,1 0 1,0 1-1,5 11 82,1-3-36,-5-9-49,-1-1 0,0 1-1,1 0 1,-1 0 0,0 0 0,0 0 0,-1 0 0,1 0 0,0 0 0,-1 1 0,1-1 0,-1 0 0,0 0 0,1 0 0,-1 3 0,-1 7 39,1-6-12,0 0 0,0-1 0,0 1 0,0 0 0,3 10 0,1-5 25,-2-3-21,0-1 0,0 0 0,-1 1 0,0-1-1,0 9 1,-1 271 857,0-276-889,-1 0-1,-1 1 0,-3 13 0,3-14-5,0-1-1,0 0 1,1 14-1,1 129-1990,-4-152 1637,-29-1-800,31 0 627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0.3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79 400,'0'0'1345,"16"0"-785,7-13-448,-23 4-48,16-4-32,7 13-16,-7-9-48,7 9-48,-8-13-96,9 13-160,-24-13-272,15 4-673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0.8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0 290 208,'0'1'43,"0"0"0,0 0 0,0 0 0,0 0 0,1 0 0,-1 0 0,0 0 0,0 0 0,0 0 0,1 0 0,-1 0 0,1 0 0,-1 0 0,0 0 0,1-1 0,0 1 0,-1 0 0,1 0 0,-1-1 0,1 1-1,0 0 1,0-1 0,-1 1 0,1 0 0,0-1 0,0 1 0,0-1 0,0 1 0,0-1 0,3 1 71,-1 0 0,1-1 1,0 1-1,-1-1 0,1 0 0,4 0 0,-1 0-94,15 0 49,-22 0-69,1 0 1,-1 0-1,0 0 1,0 0-1,0 0 0,0 0 1,0 0-1,0 0 0,1 0 1,-1 0-1,0 0 1,0 0-1,0 0 0,0 0 1,0 0-1,1 0 0,-1 0 1,0 0-1,0 0 1,0 0-1,0 0 0,0 0 1,0-1-1,0 1 0,1 0 1,-1 0-1,0 0 1,0 0-1,0 0 0,0 0 1,0 0-1,0 0 0,0-1 1,0 1-1,0 0 1,0 0-1,0 0 0,1 0 1,-1 0-1,0 0 0,0-1 1,0 1-1,0 0 1,0 0-1,0 0 0,0 0 1,0 0-1,0 0 0,0-1 1,0 1-1,0 0 1,0 0-1,-1 0 0,1 0 1,0 0-1,0-1 0,0 0 2,0 0 0,0-1 0,1 1 0,-1-1 0,0 1 0,1 0 0,-1-1 0,1 1-1,-1 0 1,1-1 0,-1 1 0,1 0 0,0 0 0,0 0 0,0 0 0,0 0 0,0 0-1,0 0 1,0 0 0,0 0 0,1-1 0,3-2-1,-5 3 0,1-1-1,0 1 1,-1-1-1,1 1 1,0-1-1,-1 1 1,0-1 0,1 1-1,-1-1 1,0 0-1,0 1 1,0-1-1,0 1 1,0-1 0,0 1-1,-1-3 1,1-2 2,0 2-1,0 0-1,1 1 1,-1-1-1,1 0 0,0 1 1,0-1-1,3-4 1,-3 5-1,0 0 0,0-1-1,0 1 1,0-1 0,0 1 0,-1-1 0,1-4 0,-1-173 370,0 472 1691,1-282-1947,-1 0 0,2 0 0,-1 0 0,1 0 1,5 14-1,6 24 317,-9-33-283,1 0 0,0 0 0,1 0 0,11 17-1,-9-16-14,0 0-1,10 33 1,-12-21-52,-6-21-67,1-1 1,0 1-1,1 0 0,-1-1 1,1 1-1,1-1 1,2 7-1,2 0-21,-1 2 0,-1-1 0,0 0-1,3 20 1,-4-19-61,-4-12 32,1-1 0,-1 1 0,1 0 0,-1 0 0,1-1 0,0 1 0,-1 0 0,1-1 0,0 1 0,0-1 0,0 1 0,0-1-1,1 1 1,-1-1 0,0 0 0,2 2 0,3 2-199,-5-4 71,-1 0 0,1 0 1,-1 0-1,1 0 0,-1 0 1,1 0-1,-1 0 0,0 0 0,0 0 1,1 0-1,-1 0 0,0 0 0,0 0 1,0 0-1,0 0 0,0 0 0,0 0 1,-1 2-1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2.8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27 64,'0'0'173,"0"-2"158,0-22 2044,4 24-2066,16 0 2367,-20-1-2640,1 1 0,-1 0 0,1 0 0,0 0 0,-1 0 0,1 0 1,-1 0-1,1 1 0,0-1 0,-1 0 0,1 0 0,-1 0 0,1 1 0,-1-1 0,1 0 0,-1 0 0,1 1 0,-1-1 0,1 0 0,-1 1 1,1-1-1,-1 1 0,0-1 0,1 1 0,-1-1 0,1 1 0,0 15 516,-1-14-515,0 0 1,0 1-1,0-1 0,0 0 1,1 0-1,-1 0 1,0 0-1,1 0 0,0 0 1,0 3-1,6 6 86,-5-10-99,-1 1 1,0 0-1,0 0 0,1 0 1,-1 0-1,-1 0 0,1 0 1,0 0-1,0 0 0,-1 0 1,1 0-1,-1 0 0,0 1 1,1 1-1,-1 2 25,1 0-1,-1 0 1,1-1-1,1 1 1,2 6-1,-3-7-12,1 0 0,-1 0 0,0 0 0,0 0 0,0 6 0,-1 7 114,0-12-105,-1-1-1,1 1 1,1-1-1,-1 1 1,1-1-1,2 8 1,6 7 133,-7-17-152,-1-1 0,0 1 0,1 0 0,-1-1 0,0 1 0,-1 0 0,1 0 0,0 0 0,-1 0 0,0 0 0,0 3 0,0 228 689,0-134-4690,1-94 2327,-1-6 1614,0 0 1,0 1-1,0-1 0,0 0 1,0 0-1,0 0 1,0 0-1,0 1 0,0-1 1,-1 0-1,1 0 1,0 0-1,0 0 0,0 0 1,0 1-1,0-1 1,-1 0-1,1 0 0,0 0 1,0 0-1,0 0 0,0 0 1,-1 0-1,1 0 1,0 0-1,0 1 0,0-1 1,-1 0-1,1 0 1,0 0-1,0 0 0,-8 1-373,0-1-1,0 1 0,0-1 0,0-1 1,-9 0-1,0-7-206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3.1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0 300 464,'0'-90'2113,"0"87"-2079,1 0 0,-1-1-1,1 1 1,0 0 0,0 0 0,0 0 0,2-5-1,2-3 52,-4 8-63,0 0 1,0 1-1,0-1 1,0 0-1,0 1 1,1 0-1,-1-1 1,1 1-1,0 0 1,0-1-1,0 1 1,0 0-1,4-3 1,4-8 65,1-6 53,-9 16-122,1 0-1,0 0 0,0 0 1,0 1-1,0-1 0,0 1 1,6-3-1,21-18 102,-25 20-107,0-1-1,0 1 1,0-1-1,0 1 1,0 1 0,9-4-1,20-10 55,-29 14-71,-1 0 0,1 0 0,0 1 0,0-1 0,0 1 0,0 0 0,0 1 0,6-1 0,45 2-215,-27 0-159,-29-1 367,1 0 0,-1 0-1,0 0 1,1 0-1,-1 0 1,0 0 0,1 1-1,-1-1 1,0 0-1,1 0 1,-1 0-1,0 0 1,1 0 0,-1 0-1,0 1 1,0-1-1,1 0 1,-1 0 0,0 0-1,0 1 1,1-1-1,-1 0 1,0 0-1,1 1 1,0 1-55,1 0 0,0 0 0,0 0 0,-1 0 0,1 0 0,-1 0 0,0 0 0,0 1 0,1-1 0,-1 1 0,-1-1 0,1 0 0,0 1 0,-1 0 0,1-1 0,-1 1 0,0-1 0,0 6 0,0 14-555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3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75 832,'16'0'721,"-16"-9"-161,23 9-176,1-13 160,-9 13-303,24-9 31,-15-4-64,-9 4-48,24 9-32,-16-13-80,16 13-96,-23-9-128,7 9-96,0 0-145,-7 0-47,7 0-208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3.9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0 720,'0'0'1553,"0"4"-1278,0 2-163,0-2 26,-1 0 0,1 0 0,0 0-1,1 0 1,-1 0 0,1 0 0,0 0 0,1 5-1,7 2 123,-8-9-209,0-1 0,0 1 0,1-1 0,-1 1 0,-1 0 0,1-1 0,0 1 0,0 0 0,-1 0 0,1 0 0,-1-1 0,1 1 1,-1 0-1,0 0 0,1 0 0,-1 0 0,0 0 0,-1 0 0,1 3 0,-1 4 56,1-2-41,-1 1-1,1-1 0,0 0 0,1 0 1,2 14-1,0-14-65,-1 0 0,0 0 0,0 0 0,0 1 0,-1-1 0,0 15 0,-1 12-377,0 33-3467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4.2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2 146 1040,'0'-12'744,"-1"7"-644,1 1-1,0-1 1,0 0 0,0 0 0,1 1-1,-1-1 1,1 0 0,0 1 0,1-1 0,-1 1-1,1-1 1,0 1 0,0 0 0,0-1-1,4-4 1,-3 6-74,-1 0 0,1 0-1,0 1 1,0-1 0,0 0-1,1 1 1,-1 0 0,1 0-1,-1 0 1,1 0 0,0 1-1,-1-1 1,1 1 0,0 0-1,4-1 1,28-6 57,-26 4-84,1 2-1,0-1 1,21 0-1,-20 3-24,-8-1-23,0 1-1,0-1 1,0 1-1,0 1 1,0-1-1,0 0 1,0 1-1,0 0 1,0 0-1,0 0 1,0 1 0,0-1-1,0 1 1,4 2-1,2 4-359,-3-1 30,-5 12-391,-2-1 132,0-3-234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4.4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24 544,'0'1'48,"0"-1"-1,0 1 1,0-1 0,0 0-1,0 1 1,0-1-1,1 1 1,-1-1 0,0 1-1,0-1 1,0 1-1,1-1 1,-1 0 0,0 1-1,1-1 1,-1 1-1,0-1 1,1 0-1,-1 1 1,0-1 0,1 0-1,-1 0 1,1 1-1,-1-1 1,1 0 0,-1 0-1,0 0 1,1 1-1,-1-1 1,1 0 0,-1 0-1,1 0 1,-1 0-1,1 0 1,-1 0-1,1 0 1,-1 0 0,1 0-1,-1 0 1,1 0-1,-1-1 1,1 1 0,0 0-1,23-7-114,-21 6 260,23-7-71,-18 6-98,1 0 0,-1-1 1,12-4-1,-19 6-23,0 1 0,0-1 0,0 1 0,0-1 0,0 1 1,0 0-1,0 0 0,0 0 0,0-1 0,0 1 0,1 0 0,-1 0 1,0 0-1,0 1 0,0-1 0,2 0 0,1 1-4,24-2-18,24 2-350,-52 28-763,0-28 1103,0 0 1,0 0 0,0-1-1,0 1 1,0 0 0,0-1-1,0 1 1,-1 0 0,1 0-1,0-1 1,0 1 0,0 0-1,-1-1 1,1 1 0,0 0-1,-1-1 1,1 1 0,-1 0-1,-19 9-817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4.6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1 208,'0'67'2004,"1"-67"-1982,0 1 1,0 0-1,0 0 0,-1-1 1,1 1-1,0 0 1,0-1-1,0 1 1,0-1-1,0 0 0,0 1 1,0-1-1,0 0 1,0 1-1,0-1 1,0 0-1,1 0 0,-1 0 1,0 0-1,0 0 1,0 0-1,2 0 1,38-1 466,-30 1-408,0 0 26,-8 0-89,1 1-1,-1-1 1,0-1-1,0 1 1,0 0 0,1-1-1,-1 1 1,0-1-1,0 0 1,0 0-1,0 0 1,5-4 0,0 2-25,0 0 1,1 0-1,-1 1 1,14-3-1,2 0-83,-18 2 15,0 1 1,-1-1-1,1 0 0,5-4 1,16-7-610,-9 10-180,-18 4 815,1 0 0,-1 0-1,0-1 1,0 1 0,1 0 0,-1 0-1,0 0 1,0 0 0,0-1 0,1 1 0,-1 0-1,0 0 1,0 0 0,0-1 0,0 1-1,1 0 1,-1 0 0,0-1 0,0 1 0,0 0-1,0 0 1,0-1 0,0 1 0,0 0-1,0-1 1,0 1 0,0 0 0,0 0-1,0-1 1,0 1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6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69 336,'0'-20'1692,"0"18"-1215,13 1-183,-1-9-122,-11 9-166,-1 0 0,1 1-1,0-1 1,0 0 0,0 1 0,0-1 0,-1 0-1,1 1 1,0-1 0,0 1 0,0-1-1,1 1 1,0-1 0,77-21 296,-68 20-290,1 1 0,-1 0 0,0 0 0,1 1 0,15 2 1,2-1-126,55-1-1864,-84 0 1967,0 0 0,0 0 0,1 0 0,-1 0 0,0 0 0,0 0 0,0 0 0,0 0 1,0 0-1,0 0 0,0 0 0,0 0 0,1 0 0,-1 0 0,0 0 0,0 0 0,0 0 0,0 0 1,0 0-1,0 0 0,0 0 0,0 0 0,1 0 0,-1 0 0,0 0 0,0 0 0,0 0 1,0 0-1,0 0 0,0 0 0,0 0 0,0 0 0,0 0 0,0 0 0,1 0 0,-1 1 0,0-1 1,0 0-1,0 0 0,0 0 0,0 0 0,0 0 0,0 0 0,0 0 0,0 0 0,0 0 1,0 1-1,0-1 0,0 0 0,0 0 0,0 0 0,0 0 0,0 0 0,0 0 0,0 11-766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26.2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1088,'24'0'1089,"-9"0"-609,9 0-304,-9-8 256,9-6-271,-9 14-33,24-13-80,-16 13-32,-7-8-96,7 8-112,-7 0-65,7 0-143,1 0-192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38.2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 0 1008,'0'127'3203,"0"168"-2937,-1-284-348,0 0 1,-1 0 0,0 0-1,-1 0 1,-8 20-1,1-18-137,9-12 200,0-1-1,0 1 0,1 0 1,-1-1-1,1 1 1,-1 0-1,0 0 1,1-1-1,-1 1 0,1 0 1,0 0-1,-1 0 1,1 0-1,0 0 0,-1 0 1,1 0-1,0 0 1,0 0-1,0 1 1,0 2-312,0-14-993,0-2 657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38.5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0 145 928,'1'-5'105,"0"0"-1,1 0 1,-1 0-1,1 0 0,0 0 1,0 0-1,1 0 0,-1 1 1,1-1-1,0 1 0,1 0 1,-1 0-1,5-4 1,7-11 18,-12 15-108,1 0 1,-1 0-1,1 1 0,0-1 0,0 1 1,0 0-1,0 1 0,1-1 0,-1 1 1,1-1-1,0 1 0,-1 0 0,8-1 1,15-3 41,-20 3-56,1 2-1,-1-1 1,1 1 0,14-1 0,35 2-236,-56 0 222,0 0 0,-1 1 0,1-1 0,0 0 0,0 0-1,-1 0 1,1 0 0,0 1 0,0-1 0,-1 0 0,1 1 0,0-1-1,-1 0 1,1 1 0,-1-1 0,1 1 0,0-1 0,-1 1 0,1-1-1,-1 1 1,1-1 0,-1 1 0,1 0 0,-1-1 0,0 1 0,1 0 0,-1-1-1,0 1 1,1 1 0,4 9-353,11 7-162,-15-17 488,-1-1 0,1 1 0,-1 0 0,0 0-1,1 0 1,-1 0 0,0 0 0,1 0 0,-1 0 0,0 0 0,0 0 0,0 0 0,0 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38.8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0 336,'0'0'1918,"3"0"-1670,156 0 1048,-45 0-3192,-94 0 1034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39.7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36 496,'21'0'1107,"-17"1"-1063,1-1 0,0 0 0,0 0 0,0 0 0,0 0-1,0-1 1,0 0 0,0 0 0,0 0 0,-1-1 0,1 1-1,0-1 1,5-4 0,-5 4-35,0 0-1,0 0 1,0 0-1,1 0 1,-1 1-1,0-1 1,1 2-1,-1-1 1,1 0-1,-1 1 1,1 0-1,-1 0 1,9 2-1,-2-1 4,0-1-1,0 0 1,12-2-1,125-5-179,-149 7 161,1 0 0,-1 0 0,0 0 0,0 0 1,0 0-1,1 0 0,-1 1 0,0-1 0,0 0 0,0 0 0,0 0 0,0 0 0,1 1 0,-1-1 0,0 0 0,0 0 0,0 0 0,0 1 0,0-1 0,0 0 0,0 0 0,0 0 0,0 1 0,1-1 0,-1 0 0,0 0 0,0 1 0,0-1 0,0 0 0,0 0 1,-1 0-1,1 1 0,0-1 0,0 0 0,0 0 0,0 1 0,0-1 0,0 4-710,0 6 156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39.9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0 576,'0'2'1756,"-1"28"-1156,0-17-398,0-1-1,1 1 0,1 0 1,0-1-1,4 22 1,11-7-90,1 27-27,-16-50-82,-1-1-1,1 1 1,0-1 0,-1 1 0,0 0-1,0 4 1,0-6-3,0 0 0,0 0-1,0 0 1,0 0 0,0 1-1,1-1 1,-1 0 0,1 0-1,0 2 1,9 8-48,-9-11 37,0 0 0,-1-1 0,1 1 0,0 0 0,0 0 0,-1 0 0,1 0 0,-1 0 0,1 0 0,-1 0 0,1 0 0,-1 0 0,1 0-1,-1 0 1,0 0 0,0 0 0,1 0 0,-1 0 0,0 0 0,0 0 0,0 2 0,0-1-31,0 0-1,0 0 1,0 0 0,0 0-1,1 0 1,-1 0-1,1 0 1,0 0-1,0 0 1,-1 0 0,1 0-1,0 0 1,1 0-1,-1-1 1,1 3-1,0-3-3,0 9-1974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0.4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174 137 512,'1'-21'861,"0"-26"-37,-2 45-808,1 0 0,0 1 0,0-1 0,-1 0 0,1 0 0,-1 0 0,1 1 0,-1-1 0,0 0 1,0 1-1,0-1 0,0 1 0,0-1 0,0 1 0,0-1 0,0 1 0,-1-1 0,1 1 0,-3-2 0,-4-1 24,5 3-18,0-1-1,0 1 0,0-1 1,0 0-1,0 0 1,0 0-1,-3-4 0,5 5-14,0 0 0,0 0 0,0 0 0,-1 0 0,1 0 0,0 0 0,-1 0 0,1 1 1,0-1-1,-1 0 0,1 1 0,-1-1 0,1 1 0,-1-1 0,1 1 0,-4 0 0,-31-1 44,20 2-22,14 0-25,0-1 0,-1 1 1,1 0-1,-1 0 0,1 1 0,0-1 0,0 0 0,0 1 0,0 0 0,0-1 0,0 1 0,0 0 0,0 0 0,1 0 0,-1 0 0,1 0 1,-1 0-1,0 4 0,0-3 3,1 0 1,1 0 0,-1 0 0,0 0-1,1 0 1,-1 0 0,1 0-1,0 0 1,0 0 0,0 1-1,2 4 1,-1 10 14,-2 8-1,0-13-16,1 1 0,0-1 0,5 26-1,-4-37-6,0 1-1,1-1 0,-1 1 0,1-1 0,0 1 0,0-1 0,0 0 0,0 0 0,0 0 1,5 3-1,4 5-6,2 8 1,-11-15 7,-1-1-1,1 1 0,0-1 0,-1 0 0,1 0 1,0 0-1,0 0 0,0 0 0,1 0 1,-1-1-1,0 1 0,1-1 0,-1 1 1,1-1-1,-1 0 0,1 0 0,5 1 0,31 1-228,-37-3 220,0 0-1,1 0 0,-1 0 1,0 0-1,0-1 0,0 1 1,0-1-1,0 1 1,0-1-1,0 0 0,0 0 1,0 0-1,0 0 0,-1 0 1,4-2-1,12-14-23,-15 16 32,0-1 0,0 0 1,0 0-1,0 1 0,0-1 1,-1-1-1,1 1 0,0 0 0,-1 0 1,2-5-1,-1 4 3,-1 0-1,1-1 1,-1 1 0,1 0 0,0 0 0,3-4-1,2-3 11,-6 8-8,0 0 0,0 0-1,0 0 1,-1 0 0,0-1 0,1 1 0,-1 0-1,0 0 1,0 0 0,0 0 0,0-1 0,-1-3-1,1 4 2,0 0 0,-1 0 0,1 0-1,0 0 1,0-1 0,1 1 0,-1 0-1,0 0 1,1 0 0,-1 0 0,1 0-1,1-4 1,6-3 27,-7 8-21,0 0 0,0 0 1,0 0-1,0 0 0,0 0 1,0-1-1,-1 1 0,1 0 1,0 0-1,-1-1 1,1 1-1,-1 0 0,1-1 1,-1 1-1,0 0 0,0-1 1,1 1-1,-1-1 0,0-1 1,-1-4 28,1 6-29,0 0-1,0 1 1,0-1 0,0 0 0,0 1 0,0-1 0,0 0 0,0 1 0,0-1 0,0 1-1,0-1 1,1 0 0,-1 1 0,0-1 0,0 1 0,1-1 0,-1 0 0,2 0 16,-1 1 0,0-1 0,0 1 0,0-1 1,0 1-1,1 0 0,-1 0 0,0-1 0,0 1 1,1 0-1,-1 0 0,2 1 0,-2-1-19,0 0 0,-1 0 0,1 0 0,0 0 0,-1 0 0,1 0 0,0 0 0,0 0 0,-1 0 0,1 1 0,0-1 0,-1 0 0,1 0 0,0 1 0,-1-1 0,1 1-1,-1-1 1,1 1 0,0-1 0,-1 0 0,1 1 0,-1 0 0,0-1 0,1 1 0,-1-1 0,1 1 0,-1 0 0,0-1 0,1 1 0,-1 0 0,0-1 0,1 2 0,-1-1 2,1 1 1,-1-1 0,1 1-1,0-1 1,0 1 0,0-1-1,0 0 1,0 1 0,0-1-1,0 0 1,1 0 0,-1 0-1,0 0 1,0 0 0,2 1-1,0-1 1,-1 1 0,0-1-1,0 0 1,0 1-1,-1 0 1,1-1 0,0 1-1,-1 0 1,1 0-1,-1 0 1,1 0 0,-1 0-1,2 5 1,13 19 26,-11-20-33,-3-5-3,-1 0 1,0 0 0,0 0 0,0 0 0,0 1 0,0-1 0,0 0-1,0 1 1,-1-1 0,1 0 0,0 1 0,-1-1 0,1 1 0,-1-1-1,1 1 1,-1-1 0,0 1 0,0 1 0,1 0 1,-1 0 0,0-1 0,1 1 0,-1 0 1,1-1-1,0 1 0,0-1 0,2 5 0,-2-4-26,1-1 0,-1 1 0,0-1 0,-1 1 0,1-1 0,0 1 0,-1 0 0,1 4-1,-1 16-2031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1.0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1 112,'0'0'315,"0"0"-292,0 0 1,0 0-1,0 0 0,0 1 1,0-1-1,-1 0 0,1 0 1,0 1-1,0-1 1,0 0-1,0 0 0,0 1 1,0-1-1,0 0 0,0 0 1,0 1-1,0-1 1,0 0-1,0 0 0,0 1 1,0-1-1,0 0 0,1 0 1,-1 1-1,0-1 1,0 0-1,0 0 0,0 1 1,0-1-1,1 0 0,-1 0 1,0 0-1,0 1 1,0-1-1,1 0 0,-1 0 1,0 0-1,0 0 0,0 0 1,1 1-1,-1-1 1,0 0-1,0 0 0,1 0 1,-1 0-1,36 36 647,-32-32-653,-1-1 1,0 1-1,0-1 1,-1 1-1,1 0 0,-1 0 1,0 0-1,0 0 1,0 1-1,0-1 1,-1 1-1,1 4 1,9 22 174,-4-16-124,-1 0 0,-1 0 0,-1 1 0,0-1 1,0 1-1,1 27 0,-5-36-51,1 0 0,0-1 0,0 1 0,1 0 0,0-1 0,3 7 0,-3-7 3,0 1 0,0 0 0,0-1 0,-1 1 0,0 0 0,0 6 0,-1 66 124,0-77-131,11-2-28,-9 0 10,-1 1 0,0-1 0,0 0 0,1 0 1,-1 0-1,0 0 0,0 0 0,1 0 0,-1 0 0,0 0 0,0-1 1,0 1-1,1 0 0,-1-1 0,0 1 0,0-1 0,0 0 1,0 1-1,0-1 0,0 0 0,0 1 0,0-1 0,0 0 1,0 0-1,1-1 0,30-31-158,-15 15 112,-10 12 46,-7 6 5,0 0 0,1-1 0,-1 1 0,0-1 0,0 1 0,1-1 0,-1 1 0,0 0 0,0-1 0,1 1 0,-1-1 0,0 1 0,0-1 0,0 1 0,0-1 0,0 1 0,0-1 0,0 0 0,0 1-1,0-1 1,3-11 12,-2 11-14,0 0 1,1 0-1,-1 0 0,0-1 1,0 1-1,1 0 1,-1 1-1,1-1 1,-1 0-1,1 0 1,0 1-1,-1-1 0,1 1 1,-1-1-1,1 1 1,0 0-1,2-1 1,36 2 5,-17 0 22,-15 0-12,0 1-1,0 0 1,-1 1-1,1 0 0,-1 0 1,0 0-1,0 1 0,13 9 1,-1-3 20,-8 1 17,-2 0 21,-3-6-44,-5-4-17,0 0 0,0 0-1,0 0 1,0-1-1,0 1 1,0 0 0,0 1-1,0-1 1,-1 0-1,1 0 1,0 0 0,-1 0-1,1 1 1,-1-1-1,1 0 1,-1 0 0,0 1-1,1-1 1,-1 0-1,0 1 1,0-1-1,0 0 1,0 3 0,0 28 488,0-31-498,0-1 0,0 0 1,0 0-1,0 0 1,0 0-1,0 0 1,0 0-1,0 0 1,0 0-1,0 1 1,0-1-1,0 0 1,0 0-1,0 0 0,0 0 1,0 0-1,-1 0 1,1 0-1,0 0 1,0 0-1,0 1 1,0-1-1,0 0 1,0 0-1,0 0 0,0 0 1,0 0-1,0 0 1,0 0-1,-1 0 1,1 0-1,0 0 1,0 0-1,0 0 1,0 0-1,0 0 0,0 0 1,0 0-1,0 0 1,-1 0-1,1 0 1,0 0-1,0 0 1,0 0-1,0 0 1,0 0-1,0 0 0,0 0 1,0 0-1,-1 0 1,1 0-1,0 0 1,0 0-1,0 0 1,-29 3 57,-20 2-30,31-4-33,-50-3-281,60 1 198,1 0 1,-1-1 0,1 0 0,0 0-1,-1 0 1,1-1 0,-8-4 0,-11 0-334,24 6 364,0 1-1,0 0 1,0-1-1,0 1 1,0-1-1,0 1 1,0-1-1,0 0 1,0 0-1,0 0 0,0 0 1,0 0-1,0-1 1,-2-2-1,-3-6-732,-12-2-492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1.3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64,'0'0'147,"4"0"109,-3 0-216,0 0-18,-1 0 0,1 0-1,0-1 1,-1 1 0,1 0 0,-1 0-1,1 0 1,-1 0 0,1 0 0,0 0 0,-1 1-1,1-1 1,-1 0 0,1 0 0,-1 0 0,1 0-1,0 1 1,-1-1 0,1 0 0,-1 1-1,1-1 1,-1 0 0,0 1 0,1-1 0,-1 0-1,1 1 1,-1-1 0,0 1 0,1-1 0,-1 1-1,0-1 1,1 1 0,-1-1 0,0 1-1,0-1 1,0 1 0,1-1 0,-1 1 0,0 0-1,0-1 1,0 1 0,0 0 5,0 0 0,0 0 0,0 0 1,0 0-1,1 0 0,-1 0 0,0 0 0,0-1 0,1 1 0,-1 0 0,1 0 1,-1 0-1,1-1 0,-1 1 0,1 0 0,-1 0 0,1-1 0,0 2 1,5 5 94,-5-3-81,0-1 1,-1 0 0,1 1 0,-1-1 0,1 0-1,-1 1 1,0-1 0,-1 6 0,0-5 5,1 0 0,0 0 0,0 0 1,0 0-1,0 0 0,1 0 0,-1-1 1,1 1-1,1 4 0,3 2 22,-3-5-27,1-1 0,-1 1 0,-1 0 0,1 0 1,-1 0-1,1 0 0,-1 0 0,0 8 0,-1 101 433,0-109-470,1 0 0,0 0 0,0 0 0,0-1 0,1 1 0,-1 0 0,4 5 0,-3-6-10,0 1 0,-1-1 1,1 1-1,-1 0 1,0 0-1,0 0 0,0 6 1,-1 111-1370,0-120 1006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1.7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79 336,'0'0'1988,"0"2"-1818,1 0-150,-1 0-1,0-1 1,1 1-1,-1-1 1,1 1-1,0-1 1,-1 1-1,1-1 1,0 1-1,0-1 1,0 0-1,0 1 1,0-1-1,0 0 1,2 2-1,21 15 224,-23-18-235,0 1 0,0 0 0,0-1 0,0 1-1,0 0 1,0 0 0,0 0 0,0 0 0,0 0-1,-1 0 1,1 0 0,0 0 0,-1 0 0,1 0-1,-1 1 1,1-1 0,0 2 0,5 10 49,-4-11-48,-1-1 1,1 1 0,1-1-1,-1 1 1,0-1 0,0 0-1,5 2 1,13 9 54,-9-2-33,17 13 80,-26-21-93,0-1 0,0 1 0,0-1 1,0 1-1,0 0 0,0 0 0,-1 0 1,1 0-1,2 4 0,-3-4-13,-1-1 0,1 1 0,0-1 0,0 0 0,0 1 0,0-1-1,0 0 1,0 0 0,1 0 0,-1 0 0,0 0 0,0 0 0,1 0 0,-1 0-1,1 0 1,-1-1 0,1 1 0,-1 0 0,1-1 0,-1 1 0,1-1 0,0 0-1,-1 0 1,1 1 0,2-1 0,-3-1-3,0 1 1,0 0-1,0 0 0,-1 0 1,1 0-1,0 1 0,0-1 1,0 0-1,0 0 1,0 0-1,-1 1 0,1-1 1,0 0-1,0 1 0,-1-1 1,1 1-1,0-1 0,0 1 1,-1-1-1,1 1 0,-1-1 1,1 1-1,0 0 0,-1-1 1,1 1-1,-1 0 0,1 0 1,-1-1-1,0 1 0,1 1 1,0 0 0,-1-1 0,1 0 0,-1 0 0,1 0 0,0 0 0,0 0 0,0 0 0,-1 0 0,1 0 0,0 0 0,0 0 0,0 0 0,2 1 0,0-1 13,1-1-3,2 1-13,12-1 44,-17 0-44,-1 0 1,1 0-1,-1-1 1,1 1 0,-1 0-1,0 0 1,1 0-1,-1 0 1,1 0-1,-1-1 1,1 1-1,-1 0 1,0 0-1,1 0 1,-1-1-1,0 1 1,1 0-1,-1-1 1,0 1-1,0 0 1,1-1-1,-1 1 1,0 0-1,0-1 1,1 1-1,-1-1 1,0 1-1,0 0 1,0-1-1,0 1 1,0-1-1,1 1 1,-1-1 0,0 0-2,0 0 0,0 0 0,0 0 0,0 0 1,1 0-1,-1 1 0,0-1 0,1 0 0,-1 0 1,1 0-1,-1 1 0,1-1 0,-1 0 0,1 0 1,-1 1-1,1-1 0,0 1 0,0-1 0,-1 0 1,1 1-1,0-1 0,0 1 0,-1 0 0,1-1 1,0 1-1,0 0 0,0-1 0,1 1 0,0-1 3,-2 1-1,1-1 0,-1 1 0,1 0 0,-1-1 0,0 1-1,1 0 1,-1-1 0,0 1 0,0-1 0,1 1 0,-1 0 0,0-1 0,0 1-1,1-1 1,-1 1 0,0-1 0,0 1 0,0-1 0,0 1 0,0-1 0,0 1-1,0-1 1,0 1 0,0-1 0,0 1 0,0-1 0,0 1 0,0-1 0,-1 0-1,1-1 4,0 0-5,0-1 1,1 1-1,-1 0 1,1 0 0,-1 0-1,1-1 1,0 1-1,0 0 1,2-3 0,-2 3-2,0 0 1,0 0 0,0 0 0,0 0 0,-1 0-1,1 0 1,-1-1 0,1 1 0,0-4 0,-1-75 30,-1 79-27,1 0 0,0 0 1,-1 0-1,1 0 0,-1 0 0,1 0 1,-1 0-1,0 0 0,0 1 0,0-1 1,-2-2-1,0-3 6,2 6-5,0-1 0,1 1 0,-1 0 1,0-1-1,0 1 0,0 0 1,0 0-1,0-1 0,0 1 1,0 0-1,0 0 0,0 0 0,-2-1 1,-5-4 8,6 3-3,-1-1-1,0 1 0,-1 0 0,1 0 1,0 0-1,-1 0 0,0 1 0,1-1 1,-9-3-1,-10-2 103,15 5-23,-1 0 1,1 1 0,0 0 0,-1 0 0,0 1-1,0 0 1,1 0 0,-10 0 0,17 1-84,-1 0-1,0 0 1,1 0 0,-1 0 0,0 0 0,0 0-1,1 0 1,-1 0 0,0 1 0,1-1 0,-1 0 0,0 0-1,1 0 1,-1 1 0,0-1 0,1 0 0,-1 1 0,1-1-1,-1 1 1,0-1 0,1 1 0,-1-1 0,1 1 0,-1-1-1,1 1 1,0-1 0,-1 1 0,1 0 0,0-1 0,-1 1-1,1-1 1,0 1 0,0 0 0,-1-1 0,1 1-1,0 0 1,0 0 0,0-1 0,0 1 0,0 0 0,0 1-1,-1-2 4,1 1 0,-1-1-1,1 1 1,-1-1-1,0 1 1,1-1-1,-1 0 1,0 1-1,1-1 1,-1 0-1,0 1 1,0-1-1,1 0 1,-1 0-1,0 0 1,-1 0 0,1 3-25,1-1 0,-1 0 0,1 1 0,-1-1 0,1 1 0,0-1 0,0 0 0,0 1 1,0 4-1,0-6-9,0-1 18,1 0-1,-1 0 1,0 0 0,0 1 0,0-1 0,0 0 0,0 0 0,0 1-1,-1-1 1,1 0 0,0 0 0,0 0 0,0 1 0,0-1-1,0 0 1,0 0 0,0 0 0,0 0 0,0 1 0,0-1 0,-1 0-1,1 0 1,0 0 0,0 0 0,0 1 0,0-1 0,-1 0-1,1 0 1,0 0 0,0 0 0,0 0 0,0 0 0,-1 0 0,1 0-1,0 0 1,-2 1-38,1 0 0,0 0 0,-1-1 0,1 1 0,0 0 0,0 0 0,0 0-1,0 0 1,0 0 0,0 0 0,0 1 0,0-1 0,1 0 0,-1 0 0,0 1 0,1-1 0,-1 0-1,1 1 1,-1-1 0,1 0 0,0 1 0,-1-1 0,1 1 0,0 1 0,0-2-7,0 0 1,0-1 0,0 1 0,0 0-1,0 0 1,0-1 0,0 1 0,0 0-1,-1 0 1,1-1 0,0 1 0,-1 0-1,1-1 1,0 1 0,-1 0 0,0 0-1,-18 19-1091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2.5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38 160,'0'0'2100,"3"0"-1962,55 0 540,-57 0-668,1 0-1,-1 0 0,0 0 1,0-1-1,0 1 1,0 0-1,0 0 1,0-1-1,0 1 0,1 0 1,-1-1-1,0 1 1,0-1-1,0 0 1,1 0-1,-1 0-5,0 0 0,1 0 0,-1 0 0,0 1-1,0-1 1,1 1 0,-1-1 0,1 1 0,-1-1 0,0 1 0,1 0 0,-1 0 0,1-1 0,-1 1 0,3 1 0,8-2-8,-1 0 1,1 0 0,0-1 0,15-4-1,-7 1-135,0 2-1,0 0 0,0 1 1,1 1-1,30 3 0,-10-1-926,-41-1 1056,0 0 0,0 0 0,0-1 0,0 1 0,1 0 1,-1 0-1,0 0 0,0 0 0,0 0 0,0 0 1,0 0-1,0 0 0,0 0 0,0 0 0,0 0 0,0 0 1,0 0-1,1 0 0,-1 0 0,0 0 0,0 0 0,0 1 1,0-1-1,0 0 0,0 0 0,0 0 0,0 0 0,0 0 1,0 0-1,0 0 0,0 0 0,0 0 0,0 0 0,1 0 1,-1 0-1,0 0 0,0 0 0,0 0 0,0 0 0,0 0 1,0 1-1,0-1 0,0 0 0,0 0 0,0 0 0,0 0 1,0 0-1,0 0 0,0 0 0,0 0 0,0 0 1,0 0-1,0 0 0,0 1 0,0-1 0,0 0 0,0 11-782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2.8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35 1040,'0'0'1252,"3"0"-879,17 5 285,-16-3-548,0-1 0,-1 1 1,1-1-1,0-1 0,0 1 1,6 0-1,26 0 436,-21 0-486,-1-1-1,1 0 1,0-1 0,0-1-1,0 0 1,25-7-1,2 1-57,-13 4-57,27-9-433,-40 8 244,-14 4 66,1 0 0,0 0 0,-1 0 0,1 0 0,0 1 0,0-1 0,0 1 0,4 0 0,13 0-732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3.7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31 368,'0'0'1585,"0"-11"-1228,0 11-355,1-1-1,-1 0 1,0 1-1,0-1 1,1 0-1,-1 1 1,1-1-1,-1 1 0,1-1 1,-1 1-1,1-1 1,-1 1-1,1-1 1,-1 1-1,1-1 1,-1 1-1,1 0 0,0-1 1,-1 1-1,1 0 1,0 0-1,-1 0 1,1-1-1,0 1 1,-1 0-1,1 0 0,0 0 1,-1 0-1,1 0 1,1 0-1,36-1 36,-6 1-1,56-8 6,29 8 223,-116 0-260,0 0 0,0 0 0,0 1 0,0-1 1,0 0-1,0 0 0,0 0 0,0 1 0,0-1 1,0 1-1,0-1 0,0 0 0,0 1 0,0 0 1,0-1-1,0 1 0,0 0 0,-1-1 0,1 1 1,0 0-1,0 0 0,-1-1 0,1 1 0,-1 0 1,1 0-1,-1 0 0,1 0 0,-1 0 0,1 0 1,-1 0-1,0 0 0,1 1 0,-1 4 35,1 0 0,0 0-1,-1 0 1,-1 10-1,0-1 50,1 163 1061,0-173-1135,-1 0-1,1 0 1,-1 0-1,0 0 0,0 0 1,-1 0-1,0-1 1,1 1-1,-5 5 1,2 0-5,2-5-7,1-1 0,0 0 1,0 1-1,0-1 0,0 1 0,1-1 1,0 1-1,0-1 0,0 1 0,1 5 0,0-6-1,-1 1-1,0-1 1,0 1-1,0-1 1,0 1-1,-2 5 0,-1-1-2,1 0-10,0 0 0,0-1-1,0 1 1,1 0-1,0 15 1,1 42-880,0-66 884,0 0-1,0 0 1,0 0-1,0 0 1,0 0-1,0 0 1,0 1-1,0-1 1,0 0 0,0 0-1,0 0 1,0 0-1,0 0 1,0 0-1,0 0 1,0 1-1,0-1 1,0 0 0,0 0-1,0 0 1,0 0-1,0 0 1,0 0-1,0 0 1,0 1-1,0-1 1,0 0 0,0 0-1,0 0 1,-1 0-1,1 0 1,0 0-1,0 0 1,0 0 0,0 0-1,0 0 1,0 0-1,0 0 1,-1 1-1,1-1 1,0 0-1,0 0 1,0 0 0,0 0-1,0 0 1,0 0-1,0 0 1,-1 0-1,1 0 1,0 0-1,0 0 1,0 0 0,0-1-1,0 1 1,0 0-1,-1 0 1,-14 0-492,11 0-104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4.0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0 101 432,'0'-2'753,"0"2"-728,0-1 0,1 1 0,-1-1 0,0 1 0,0-1 0,0 1 0,0-1 0,0 1 0,1-1 1,-1 1-1,0-1 0,0 1 0,1-1 0,-1 1 0,0 0 0,1-1 0,-1 1 0,0 0 0,1-1 1,-1 1-1,1 0 0,-1-1 0,1 1 0,-1 0 0,0 0 0,1-1 0,-1 1 0,1 0 0,-1 0 1,1 0-1,-1 0 0,1 0 0,16-9 467,-15 7-454,1 0 1,0 1-1,0-1 1,0 1-1,0 0 0,1-1 1,5 0-1,18-7 189,-11-1-99,2 0 2,30-13-1,-40 20-152,0 1-1,0-1 1,1 1 0,-1 1-1,1 0 1,14 0 0,54 1-1474,-75 0 803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4.2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1 512,'0'1'57,"0"-1"-1,0 1 1,0 0 0,1 0-1,-1 0 1,0-1-1,0 1 1,1 0-1,-1 0 1,0-1 0,1 1-1,-1 0 1,1 0-1,-1-1 1,1 1 0,-1-1-1,1 1 1,-1 0-1,1-1 1,0 1-1,-1-1 1,1 1 0,0-1-1,0 0 1,-1 1-1,1-1 1,0 0-1,0 1 1,-1-1 0,2 0-1,1 1 146,-2-1-193,-1 0 1,0 1-1,0-1 1,0 0 0,1 0-1,-1 0 1,0 0-1,0 0 1,0 0-1,1 0 1,-1 0 0,0 1-1,0-1 1,0 0-1,0 0 1,0 0-1,1 0 1,-1 0-1,0 1 1,0-1 0,0 0-1,0 0 1,0 0-1,0 1 1,0-1-1,0 0 1,0 0-1,0 0 1,0 1 0,0-1-1,0 0 1,0 0-1,0 0 1,0 1-1,0-1 1,0 4 82,0-2-45,-1 0-1,1 0 1,0 0 0,0 0 0,0 0 0,1 0-1,-1 0 1,0 0 0,1 0 0,-1 0 0,2 3 0,1 0 87,-1-4-95,-2 0-1,1 0 0,0 0 0,0 1 0,0-1 1,-1 0-1,1 1 0,0-1 0,-1 1 1,1-1-1,-1 1 0,0-1 0,1 1 0,-1-1 1,0 1-1,0 1 0,0-2-6,0 1 1,0 0-1,0 0 0,1-1 0,-1 1 1,0 0-1,1-1 0,-1 1 1,1 0-1,0-1 0,0 1 1,-1-1-1,1 1 0,0-1 0,0 0 1,2 2-1,-2-1-20,1-1 1,-1 1-1,0-1 1,0 1-1,0 0 1,0-1-1,0 1 0,-1 0 1,1-1-1,0 1 1,-1 0-1,0 0 1,1 0-1,-1 0 0,0 0 1,0 2-1,-1 12 25,1-10-35,-1 1 0,1-1 0,0 1 1,0-1-1,1 0 0,0 1 0,2 7 0,3-4-124,-5-9 93,0 1-1,-1-1 0,1 0 1,0 0-1,-1 0 0,1 1 1,-1-1-1,1 0 0,-1 0 1,0 1-1,0-1 0,1 3 1,-1 0-427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4.6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67 672,'0'-4'130,"0"1"-1,0 0 1,1 0 0,-1 0-1,1 0 1,0 0-1,0 0 1,0 0-1,1 0 1,1-4 0,0 3-62,-2 3-53,-1-1-1,1 1 1,0 0-1,0 0 0,0 0 1,1 0-1,-1 0 1,0 0-1,0 0 0,1 1 1,-1-1-1,0 0 1,1 1-1,-1-1 0,0 1 1,1-1-1,2 1 1,11-7 51,-9 5 43,9 2 4,-4-1-56,-1 1 0,0 1 0,0 0 0,13 2-1,-20-2-48,-1 0 0,1-1 0,-1 1 0,0 0-1,1 1 1,-1-1 0,0 0 0,1 1-1,-1-1 1,0 1 0,0 0 0,0-1-1,-1 1 1,1 0 0,0 0 0,-1 0 0,1 1-1,-1-1 1,1 0 0,-1 0 0,1 5-1,1 0 34,-1 0 0,0 0 1,0 0-1,0 0 0,-1 0 0,0 1 0,-1 8 0,0 271 1266,0-283-1301,1 0 0,-1-1 0,1 1 0,0-1 0,0 1 0,0-1 0,0 1 0,0-1 0,4 6 1,-3-6-8,0 0 0,-1 0 0,0 0 0,0 0 0,0 1 0,0-1 0,0 0 0,0 0 0,0 6 0,-1 92-1173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4.8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0 109 1105,'0'0'784,"16"-13"-240,-16 5-240,23 8-112,-7-14-32,7 14-32,16-8-63,0-5-65,0 4-81,0 9-127,0-13-96,0 4-48,-16-4-80,16 13-192,-16-9-593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8:28:45.2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0 189 256,'4'0'619,"12"0"5,-12 0 361,-2 0-865,31 0 107,-33 0-225,0-1 0,1 1 0,-1 0 0,1 0 0,-1-1 0,0 1 0,1 0 0,-1-1 0,0 1 0,1 0 0,-1-1 0,0 1 0,1-1 0,-1 1 0,0-1 0,0 1 0,0 0 0,0-1 0,1 1 0,-1-1 0,0 0 0,1-3 2,6 0-2,-6 4-2,0-1 0,0 1 1,-1 0-1,1-1 0,0 1 1,-1-1-1,1 1 0,0-1 1,-1 1-1,1-1 0,-1 0 1,1 1-1,-1-1 0,1 1 1,-1-1-1,1 0 0,-1 0 0,0 1 1,1-1-1,-1 0 0,0 0 1,0 1-1,1-1 0,-1 0 1,0 0-1,0 0 0,0-1-2,0 1 0,0 0 0,0 0-1,0-1 1,0 1 0,0 0 0,1 0 0,-1-1-1,1 1 1,-1 0 0,0 0 0,1 0 0,0 0-1,-1-1 1,1 1 0,0 0 0,0-1 0,0 1 0,0 0 0,0 0 1,0 0-1,-1 0 0,1 0 1,0-1-1,-1 1 0,1 0 1,-1-1-1,1 1 0,-1 0 1,0-1-1,0 1 1,0 0-1,1-1 0,-1 1 1,-1-2-1,1-103 34,0 105 11,-2 1-6,1 0-22,1 0 0,-1 0 0,1 0-1,-1 0 1,1 0 0,0 0 0,-1 1 0,1-1 0,-1 0-1,1 0 1,-1 1 0,1-1 0,0 0 0,-1 0 0,1 1 0,0-1-1,-1 0 1,1 1 0,0-1 0,-1 1 0,1-1 0,0 0-1,0 1 1,0-1 0,-1 1 0,-3 19 283,4 30 197,1-31-228,-2 18 231,0-24-275,0 0 0,1 0 1,1 0-1,3 21 0,29 77 1511,-25-76-1354,-6-29-330,-1 1-1,1-1 0,0 1 1,4 7-1,-1-2-16,0 0 0,-1 0-1,6 23 1,-8-28-64,1 0 1,-1-1 0,1 1-1,0 0 1,6 7-1,8 19-864,-14-28 781,-2-2-388,1 1 1,-1 0 0,1-1 0,-1 1-1,0 0 1,0-1 0,0 7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09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1 477 80,'0'0'288,"5"0"208,15 0 75,-15 0 46,-2 0-500,-2 0-114,-1 0 0,1 0 0,-1 0 0,1 0 1,-1 0-1,1 0 0,-1 0 0,1 0 0,-1 0 0,1 0 0,0 0 0,-1 0 0,1 0 0,-1 0 0,1 0 0,-1-1 0,1 1 1,-1 0-1,1 0 0,-1-1 0,1 1 0,-1 0 0,0 0 0,1-1 0,-1 1 0,1-1 0,-1 1 0,0 0 0,1-1 0,-1 1 0,0-1 1,1 1-1,-1-1 0,0 1 0,0-1 0,1 1 0,-1-1 0,0 0 0,0-1 50,5-1 22,-2 2-59,3-2 2,-1 0 0,1 1 1,-1-2-1,0 1 0,7-7 0,-11 8-16,0 0-1,0 0 1,1 0-1,-1 0 1,1 1 0,-1-1-1,1 0 1,0 1-1,-1-1 1,1 1-1,0 0 1,0 0-1,0-1 1,0 1-1,3-1 1,-5 2-2,1 0 1,-1-1 0,1 1-1,-1-1 1,0 1 0,1 0-1,-1-1 1,1 1 0,-1-1-1,0 0 1,0 1 0,1-1-1,-1 1 1,0-1 0,0 1 0,1-1-1,-1 0 1,0 1 0,0-1-1,0 0 1,0 1 0,0-1-1,0 1 1,0-1 0,0 0-1,0 1 1,0-1 0,-1 0-1,1 1 1,0-1 0,0 0-1,0 0 0,-1 0-1,2 0 1,-1 0 0,0 0-1,0 0 1,0 0-1,0 0 1,1 0 0,-1 0-1,0 0 1,1 0 0,-1 0-1,0 1 1,1-1 0,-1 0-1,1 0 1,0 1 0,-1-1-1,1 0 1,0 0 0,-1 1-1,1-1 1,0 1 0,0-1-1,-1 1 1,1-1 0,0 1-1,0-1 1,1 1 0,-1-1 1,0 1 0,0 0 1,-1-1-1,1 1 0,0-1 1,0 1-1,-1-1 0,1 1 1,0-1-1,0 1 0,-1-1 1,1 0-1,-1 1 0,1-1 0,-1 0 1,1 0-1,-1 1 0,1-1 1,-1 0-1,1 0 0,-1 0 1,0 0-1,0 1 0,1-1 1,-1 0-1,0 0 0,0 0 1,0 0-1,0-1 0,0 1 0,0 0 0,0 0 0,0 0-1,0 0 1,0 0 0,0 0 0,0 0 0,1 1-1,-1-1 1,0 0 0,1 0 0,-1 0 0,1 0-1,-1 0 1,1 0 0,-1 1 0,1-1 0,-1 0 0,1 1-1,0-1 1,-1 0 0,1 1 0,1-2 0,-1 2-1,-1-1 1,1 1-1,0-1 1,0 0 0,-1 1-1,1-1 1,0 0 0,-1 0-1,1 1 1,-1-1 0,1 0-1,-1 0 1,0 0-1,1 0 1,-1 0 0,0 0-1,1 0 1,-1 1 0,0-1-1,0 0 1,0 0 0,0 0-1,0-1 1,0-1 0,0 0 0,1 0 0,-1 0 0,1 0 0,0 0 0,0 0 0,0 0 0,0 0 0,0 1 0,1-1 0,-1 1 0,1-1 0,0 1 0,3-4 0,1-3 8,-4 5-6,-1 1 1,0-1 0,0 0-1,0 0 1,0 1-1,-1-1 1,0 0 0,1 0-1,-1 0 1,-1 1-1,1-1 1,-1-4 0,0-3-6,1 8 4,0-1-1,0 1 1,0 0-1,0-1 1,1 1-1,0-1 1,-1 1-1,1 0 1,0-1-1,1 1 1,-1 0-1,1 0 1,-1 0-1,1 0 1,3-4-1,-4 5 2,0 1 0,-1 0-1,1-1 1,0 1 0,-1-1-1,1 1 1,-1 0 0,0-1-1,1 1 1,-1-1 0,0 1-1,0-1 1,0 0 0,0 1-1,0-1 1,0 1 0,-1-3 0,-1-11 18,2-70 35,0 82-22,0 36 4,0 380 301,0-408-332,0 0 0,-1 0 0,0 0 0,0 0 0,0-1 0,0 1 0,-4 7 0,3-8-2,1 0 0,-1 0 0,1 1 0,0-1 0,0 1 0,0-1 0,0 7 0,1 239 264,0-247-265,0 1 0,0-1 0,-1 1 1,0 0-1,1-1 0,-1 0 0,0 1 0,-1-1 0,1 0 1,-1 1-1,1-1 0,-4 4 0,3-4-1,0 0-1,0 0 1,1 0-1,-1 1 1,1-1 0,0 0-1,0 1 1,0-1 0,0 1-1,1-1 1,-1 1-1,1 4 1,0 0-2,0 0 1,0-1-1,-1 1 0,0 0 1,0 0-1,-1-1 0,0 1 1,0-1-1,-6 12 0,3 5-325,7-33-811,-2 7 1084,0 0 0,0 1 0,0-1 0,1 0 0,-1 0-1,1 0 1,-1 0 0,1 1 0,-1-1 0,1 0 0,0 0 0,0 1 0,0-1 0,0 1 0,0-1-1,1 1 1,-1-1 0,2-1 0,4-4-203,21-26-762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09.7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83 1 96,'0'0'1129,"0"12"-289,1 12-626,0-18-194,0 0 0,-1 1 1,1-1-1,-2 0 0,1 1 1,-1-1-1,0 0 0,0 0 1,0 0-1,-3 7 0,-15 10 70,17-20-83,-1-1 0,1 1 0,0-1 0,-1 1 0,2 0 0,-1 0 0,0 0 0,0 0-1,1 0 1,0 1 0,-1-1 0,1 0 0,1 1 0,-1-1 0,0 1 0,1-1 0,0 1 0,-1 4 0,2-3 3,-1 1-1,0-1 1,0 0 0,-1 1-1,1-1 1,-1 0 0,0 0-1,-1 0 1,1 0 0,-1 0-1,0 0 1,0 0 0,-1-1-1,1 1 1,-7 7 0,8-10-11,0-1 1,1 1 0,-1-1 0,0 1 0,0-1-1,1 1 1,-1 0 0,1-1 0,0 1 0,-1 0-1,1-1 1,0 1 0,0 0 0,0 0-1,0-1 1,0 1 0,1 0 0,0 2 0,-1 0-10,0 1-70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0.9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 33 224,'0'0'518,"0"0"-488,0 1 0,0-1 0,-1 0 1,1 0-1,0 1 0,0-1 0,0 0 1,0 1-1,0-1 0,0 0 0,0 1 1,0-1-1,0 0 0,0 0 0,0 1 1,0-1-1,0 0 0,0 1 1,0-1-1,0 0 0,0 1 0,0-1 1,0 0-1,0 0 0,1 1 0,-1-1 1,0 0-1,0 1 0,0-1 0,0 0 1,1 0-1,-1 0 0,0 1 0,0-1 1,1 0-1,-1 0 0,0 0 0,0 1 1,1-1-1,-1 0 0,0 0 0,0 0 1,1 0-1,-1 0 0,0 0 0,1 0 1,19 0 30,-15 0-16,12 0 27,62 0 38,-78 1-109,-1-1 1,1 0 0,-1 0-1,1 0 1,-1 0-1,1 0 1,0 0 0,-1 0-1,1 0 1,-1 0-1,1 0 1,-1 0-1,1-1 1,0 1 0,-1 0-1,1 0 1,-1 0-1,1-1 1,-1 1 0,1 0-1,-1-1 1,1 1-1,-1 0 1,0-1 0,1 1-1,-1-1 1,0 1-1,1-1 1,0 0-1,-1 1 0,0-1 0,1 1 0,-1-1 0,0 1 0,1 0 0,-1-1 0,1 1 0,-1 0 0,1-1 0,-1 1 0,1 0 0,-1 0 0,1-1 0,-1 1 0,1 0 0,-1 0 0,1 0 0,0 0 0,-1 0 0,1 0 0,-1-1 0,1 1 0,-1 1 0,1-1 0,0 0 0,-1 0 0,1 0-1,50 0 38,-46 0-11,-2 0-6,-2 0-6,-1 0 0,1 0 0,0 1 0,-1-1 1,1 0-1,0 0 0,-1 0 0,1-1 0,0 1 0,-1 0 0,1 0 1,0 0-1,-1 0 0,1-1 0,-1 1 0,1 0 0,0 0 0,-1-1 0,1 1 1,-1-1-1,1 1 0,-1 0 0,1-1 0,-8-9 51,3 8-65,1 0 0,-1 0 0,0 1 0,1-1 0,-1 1 0,0 0 0,0 0 0,0 0 0,0 0 0,-4 1 0,-41-2 24,27 0 8,0 2 0,0 0 0,-38 6 0,59-6-33,0 0 0,0 0 0,0 0 0,0 1 0,0-1 0,0 0 0,0 1 0,1-1 0,-1 1 0,0-1-1,0 1 1,0-1 0,1 1 0,-1 0 0,0-1 0,1 1 0,-1 0 0,0-1 0,1 1 0,-1 0 0,1 0 0,-1 1-1,-8 10 14,0-6-1,8-6-11,0 1 0,0-1 0,0 1 0,0-1 0,0 1 1,0-1-1,1 1 0,-1 0 0,0-1 0,0 1 0,1 0 0,-1 0 1,0 0-1,1 0 0,-1-1 0,1 1 0,-1 0 0,1 0 1,-1 0-1,1 0 0,0 0 0,-1 0 0,1 0 0,0 0 1,0 0-1,0 2 0,-1 1 2,0 0-1,1-1 1,-1 1 0,-1-1 0,1 1-1,0-1 1,-1 1 0,0-1 0,0 0 0,0 0-1,0 0 1,0 0 0,-1 0 0,1-1-1,-6 5 1,-6 8 20,13-12-21,0 0 0,0-1 0,0 1 1,0 0-1,0 0 0,0 0 1,1 0-1,0 0 0,-1 0 1,1 0-1,0 0 0,1 0 1,-1 0-1,1 5 0,0 3 1,-1 154 50,0-160-21,5-2-18,-1-1-14,0 0 1,0 0 0,0-1-1,0 1 1,1-1 0,-1 0 0,0 0-1,1-1 1,-1 1 0,0-1-1,1 0 1,-1 0 0,0 0 0,8-2-1,-4-9-2,38-19-22,-31 21 17,-11 8 8,-1-1-1,1 0 0,-1 0 1,0 0-1,0-1 0,0 1 0,0-1 1,0 0-1,0 1 0,0-1 1,2-5-1,-3 6 3,0-1-1,0 1 1,0 0 0,0 0-1,1 0 1,-1 1 0,1-1 0,2-1-1,-2 1-5,-1 1 0,1-1 0,-1 0 0,1 1-1,-1-1 1,0 0 0,0-1 0,0 1 0,0 0-1,3-4 1,15-20 4,-18 24-1,1-1 0,-1 1 0,0-1 0,0 1 0,0-1 0,0 0 0,0 0 0,-1 0 0,1 0 0,-1 0 0,0 0 0,0 0 0,0-1-1,0 1 1,0 0 0,-1-1 0,0 1 0,1-4 0,-1-64 13,0 43-23,0 22-2,0 9-5,0 168 38,0-167-22,0-1 0,0 1 0,1-1 0,0 0 0,0 1 0,0-1 0,0 0 0,0 0 0,1 1 0,-1-1 0,5 5 0,-4-5 1,-1 0 1,1 0 0,0 0 0,-1 0 0,1 0-1,-1 1 1,0-1 0,0 0 0,-1 1 0,1-1-1,0 7 1,-1-8 0,0 0-1,0 0 1,0 0-1,0-1 1,1 1-1,-1 0 1,1 0-1,-1 0 1,1-1-1,0 1 1,-1 0-1,1-1 1,1 3-1,8 15-1,-7 15 14,-3-32-14,0 0 1,0 0 0,0 0-1,0 0 1,0 0-1,1 0 1,-1-1 0,1 1-1,0 0 1,-1 0-1,1 0 1,0 0-1,0 0 1,0-1 0,0 1-1,0-1 1,1 1-1,-1 0 1,3 2-1,5 7 2,-8-8-1,0-1 1,0 1-1,0 0 0,-1 0 1,1 0-1,-1 0 0,0 0 1,0 5-1,4 16-8,3-12-15,-6-10 23,0 0-1,0-1 0,0 1 0,0 0 0,0-1 0,0 1 1,-1 0-1,1 0 0,-1 0 0,1-1 0,-1 1 0,0 0 1,0 0-1,0 3 0,0 209 126,-21-212-69,-25-1-41,26 0-11,0 0 1,0-1-1,-32-5 0,51 5-6,0-1 1,0 1-1,0 0 0,0 0 0,0-1 0,0 1 0,0 0 0,0-1 1,0 1-1,0-1 0,1 1 0,-1-1 0,0 1 0,0-1 0,1 0 1,-1 1-1,0-1 0,1 0 0,-1 0 0,1 1 0,-1-1 0,1 0 1,-1 0-1,1 0 0,-1-1 0,-6-11-56,-1 6 3,7 6 38,-1 0-1,1 0 1,0 0 0,0 0 0,-1-1 0,1 1 0,0 0 0,0-1 0,0 1 0,0-1 0,1 1 0,-1-1 0,0 1 0,1-1 0,-1 1 0,1-1 0,-1 0 0,1 1 0,0-1 0,0 0 0,0-1 0,-1-7-125,1 5 43,-1 1-1,1-1 0,1 1 0,-1-1 0,1 1 0,-1-1 0,1 1 0,3-7 1,21-32-784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1.6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1 159 160,'0'0'718,"0"-3"-161,0-41 278,0 42-833,0 1 0,1 0 0,-1 0-1,1 0 1,-1 0 0,1-1 0,-1 1-1,1 0 1,0 0 0,-1 0 0,1 0-1,0 1 1,0-1 0,0 0 0,0 0 0,0 0-1,0 1 1,0-1 0,0 0 0,0 1-1,2-2 1,4-2 10,6-6 24,-12 10-35,0-1 1,0 1-1,-1 0 1,1-1-1,0 1 0,-1-1 1,1 1-1,-1-1 0,1 1 1,-1-1-1,1 0 1,-1 1-1,1-1 0,-1 1 1,1-1-1,-1 0 1,0 0-1,1 1 0,-1-1 1,0 0-1,1 0 0,-1 1 1,0-1-1,0 0 1,0 0-1,0 1 0,0-2 1,0 0-2,1 1 0,-1-1 1,0 1-1,1 0 0,0-1 1,-1 1-1,1 0 0,0-1 1,-1 1-1,1 0 0,0 0 0,0 0 1,0 0-1,0 0 0,0 0 1,0 0-1,1 0 0,0-1 1,28-16-2,-24 14 1,1 2 1,1-1 0,-1 1 0,1 1 0,-1-1 0,1 1 0,-1 0 0,15 1 0,-17 0 39,-5 0-36,1 1-1,-1-1 0,1 0 1,-1 0-1,0 1 1,1-1-1,-1 0 0,1 0 1,-1 0-1,1 0 1,-1 1-1,1-1 1,-1 0-1,0 0 0,1 0 1,-1 0-1,1 0 1,-1 0-1,1 0 0,-1 0 1,1 0-1,-1-1 1,1 1-1,0 0-2,-1 0-1,0 0 1,0 0 0,1 0-1,-1-1 1,0 1 0,1 0-1,-1 0 1,0 0 0,1 0-1,-1 0 1,0 0 0,1 0-1,-1 1 1,0-1 0,0 0-1,1 0 1,-1 0 0,0 0-1,1 0 1,-1 0 0,0 0-1,0 1 1,1-1 0,-1 0-1,0 0 1,0 0-1,1 1 1,-1-1 0,0 0-1,0 0 1,0 1 0,0-1-1,1 0 1,-1 0 0,0 1-1,0-1 1,0 0 0,0 1-1,0-1 1,0 0 0,0 1-1,0-1 1,0 0 0,0 0-1,0 1 1,0-1 0,0 0-1,0 1 1,0-1 0,0 0-1,0 1 1,0-1 0,0 0-1,0 0 1,0 1 0,-1-1-1,1 4 8,0-1 0,1 0-1,-1 0 1,1 1 0,0-1 0,-1 0 0,1 0-1,1 0 1,-1 0 0,0 0 0,1 0-1,-1 0 1,1 0 0,0-1 0,4 5 0,-2-1 1,-2-3 2,-1 1-1,1 0 1,-1-1 0,0 1 0,-1 0 0,1 0 0,-1-1 0,1 1 0,-1 0 0,0 0 0,-1 0 0,1-1 0,-1 6 0,-1 5 20,2 162 478,0-173-497,0 1 0,0 0 1,-1-1-1,0 1 0,0-1 0,0 1 0,0-1 0,0 1 0,-1-1 0,1 0 0,-5 6 1,3-3-2,-1 0 1,1 0-1,1 0 1,-4 11-1,5-15-9,-3 13 4,0 0-1,1 0 0,1 0 1,-1 22-1,3 46-314,0-81 74,0-14-1603,0-5 608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1.9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29 112,'2'10'2393,"-1"-9"-2321,28 0 144,-18 0-192,-1 0 1,1-1 0,0 0-1,-1-1 1,1 0-1,-1-1 1,1 0 0,-1 0-1,12-5 1,-14 3-22,0 0 1,0 0-1,0 1 1,0 1-1,1-1 0,16-1 1,58 0-1123,-82 4 1085,25 0-788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3.2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72 348 160,'0'0'1283,"0"2"-907,0 196 347,1-197-721,-1 0 0,1 1-1,-1-1 1,1 0-1,0 0 1,-1 0 0,1 0-1,0 1 1,0-1-1,0 0 1,0 0 0,0-1-1,0 1 1,0 0-1,0 0 1,0 0-1,0-1 1,0 1 0,0 0-1,1-1 1,-1 1-1,0-1 1,0 0 0,1 1-1,-1-1 1,3 0-1,14 8 21,-12-3-20,-5-4-1,0 0 0,0 0 0,-1-1 0,1 1-1,0 0 1,0-1 0,0 1 0,0-1 0,0 1 0,0-1 0,0 1 0,0-1 0,1 1 0,-1-1-1,0 0 1,0 0 0,0 0 0,0 0 0,0 0 0,2 0 0,-2 0 2,0 0-1,1 0 1,-1 0 0,0 1 0,0-1-1,0 0 1,0 0 0,0 1-1,1-1 1,-1 0 0,0 1 0,0 0-1,0-1 1,0 1 0,0-1 0,0 1-1,1 1 1,4 3 4,2-2 4,0 0 0,0 0 0,1-1 0,-1 0 0,1-1 0,-1 0-1,1 0 1,0 0 0,16-2 0,-22 0-10,1 1-1,-1-1 1,1 0-1,-1 0 1,1 0-1,-1-1 1,0 1-1,0-1 1,1 0-1,-1 0 1,0 0-1,-1 0 1,5-3-1,24-17-12,-27 20 12,0 0 0,0 0 1,0-1-1,-1 0 0,1 1 0,-1-1 0,0-1 1,0 1-1,0 0 0,0-1 0,-1 1 0,4-6 1,22-43-1,-27 50 0,1-1 1,-2 1-1,1-1 1,0 1 0,0 0-1,-1-1 1,1 1-1,-1-1 1,0 1 0,0-1-1,0 0 1,0 1-1,0-4 1,2-18 25,5 11-20,-6 12-7,1-1-1,-1 1 0,-1-1 1,1 0-1,0 1 0,0-1 1,-1 0-1,1 0 0,-1 0 1,1 0-1,-1 1 1,0-1-1,0 0 0,0-3 1,2-29-3,-1 23 6,0 0 0,-1 0 0,0 0 0,0 0 0,-2 0 0,-3-18 0,-45-56-18,47 81 17,0 0 0,0 0 0,0 0 0,-1 0 0,1 1-1,-1-1 1,0 1 0,0 0 0,0 0 0,0 0 0,-9-4 0,8 5-3,0-1 1,1 0 0,-1 0-1,1 0 1,0 0 0,0-1 0,-6-6-1,1-6 2,8 14 0,0-1 0,0 1 0,0 1 0,0-1 0,-1 0 0,1 0 0,-1 0 0,1 1 0,-1-1 0,0 1 0,1-1 0,-1 1 0,0 0 0,-2-2 0,-12-6 3,1 1 0,-29-10-1,38 16-1,0 0 0,0 1-1,0 0 1,0 0 0,0 1 0,0 0-1,-1 0 1,1 0 0,0 1 0,-10 1-1,16-1 1,-1-1-1,0 0 0,0 0 1,0 0-1,0 1 0,0-1 1,0 1-1,0-1 0,0 1 1,1-1-1,-1 1 0,0-1 1,0 1-1,1-1 0,-1 1 1,0 0-1,1 0 0,-1-1 1,1 1-1,-1 0 0,1 0 1,-2 1-1,-6 10 0,-6-2-10,12-9 10,-1 1 0,1-1 1,0 1-1,0-1 0,0 1 1,0 0-1,0 0 0,1 0 1,-1 0-1,0 0 1,1 0-1,-1 0 0,1 1 1,-1 3-1,1-4 2,0 1-1,1-1 0,-1 1 1,0 0-1,0 0 1,0-1-1,-1 1 0,1-1 1,0 1-1,-1-1 0,0 0 1,0 1-1,1-1 1,-1 0-1,0 0 0,-1 0 1,1-1-1,-4 4 1,3-3-2,1 0 0,0 0 0,0 1 0,1-1 0,-1 1 0,0-1 0,1 1 0,-1 0 0,1 0 0,0 0 0,0-1 0,0 1 0,1 0 0,-1 0 0,0 6 0,1 54-45,1-34-25,-1 86-429,3-82 48,14 5-210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3.5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1 176,'0'1'53,"0"0"1,0 1-1,0-1 0,0 0 0,0 1 1,0-1-1,0 0 0,0 1 1,0-1-1,-1 0 0,1 1 0,-1-1 1,1 0-1,-1 1 0,0-1 0,1 0 1,-1 0-1,0 0 0,0 0 1,1 0-1,-1 0 0,0 0 0,0 0 1,0 0-1,-1 0 0,-1 1 0,-6 5 123,8-6-154,0 0-1,1 0 1,-1 0-1,1 0 1,-1 1-1,1-1 1,-1 0-1,1 0 1,-1 0-1,1 0 1,0 1-1,0-1 1,0 0-1,0 0 1,0 0-1,0 1 1,0-1-1,0 2 1,1-2-11,-1 0 0,0 1 0,0-1 1,0 1-1,0-1 0,0 0 1,-1 1-1,1-1 0,0 0 0,-1 1 1,1-1-1,-2 3 0,-2 2 7,2-4-2,1 0-1,-1 0 1,1 0-1,0 0 0,0 0 1,0 0-1,0 0 1,1 0-1,-1 0 1,0 0-1,1 1 1,-1-1-1,1 0 0,0 0 1,0 1-1,0-1 1,1 4-1,-1 1 27,1-6-35,-1 1 1,0 0-1,1-1 0,-1 1 1,0 0-1,0 0 0,0-1 1,0 1-1,-1 0 0,1 0 1,0-1-1,-1 1 1,1 0-1,-1-1 0,0 1 1,0 0-1,1-1 0,-3 3 1,-4 3 15,6-6-20,-1 0 1,1 1-1,0-1 1,-1 1-1,1-1 0,0 1 1,0-1-1,0 1 0,0 0 1,0 0-1,0 0 0,0-1 1,1 1-1,-1 0 1,0 0-1,1 0 0,0 0 1,-1 0-1,1 3 0,0 59 3,0-62-60,5-16-1781,21-12 869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4.1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51 133 160,'0'0'1854,"0"3"-1728,0 264 407,0-266-532,0 0-1,0 1 1,0-1-1,0 0 1,0 0 0,1 0-1,-1 0 1,0 0-1,0 0 1,1 0-1,-1 0 1,1 0 0,-1 0-1,1 0 1,-1-1-1,1 1 1,-1 0-1,1 0 1,0 0 0,0-1-1,-1 1 1,1 0-1,0-1 1,0 1-1,0 0 1,0-1 0,0 1-1,-1-1 1,3 1-1,-2-1 1,-1 1 0,1-1-1,0 0 1,0 1 0,-1-1-1,1 0 1,0 1 0,-1-1 0,1 1-1,0-1 1,-1 1 0,1-1-1,-1 1 1,1 0 0,-1-1-1,1 1 1,-1 0 0,1-1 0,-1 1-1,0 0 1,1 0 0,-1-1-1,0 1 1,0 0 0,0 0-1,0 0 1,1-1 0,-1 3 0,16 2-4,-6-3 13,-1 1 1,1-1-1,0-1 1,0 1-1,14-1 0,-19-1-8,1-1-1,-1 1 0,0-1 0,1 1 1,-1-1-1,6-2 0,-10 2-1,0 1 0,0 0-1,0-1 1,0 1 0,0-1 0,0 1-1,0-1 1,0 0 0,-1 1-1,1-1 1,0 0 0,0 1 0,0-1-1,-1 0 1,1 0 0,0 0 0,-1 0-1,1 0 1,-1 0 0,1 0 0,-1 0-1,0 0 1,1 0 0,-1 0 0,0 0-1,1 0 1,-1-1 0,0 1 0,0 0 0,0 0 0,0 0-1,0 0 1,0 0 0,0 0 0,0 0 0,1 0 0,-1 0 0,0 0 0,1 0 0,-1 0-1,1 1 1,-1-1 0,1 0 0,-1 0 0,1 0 0,-1 1 0,1-1 0,0 0 0,-1 1-1,1-1 1,1 0 0,-1 0 0,-1 1 0,1-1 0,0 0 0,0 1 0,-1-1 0,1 0-1,0 1 1,-1-1 0,1 0 0,-1 0 0,1 0 0,-1 0 0,0 1 0,1-1 0,-1 0-1,0 0 1,1 0 0,-1 0 0,0 0 0,0 0 0,0 0 0,0 0 0,0-1 0,0 1-1,0 0 1,0 0 0,0 0 0,0 0 0,0 0-1,1 1 1,-1-1 0,0 0 0,0 0 0,1 0-1,-1 0 1,1 0 0,-1 1 0,1-1 0,-1 0 0,1 0-1,-1 1 1,1-1 0,0 0 0,-1 1 0,1-1-1,0 0 1,-1 1 0,1-1 0,0 1 0,0 0-1,0-1 1,1 0 0,-1 1 1,0 0 0,0-1 0,0 1-1,-1-1 1,1 1 0,0-1 0,0 1 0,-1-1 0,1 1-1,0-1 1,-1 0 0,1 1 0,0-1 0,-1 0 0,1 1-1,-1-1 1,1 0 0,-1 0 0,1 0 0,-1 0 0,0 0-1,0 1 1,1-1 0,-1 0 0,0 0 0,0 0 0,0 0-1,0-1 1,0 0 0,0 1 0,0 0-1,1 0 1,-1 0-1,0 0 1,1 0 0,-1 0-1,0 0 1,1 0 0,-1 0-1,1 0 1,-1 0-1,1 0 1,0 0 0,0 0-1,-1 0 1,1 1 0,0-1-1,0 0 1,0 0-1,0 1 1,-1-1 0,1 1-1,2-2 1,6-6-1,-7 2-2,0-1 0,0 0-1,-1 0 1,0 1-1,-1-1 1,1 0 0,-1 0-1,-1 0 1,-1-8-1,1-8 14,1 21-10,0 1-1,0-1 1,0 0 0,-1 1-1,1-1 1,-1 0-1,1 1 1,-1-1 0,0 1-1,0-1 1,0 1 0,1-1-1,-1 1 1,-1 0 0,1-1-1,0 1 1,0 0 0,0 0-1,-3-2 1,-4-5-1,-11-17-7,0-6 4,16 23 3,0 1 1,-1 0 0,0 0 0,0 0 0,0 1 0,-1-1-1,0 1 1,0 0 0,-1 1 0,1-1 0,-1 1-1,-9-6 1,-7 3-4,-2-3 1,22 9 0,1 0 2,-1 1 1,1 0-1,-1 0 1,1-1 0,-1 1-1,0 0 1,1 0 0,-1 1-1,0-1 1,1 0 0,-1 0-1,0 1 1,0-1-1,0 1 1,0 0 0,0 0-1,0-1 1,1 1 0,-1 0-1,0 1 1,0-1 0,0 0-1,0 0 1,0 1-1,0-1 1,1 1 0,-1 0-1,-2 1 1,0-1-6,1 1 0,0 0 0,0 0 1,0 1-1,0-1 0,0 1 0,0 0 0,1-1 1,-1 1-1,1 0 0,-1 1 0,1-1 0,0 0 0,1 1 1,-1-1-1,1 1 0,-1-1 0,1 1 0,0 0 0,-1 6 1,-3-3-100,3-4 52,-1-1 0,1 1 0,0 0 0,0 0 0,0 0 0,0 0 0,0 0 0,1 0 1,-1 0-1,1 1 0,0-1 0,0 0 0,0 1 0,1-1 0,-1 1 0,1-1 0,0 1 0,-1 0 1,2 3-1,-1 4-562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4.7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2 307 240,'0'0'1465,"0"1"-1456,0-1 0,0 0 0,0 1 0,0-1 0,-1 0 0,1 1 0,0-1 0,0 0 0,0 1 0,0-1 0,0 0 0,0 1 0,0-1 0,0 0 0,0 1 1,0-1-1,0 0 0,0 1 0,0-1 0,0 0 0,0 1 0,0-1 0,1 0 0,-1 0 0,0 1 0,0-1 0,0 0 0,0 1 0,1-1 0,-1 0 0,0 0 0,0 1 0,0-1 0,1 0 0,-1 0 0,0 1 1,1-1-1,-1 0 0,0 0 0,0 0 0,1 0 0,-1 0 0,0 1 0,1-1 0,-1 0 0,6 5 13,-4-4-16,-1 1-1,1-1 1,0 1-1,-1 0 1,1-1-1,-1 1 1,0 0 0,1 0-1,-1 0 1,0 1-1,0-1 1,0 0-1,-1 0 1,1 0-1,0 1 1,-1-1-1,0 0 1,1 1-1,-1-1 1,0 0-1,0 1 1,0-1-1,-1 4 1,1 79 119,0-84-123,-1 0 1,1 0-1,0 0 0,0 0 0,0 0 0,1 0 1,-1 0-1,0 0 0,0 0 0,1 0 1,-1 0-1,0 0 0,1 0 0,-1 0 1,1 0-1,-1 0 0,1-1 0,-1 1 0,1 0 1,0 0-1,-1-1 0,1 1 0,0 0 1,1 0-1,-1 0 1,-1-1 0,1 1 1,0 0-1,0-1 0,-1 1 1,1 0-1,0-1 0,-1 1 1,1 0-1,-1 0 0,1 0 1,-1 0-1,0 0 0,1 0 1,-1 0-1,0-1 0,1 1 1,-1 0-1,0 0 0,0 0 1,0 0-1,0 0 0,0 0 1,0 2-1,1 1 2,0 0 0,0 0 0,0 0 1,1 0-1,0 0 0,0-1 0,0 1 0,0 0 1,1-1-1,-1 0 0,1 1 0,0-1 0,0 0 1,0 0-1,0-1 0,0 1 0,1-1 0,-1 1 1,5 1-1,37 10 8,14-14 51,-54 0-48,12-2 0,-9-8-21,1 3-4,11-15-9,-19 20 19,1 1-1,0-1 1,0 0 0,-1 0-1,1 1 1,0-1-1,0 1 1,0 0-1,4-2 1,-4 2 0,0 0 0,0 0-1,0-1 1,0 1 0,0-1 0,0 1 0,0-1-1,-1 1 1,1-1 0,-1 0 0,1 0 0,-1 0-1,1 0 1,-1 0 0,1-3 0,0 3 0,-1-1-1,1 1 1,-1-1-1,1 1 1,0 0-1,0 0 1,0 0 0,0 0-1,0 0 1,3-1-1,-2 1 0,0 0-1,-1 0 0,1-1 0,-1 1 0,0 0 0,1-1 1,-1 0-1,0 1 0,0-1 0,2-5 0,-2 2 1,0 1 0,-1 1-1,1 0 1,0 0 0,0 0 0,0 0-1,1 0 1,3-3 0,3-1-6,-8 8 5,1-1 1,-1 0-1,0 0 0,0 0 1,0 0-1,0 0 0,0-1 1,0 1-1,0 0 0,0 0 1,-1-1-1,1 1 0,0 0 1,-1-1-1,1 1 0,-1-1 1,1 1-1,-1 0 0,0-1 1,1 1-1,-1-1 0,0 1 1,0-1-1,0 1 1,0-1-1,-1 0 0,1-1 1,0-149 2,0 150-1,0 1-1,0-1 1,0 0-1,0 0 1,-1 0-1,1 0 1,-1 1-1,1-1 1,-1 0-1,1 0 0,-1 1 1,0-1-1,0 0 1,0 1-1,0-1 1,0 1-1,0-1 1,0 1-1,0 0 1,-2-2-1,-16-22 28,15 17-28,0 1 0,0 0 0,-1 0 1,0 1-1,0-1 0,-1 1 0,0 0 1,0 0-1,0 1 0,-12-8 0,4 7 0,13 6 0,0 0 0,0-1 0,0 1 0,0 0 0,0-1 0,0 1 0,0-1 0,0 0 0,0 1 0,0-1 0,1 0 0,-1 0 0,0 0 0,0 1 0,1-1 0,-1 0 0,0 0 0,1 0 0,-1 0 0,0-1 0,-1-1 0,-1 0 0,1 0 0,-1 1 0,0-1 0,0 1 0,0 0 0,-1 0 0,1 0 0,0 0 0,-1 1 0,1-1 0,-6-1 0,-40-10 0,38 11 0,-1 1 0,1 0 0,-19 2 0,12-1 0,16 0-3,0 0 0,0 0 0,0 0-1,0 0 1,1 0 0,-1 1 0,0-1-1,0 1 1,0-1 0,0 1 0,1 0-1,-1-1 1,0 1 0,1 0 0,-1 0-1,0 0 1,1 0 0,-1 1 0,1-1 0,0 0-1,-1 1 1,1-1 0,0 0 0,0 1-1,0 0 1,0-1 0,0 1 0,-1 2-1,0 3-81,1 0 0,-1 0 0,1 0 0,1 0 0,-1 1 0,2 7 0,-1-10-15,0 23-679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6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33 304 96,'0'0'2041,"0"2"-1993,0 0-37,-1 0 0,1 0 0,0 0-1,0 0 1,-1 0 0,1-1 0,-1 1 0,0 0 0,1 0 0,-1-1-1,0 1 1,0 0 0,0-1 0,0 1 0,0-1 0,-1 1-1,1-1 1,0 0 0,-1 1 0,-2 1 0,-2 2 4,5-4-11,1 1 1,-1-1-1,0 1 1,0-1-1,1 1 1,-1-1-1,1 1 1,-1-1-1,1 1 1,0 0-1,-1-1 1,1 1-1,0 0 1,0-1-1,0 1 1,0-1-1,1 1 1,-1 0-1,1 1 1,-1 3 6,0 316 339,0-321-350,0 0 0,0-1 0,0 1 0,0 0 0,0 0 0,0 0 0,0 0 0,0 0 0,0-1 0,0 1 0,1 0 1,-1 0-1,0 0 0,1 0 0,-1-1 0,0 1 0,1 0 0,-1 0 0,1-1 0,-1 1 0,1 0 0,-1-1 0,1 1 0,0-1 0,-1 1 1,1-1-1,0 1 0,0-1 0,-1 1 0,1-1 0,0 1 0,0-1 0,-1 0 0,3 1 0,7 3 0,-2 4 2,-8-7-1,1-1 0,-1 1 0,1 0-1,-1-1 1,1 1 0,0-1 0,-1 1 0,1-1 0,0 1 0,0-1 0,-1 0 0,1 1 0,0-1 0,0 0 0,-1 0 0,1 0 0,0 1 0,0-1 0,0 0 0,0 0 0,-1 0 0,1 0 0,0 0 0,0 0 0,0-1 0,-1 1 0,1 0 0,1-1 0,12 2 0,-11 0 1,0-1-1,1 0 1,-1 1-1,0-1 1,0 0-1,0-1 1,0 1-1,1 0 1,-1-1-1,0 0 1,0 1-1,0-1 1,0-1 0,0 1-1,0 0 1,-1-1-1,1 1 1,0-1-1,4-4 1,-3 2-2,1 0 0,0 0 1,0 0-1,1 0 1,-1 1-1,1 0 0,0 0 1,6-2-1,26-17-1,-12 6 9,-25 16-8,1-1 0,0 0 0,0 0 0,-1 0 1,1 1-1,-1-2 0,1 1 0,-1 0 0,1 0 1,-1 0-1,1-1 0,-1 1 0,0 0 0,0-1 0,0 0 1,0 1-1,1-3 0,-1 2-2,0 0 0,0 0 0,0 0 0,0 0-1,0 1 1,1-1 0,-1 0 0,0 1 0,1-1 0,0 1 0,2-3 0,7-7 0,11-32 16,-22 42-15,1 0 1,0-1-1,-1 1 1,1-1-1,-1 1 1,1-1-1,-1 1 1,0-1-1,0 1 1,0-1-1,1 1 1,-1-1-1,-1-1 1,1 2-1,0 0 0,0-1-1,0 1 1,0 0 0,0-1 0,0 1-1,1 0 1,-1 0 0,0-1 0,1 1-1,-1 0 1,1 0 0,0-2 0,10-6-4,-10 9 6,0 0-1,-1-1 1,1 0-1,0 1 1,0-1-1,0 1 1,0-1 0,-1 0-1,1 0 1,0 1-1,0-1 1,-1 0-1,1 0 1,-1 0-1,1 0 1,-1 0-1,1 0 1,-1 0-1,0 0 1,1 0 0,-1 0-1,0 0 1,0 0-1,0 0 1,0 0-1,0 0 1,0-1-1,0-221 59,0 221-60,0 1 0,0-1 0,0 0-1,0 1 1,0-1 0,0 1 0,-1-1 0,1 1 0,-1-1-1,1 1 1,-1-1 0,1 1 0,-1 0 0,0-1 0,0 1-1,0 0 1,0-1 0,0 1 0,0 0 0,0 0 0,0 0-1,-2-1 1,2 1 2,0 0-1,0 0 0,-1 0 1,1 0-1,0-1 0,0 1 1,0 0-1,0 0 0,1-1 1,-1 1-1,0-1 0,1 1 1,-1 0-1,1-1 1,-1 1-1,1-1 0,-1 1 1,1-1-1,0 0 0,0 1 1,0-1-1,0-1 0,-1-3 0,0 0 0,-1 0 0,0 0-1,0 0 1,0 1 0,-1-1-1,0 1 1,0-1 0,0 1 0,0 0-1,-1 0 1,0 1 0,-8-8 0,-10-16 6,17 22-11,0 1 0,0 0 1,0-1-1,-1 2 0,-10-8 0,10 8 8,1 0-1,-1-1 1,1 1-1,0-1 1,-7-9 0,11 13-3,0 0 0,-1-1 0,1 1 0,0 0 0,-1 0 0,0 0 0,1 0 0,-1 0 1,1 0-1,-1 0 0,0 1 0,0-1 0,1 1 0,-1-1 0,0 1 0,0 0 0,0-1 0,0 1 1,1 0-1,-1 0 0,0 0 0,0 1 0,0-1 0,0 0 0,-2 1 0,1 0 1,1 0-1,-1 0 0,1-1 1,-1 2-1,1-1 1,0 0-1,-1 0 1,1 1-1,0-1 0,0 1 1,0 0-1,0-1 1,0 1-1,0 0 1,1 0-1,-1 0 0,1 1 1,-2 1-1,-1 4-1,-1-1-1,1 0 0,-1 0 0,-7 7 0,7-9 1,1 1 0,0-1 0,0 1 0,0-1-1,1 1 1,0 0 0,-4 10 0,-9 34-6,12-42 3,1 1 0,0 0-1,1 0 1,0 1-1,1-1 1,-2 16-1,3 225-806,0-247 757,0 0-1,0 0 1,0 1-1,1-1 1,-1 0-1,1 1 0,0-1 1,1 5-1,0-6-1,0 0 0,-1 0 0,1 0-1,0-1 1,0 1 0,0 0 0,0-1-1,0 1 1,0-1 0,5 2-1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6.4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0 144,'0'0'1067,"0"5"-555,0 80 158,0-80-653,-1 1-1,0-1 1,0 0-1,0 0 1,-1 1 0,1-1-1,-1 0 1,0 0-1,-1-1 1,1 1 0,-6 7-1,4-7 2,1 0 0,0 0 0,0 1 0,1-1-1,0 1 1,0-1 0,0 1 0,0 0 0,1-1 0,0 1 0,0 11 0,1-2 2,1-10-13,-1 0 0,1 0 0,-1 0 0,-1 1 0,1-1 0,-1 0 0,0 0 0,0 0 0,-3 7 0,-4 4 14,6-13-19,0 1 1,0-1-1,0 1 1,0 0-1,1-1 1,0 1-1,-1 0 1,1 0-1,1 0 1,-1 0-1,0 5 1,1 62-67,0-68-77,0-6-452,5-13-172,21-10-604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6.9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1 189 64,'0'-32'1809,"0"31"-1800,0 1 0,0-1 1,0 0-1,1 0 0,-1 0 0,0 0 0,1 0 1,-1 0-1,0 0 0,1 0 0,-1 1 1,1-1-1,-1 0 0,1 0 0,0 1 1,-1-1-1,1 0 0,0 1 0,0-1 0,-1 1 1,1-1-1,0 1 0,0-1 0,0 1 1,0-1-1,-1 1 0,2-1 0,3 0 7,-1 0 0,1 0 0,-1 0 1,1 0-1,-1 1 0,7 0 0,-8 0-8,0-1 1,0 1 0,0-1-1,0 0 1,0 0-1,0 0 1,0 0 0,0 0-1,0-1 1,0 1 0,0-1-1,3-2 1,-2 0 11,1 0 0,0 1 1,1 0-1,-1 0 0,0 0 0,8-3 1,21-10 26,67-27 12,-48 28-51,-44 7-3,-9 7-5,1 1-1,-1-1 0,1 1 0,-1-1 1,1 1-1,-1-1 0,1 1 1,0-1-1,-1 1 0,1 0 0,0-1 1,-1 1-1,1 0 0,0 0 0,0-1 1,-1 1-1,1 0 0,0 0 1,0 0-1,-1 0 0,1 0 0,0 0 1,0 0-1,-1 0 0,2 0 1,22 0-8,-19 0-11,-5 2-137,0-1 148,0 0-1,0 0 0,-1 0 0,1 0 1,0 0-1,0 0 0,-1 0 0,1 0 1,-1 0-1,1 0 0,-1 0 1,1-1-1,-1 1 0,1 0 0,-1 0 1,0 0-1,1-1 0,-1 1 0,0 0 1,0-1-1,0 1 0,0 0 0,0-1 1,1 1-1,-1-1 0,-1 1 0,-7 5-45,-10 16-248,18-20 261,0 0 0,0-1 0,0 1 0,-1-1 0,1 1 0,0-1 0,-1 1 0,1-1 0,-1 0 0,0 0 0,1 0 0,-1 0 0,0 0 0,0 0 0,1 0 0,-1 0 0,0-1 0,0 1 0,0-1 0,-4 1 0,-24 9-346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7.4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1 144,'0'3'61,"0"0"0,-1 0 0,1 0 0,-1 0 0,0 0 0,0 0 0,0 0 0,0-1 0,-3 7 1,2-7 12,1 0 0,0 1 0,0 0 0,0-1 1,0 1-1,0-1 0,1 1 0,-1 0 0,0 5 1,1-6-45,0 1 0,0-1 1,-1 1-1,1-1 0,-1 0 1,1 1-1,-1-1 0,0 0 1,0 1-1,0-1 0,0 0 1,-1 0-1,1 0 0,-1 0 1,-2 3-1,3-3-22,-1-1 0,1 1 0,0 0 0,0 0 0,-1-1 0,1 1 0,0 0 0,1 0 0,-1 0 0,0 0 0,1 0 0,-1 0 0,1 0 0,-1 1 0,1 2 0,0 166 350,5-170-342,2-1-16,0-1-1,0-1 1,0 0 0,-1 0 0,1 0 0,0-1-1,-1 0 1,0 0 0,0 0 0,0-1 0,0 0-1,8-7 1,-12 8 1,0 1-1,0-1 0,0 1 1,0 0-1,0-1 1,0 1-1,0 0 0,1 0 1,-1 1-1,1-1 1,0 0-1,2-1 0,20-18-16,-23 19 15,-1 0 0,1 0 0,-1 1 0,1-1 0,0 1 0,0-1 1,0 1-1,0-1 0,0 1 0,0 0 0,0 0 0,0 0 0,1 0 0,-1 0 0,0 1 0,1-1 0,-1 1 0,0-1 0,1 1 0,-1 0 0,4 0 0,8 0 1,-8-1 0,-1 0 1,1 1-1,-1 0 1,0 0 0,1 1-1,-1-1 1,0 1-1,1 0 1,5 3-1,-1 18 22,1-9-17,-9-11-5,-1 0 0,1 0 0,-1 0 0,0 0 0,1 0 0,-1 0 0,0 1 0,0-1 0,-1 0 0,1 1 0,0-1 0,-1 0 0,1 1 0,-1-1 0,0 1 0,0-1 0,0 0 0,0 1 0,-1 2 0,2 2 1,0 1-1,0-1 1,1 1 0,4 11-1,-4-12 7,0 0 0,0-1 0,-1 1 0,2 11-1,-3 130 288,-1-145-293,1-1 0,0 1 0,-1-1 0,1 1 0,-1-1 0,0 1 0,0-1 0,0 1 0,0-1 0,-1 1 0,-1 1 0,-2 6-2,4-8 2,0 0 0,0 0 0,0 0 0,0 0 0,0-1 0,-1 1 1,1-1-1,-1 1 0,1-1 0,-1 1 0,1-1 0,-1 0 0,0 0 1,0 1-1,1-1 0,-1-1 0,0 1 0,0 0 0,0 0 0,0-1 1,-4 1-1,4 0 0,0-1 0,0 1 0,0-1 0,0 1 0,1 0 0,-1 0 0,0 0 1,0 0-1,0 0 0,1 0 0,-1 0 0,0 1 0,1-1 0,-1 0 0,0 3 0,0-3-1,1 0 1,-1 1-1,0-1 0,1 0 0,-1 0 0,0 0 1,1 0-1,-1 0 0,0-1 0,0 1 0,0 0 0,0-1 1,0 0-1,0 1 0,0-1 0,-3 0 0,-40 0-5,28-1-6,15 1-5,0 0 1,0-1-1,0 1 1,0-1-1,0 1 1,0-1-1,0 0 1,0 0-1,0 0 1,1 0-1,-1 0 1,0 0-1,1 0 1,-1 0-1,0-1 1,1 1-1,0-1 1,-1 1 0,1-1-1,-1-1 1,0-1-39,0 1 0,0 0 0,0 0 0,1-1 0,0 1 1,-1 0-1,1-1 0,1 0 0,-1 1 0,0-1 1,1-5-1,0-24-594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1:18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3 133 80,'0'0'414,"5"-3"18,15-8 104,-15 8-165,40-25 37,-40 24-392,0 1 0,0-1 1,0 1-1,1 0 0,-1 0 0,8-2 0,21-11 58,-21 10-56,1 1 1,26-7-1,17-7 28,-56 19-45,-1-1 0,1 1 0,0-1 0,0 1 0,-1-1 0,1 1 0,0 0 0,0-1 0,0 1 0,0 0 0,-1 0 0,1 0 0,0 0 0,0 0 0,0 0 0,0 0-1,0 0 1,-1 0 0,1 0 0,0 0 0,2 1 0,-1-1 0,1 0 20,-3 11-99,1-9 71,-1-1 0,0 1 0,1 0 0,-1 0 0,0 0 0,0-1 0,-1 1 0,1 0 0,0 0 0,0 0 0,-1-1 0,1 1 0,-1 0 0,0-1 0,0 1 0,1 0 0,-1-1 0,0 1 0,0-1 0,0 1 0,-1-1 0,1 0 0,0 1 0,0-1 0,-1 0 0,1 0 0,-1 0 0,1 0 0,-3 1 0,-69 40-530,71-42 521,1 1-1,-1 0 0,1 0 0,0-1 0,-1 1 1,1 0-1,0 0 0,0 1 0,0-1 0,0 0 0,0 0 1,0 1-1,0-1 0,-1 2 0,-6 6-29,6-8 38,0 0-1,1-1 1,-1 1 0,0-1 0,0 1 0,0-1 0,0 0 0,1 1 0,-1-1 0,-3 0 0,4 0 1,-1-1 1,1 1 0,-1 0 0,1 1-1,-1-1 1,1 0 0,0 0-1,-1 1 1,1-1 0,0 1-1,-1-1 1,1 1 0,0-1 0,-1 1-1,1 0 1,0 0 0,0-1-1,0 1 1,0 0 0,0 0-1,0 0 1,0 0 0,-1 2 0,-18 18 3,19-20 8,0-1 1,0 1 0,1 0-1,-1-1 1,0 1-1,0 0 1,0-1-1,0 1 1,0-1 0,0 1-1,0-1 1,0 0-1,0 1 1,0-1-1,0 0 1,0 0 0,0 0-1,-2 1 1,3-1-3,-1 0 1,1 0-1,0 0 1,0 0 0,-1 0-1,1 0 1,0 0-1,0 0 1,-1 0-1,1 0 1,0 0-1,0 0 1,-1 0 0,1 0-1,0 1 1,0-1-1,-1 0 1,1 0-1,0 0 1,0 1-1,0-1 1,-1 0 0,1 0-1,0 0 1,0 1-1,0-1 1,0 0-1,0 0 1,0 1-1,-1-1 1,1 0 0,0 0-1,0 1 1,0-1-1,0 0 1,0 0-1,0 1 1,0-1-1,0 0 1,0 1 0,0-1-1,0 0 1,0 0-1,0 1 1,1-1-1,-1 0 1,0 0-1,0 1 1,0-1 0,0 0-1,1 1 1,-7 4 212,3-2-182,-1-1 0,0-1 1,-1 1-1,1 0 1,0-1-1,0 0 0,-10 1 1,14 0-27,-1-1 0,0 0 0,1 1 1,-1-1-1,1 1 0,0-1 0,-1 0 0,1 1 1,0-1-1,0 1 0,0-1 0,0 1 1,0-1-1,0 1 0,0-1 0,1 2 1,-1 5 107,0-7-113,0 0 1,0 1-1,0-1 1,-1 1-1,1-1 1,0 1-1,-1-1 1,1 0 0,-1 1-1,0-1 1,1 0-1,-1 0 1,0 1-1,0-1 1,0 0-1,0 0 1,0 0-1,0 0 1,0 0 0,0 0-1,0 0 1,-2 0-1,-5 6 14,7-5-12,0 0 0,0 0 0,0 0 0,1 0 0,-1 0-1,0 0 1,1 0 0,0 0 0,-1 0 0,1 0-1,0 0 1,0 0 0,0 0 0,0 0 0,1 0 0,-1 2-1,1 5 13,-1 204 365,0-211-310,5-2-56,0 0-16,1-1 0,-1-1 1,1 1-1,-1-1 1,0 0-1,1 0 0,-1 0 1,0-1-1,0 1 1,5-6-1,-4 4 0,0 0 0,1 1 0,-1-1-1,1 1 1,0 1 0,-1-1 0,1 1 0,0 0 0,1 0-1,13 0 1,50 2-34,-71 0 33,0 0 1,1 0 0,-1 0-1,1 0 1,-1 0-1,0 1 1,1-1 0,-1 0-1,0 0 1,1 0-1,-1 1 1,0-1 0,0 0-1,1 0 1,-1 1 0,0-1-1,0 0 1,1 1-1,-1-1 1,0 0 0,0 1-1,0-1 1,0 0-1,1 1 1,-1-1 0,0 0-1,0 1 1,0-1 0,0 1-1,0 0 1,1 2 1,16 15 10,-15-15-9,1-1 0,-1 0 0,1 1 0,-1-1-1,0 1 1,0 0 0,0 0 0,0 0 0,0 0 0,-1 0 0,1 0-1,-1 0 1,0 1 0,0-1 0,0 0 0,0 6 0,0 6 21,0 0 1,1 1-1,1-1 1,6 21-1,-8-34-20,1 9 14,0 1 0,0 0 0,-1 0 0,-1-1 0,0 1 1,-2 12-1,0 15 44,2-35-52,1-1 1,-2 1-1,1-1 0,0 0 1,-1 1-1,1-1 1,-1 1-1,0-1 0,0 0 1,-1 1-1,1-1 0,-1 0 1,1 0-1,-1 0 0,-3 3 1,3-4-6,0 1 0,-1-1 1,1 0-1,-1 0 0,0 0 0,1-1 1,-1 1-1,0-1 0,0 1 1,0-1-1,0 0 0,0 0 1,-1 0-1,-2 0 0,-54 4 44,-36-5-854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2:09.9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616 0 96,'0'0'1286,"0"19"-611,1-4-583,0-11-74,0 1-1,-1-1 1,0 0-1,0 1 1,0-1 0,-1 1-1,1-1 1,-1 1-1,0-1 1,-2 6-1,-2 0 2,0 0-1,-1-1 0,0 1 0,0-1 1,-11 12-1,-16 11 91,-34 44 0,43-47-38,-52 49 0,58-62-48,0 0 0,2 0 0,-21 27 0,16-17 16,-72 63 49,64-63-72,22-21-10,0 1 0,1 1 0,0-1 0,0 1 0,1 0 0,-9 13 0,13-17-6,0 0-1,-1 0 0,0 0 0,0 0 0,0 0 0,0 0 0,0 0 0,0-1 1,-1 1-1,1-1 0,-5 4 0,-15 16-10,19-2-11,3-19 23,1 0 0,-1 0 0,0 0 0,0 0 1,0 0-1,0 0 0,0 0 0,0 0 0,-1 0 0,1 0 0,0 0 0,0 0 1,-1 0-1,1 0 0,0 0 0,-1 0 0,1 0 0,-1-1 0,1 1 0,-1 0 1,0 1-1,-9 2 13,9-4-14,0 0-1,0 1 0,0-1 0,0 0 1,1 1-1,-1-1 0,0 1 0,0-1 1,1 1-1,-1-1 0,0 1 0,1-1 0,-1 1 1,0 0-1,1-1 0,-1 1 0,1 0 1,-1-1-1,1 1 0,-1 0 0,1 0 1,0 0-1,-1 0 0,1-1 0,0 1 1,0 0-1,0 0 0,0 0 0,-1 0 1,1 0-1,0-1 0,1 1 0,-1 0 1,0 0-1,0 0 0,0 1 0,1-1 2,-1 1 0,0-1-1,0 0 1,1 1-1,-1-1 1,1 0-1,-1 0 1,1 1 0,0-1-1,-1 0 1,1 0-1,0 0 1,0 0 0,0 0-1,0 0 1,0 0-1,0 0 1,0 0-1,0 0 1,0-1 0,0 1-1,1 0 1,-1-1-1,2 2 1,35 10-13,-22-8 7,-8 3-4,-6-6 9,-1 0 0,0 0 1,0 0-1,0 0 0,0 0 0,0-1 1,1 1-1,-1 0 0,0-1 0,1 1 0,-1-1 1,0 1-1,1-1 0,-1 0 0,2 0 0,43 11 31,81 20-6,-113-27-25,1 0 0,-1-1 0,15 2 0,-19-4 0,0 0 0,0 1 0,18 6 0,-22-5 2,0-1-1,1 0 0,0 0 1,-1-1-1,10 1 0,13 3 10,62 22 83,45 12 108,-126-36-185,6 0 1,0 0 0,0 0-1,27 0 1,-42-3-17,1 0 1,-1 0-1,1 0 0,-1 1 0,1-1 0,-1 0 0,1 1 1,-1 0-1,0-1 0,1 1 0,-1 0 0,0-1 0,1 1 1,-1 0-1,0 0 0,0 0 0,1 2 0,1-1 0,-2-2-7,-1 1 0,1-1 0,-1 1 0,1-1 1,-1 1-1,1-1 0,-1 1 0,0-1 1,1 1-1,-1-1 0,0 1 0,1 0 0,-1-1 1,0 1-1,0-1 0,0 1 0,1 0 0,-1-1 1,0 1-1,0 0 0,0-1 0,0 1 1,0 0-1,0 0 0,0-1 0,-1 1 0,1 0 1,0-1-1,0 1 0,-1 3-44,1 34-876,0-22-45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2:10.9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535 0 272,'1'30'1016,"-1"40"-123,-1-66-881,1 1-1,-1-1 0,0 1 1,0-1-1,-1 1 0,1-1 1,-1 0-1,0 0 1,0 0-1,0 0 0,0 0 1,-4 4-1,1-2 6,1 0 0,0 0 0,0 0 0,1 0 0,-4 9 0,-16 28 78,17-35-83,-8 14 13,-1-1-1,-1 0 1,-1-1 0,0-1 0,-31 26 0,38-38-20,-1 0 3,1 0 1,0 1-1,1 1 1,-10 10 0,12-13-3,0 1 0,0-1 1,-14 9-1,-18 15 3,29-23-8,0 0-1,-1 0 0,0-1 0,-1 0 1,1-1-1,-1 0 0,0-1 0,0 0 1,-14 1-1,25-4 1,0-1-1,0 0 1,0 0 0,0 1-1,0-1 1,0 1 0,0-1-1,0 1 1,0-1 0,0 1 0,1-1-1,-1 1 1,0 0 0,0 0-1,1-1 1,-1 1 0,1 0-1,-1 0 1,0 0 0,0 1 0,-8 8 5,-11-7-22,15-3 19,10 2 2,13 1-4,0 0 0,1-1-1,-1 0 1,24-3 0,-33 1 6,-1 1-10,0 0 1,0 0-1,0 1 0,0 0 1,14 6-1,18 4 19,-35-11-7,11 1 27,0 2 1,0 0 0,-1 1-1,23 10 1,101 28 182,-90-29-145,71 28-1,-58-23-41,-54-17-32,0 0 1,0 0-1,0 0 1,-1 1-1,1 0 1,0 0-1,-1 1 1,0 0-1,11 9 1,16 8 9,-32-20-13,0-1 0,0 1 0,0 0 0,1 0 0,-1 0 0,0 1 0,0-1 0,0 0 0,-1 1 0,1-1 0,0 1 0,-1 0 0,1-1 0,0 1 0,-1 0 0,0 0 0,0 0 0,1 0 0,-1 0 0,0 0 0,0 0 0,-1 1 0,2 1 1,-2-4-1,0 1 0,0-1 0,0 0-1,0 0 1,0 0 0,0 0 0,0 0 0,0 0 0,0 1 0,0-1 0,0 0 0,0 0 0,0 0 0,0 0 0,0 0 0,0 0 0,0 1 0,0-1 0,0 0 0,0 0 0,0 0 0,0 0 0,1 0 0,-1 0 0,0 0 0,0 0 0,0 0 0,0 1 0,0-1 0,0 0 0,0 0 0,1 0 0,-1 0 0,0 0 0,0 0 0,0 0 0,0 0 0,0 0 0,1 0 0,-1 0 0,0 0 0,0 0 0,0 0 0,0 0 0,0 0 0,0 0 0,1 0 0,-1 0 0,0 0 0,0 0 0,0 0 0,0-1 0,0 1 0,1 0 0,0 0-16,-1 0 0,1 0-1,0 0 1,0 0 0,0 0 0,0 0-1,0 0 1,0 0 0,0 0 0,0 1-1,0-1 1,-1 0 0,1 0 0,0 1-1,0-1 1,0 1 0,0-1 0,-1 1-1,1-1 1,0 1 0,-1 0 0,1-1-1,0 1 1,-1 0 0,1-1 0,-1 1-1,1 0 1,-1 0 0,1-1 0,-1 1-1,1 0 1,-1 0 0,0 0 0,0 0-1,1 0 1,-1 0 0,0-1 0,0 1-1,0 0 1,0 0 0,0 2 0,0 1-832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0:42:11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616 1 96,'1'0'20,"0"0"0,0 0 1,-1 0-1,1 0 0,0 0 0,0 0 0,-1 0 0,1 0 1,0 0-1,0 0 0,-1 1 0,1-1 0,0 0 1,0 1-1,-1-1 0,1 0 0,0 1 0,-1-1 0,1 1 1,-1-1-1,1 1 0,-1-1 0,1 1 0,-1-1 1,1 1-1,-1 0 0,1-1 0,-1 1 0,1 1 0,0 28 999,-1-10-663,0-1-316,-1-18-35,1 0-1,0 0 1,-1 0 0,1 1 0,-1-1 0,1 0 0,-1-1 0,0 1-1,1 0 1,-1 0 0,0 0 0,1 0 0,-1 0 0,0-1 0,0 1 0,0 0-1,0-1 1,0 1 0,0 0 0,0-1 0,0 1 0,0-1 0,-2 1 0,1 0 11,-2 1-8,0 1 1,1 0-1,-1 0 1,1 0-1,0 0 0,0 0 1,0 1-1,-4 4 0,-16 19 48,-51 45 45,66-64-88,0-1 0,-1 0 0,-16 11 0,1-1 13,5-3-14,-1-2 1,0 0 0,-26 11-1,25-13-9,-33 21 0,31-13 12,-15 7 7,-76 43 34,110-67-55,0 1 0,0 0 1,0 0-1,0 0 0,1 0 0,-1 1 1,1 0-1,-1 0 0,1 0 0,0 0 1,-3 4-1,4-2 6,0 0 1,1-1 0,0 1-1,0 0 1,0 0-1,1 0 1,0 0-1,0 1 1,0 4 0,0 2-2,2 11 21,-2-22-26,1 0-1,-1-1 1,1 1-1,-1 0 1,1-1-1,-1 1 1,1 0-1,0-1 1,-1 1-1,1-1 1,0 1 0,0-1-1,-1 0 1,1 1-1,0-1 1,0 0-1,0 1 1,-1-1-1,1 0 1,0 0-1,0 0 1,0 0-1,0 0 1,-1 0 0,1 0-1,1 0 1,5 0 1,-6-1-2,0 1 1,0 0 0,0 0-1,0 0 1,0 0-1,0 0 1,0 0-1,0 1 1,0-1-1,0 0 1,0 0 0,0 1-1,0-1 1,0 1-1,0-1 1,-1 0-1,1 1 1,0 0 0,0-1-1,0 1 1,-1-1-1,1 1 1,0 0-1,-1 0 1,1-1 0,0 1-1,-1 0 1,1 1-1,1 0 4,-1-1-1,1 1 1,0-1-1,0 1 1,-1-1-1,1 0 1,0 0-1,0 0 1,0 0-1,0 0 1,0 0-1,1-1 1,-1 1-1,0-1 1,4 1-1,28 11 48,92 58 154,-109-61-151,0-1-1,20 6 1,-26-10-24,1 0 0,-2 1 0,15 8 0,-10-4 9,0-1 1,1 0 0,23 7-1,2 2 24,-12-7-26,-23-8-32,1 0-1,0 0 1,-1 1-1,1 0 1,-1 0 0,7 6-1,21 15 7,-11-15-8,-18-8 0,0 1 1,0 0-1,0 0 0,0 1 1,0-1-1,0 1 0,6 5 0,-7-6-3,0 1 0,0-1-1,1 0 1,-1 0-1,1-1 1,9 3 0,-11-3-16,1-1 0,-1 1 0,1 1 0,-1-1 0,0 0 0,1 1 0,-1 0 0,4 2 0,23 22-1422,-5-23 435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8:56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133 233 128,'5'0'251,"9"0"132,3 1-10,-1-1-1,1 0 0,23-4 1,-9-8-261,-19 7-55,1 1-1,0 0 1,24-4 0,141-16 241,-113 19-209,-50 5-61,1-1 0,-1-1 0,26-5-1,-11 0 34,47-4 0,-8 1-25,96-18 66,-73 14-81,-55 10 16,1 2 0,61 3 0,-19 1 36,-35-13 4,-42 11 155,-3-1-232,0 0 0,0 1 0,0-1 0,0 0 0,0 0 0,0 1 0,0-1-1,-1 0 1,1 1 0,0-1 0,-1 0 0,1 1 0,0-1 0,-1 0 0,1 1 0,-1-1 0,1 1 0,-1-1 0,1 1 0,-1-1-1,1 1 1,-1-1 0,0 1 0,1-1 0,-1 1 0,0 0 0,1-1 0,-1 1 0,0 0 0,1 0 0,-1 0 0,0 0 0,-1-1-1,-34 1-14,13 1 12,-56-3 0,25 0 6,-95 9-1,100-2 17,-96 16-102,94-12 61,0-2 0,-60 1 0,14-2 19,91-5 2,-377 24-41,273-25 45,64 0-3,39 0 18,18 0 17,22-3-26,1 0 0,-1-3 0,58-16 0,0 0-2,42-13 36,-93 22-28,66-11-1,-5 15-4,115 4 0,-179 5-22,-33 0 119,-8 0-94,-6 1-10,0 1 1,0 0-1,0 0 0,1 1 1,-1 0-1,1 1 0,-1 0 0,1 0 1,-14 10-1,5-4-5,-35 14 0,1-7 3,0-3-1,0-2 1,-1-2-1,-1-3 1,-80 2-1,59-9 16,97-2-12,0-1 0,26-7-1,33-5 29,95-11-43,81-13-13,-110 37-802,-91 2-338,-27 0 284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8:57.4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202 375 144,'0'0'414,"5"0"215,-1 0-477,0 0-96,-1 0-1,1 0 0,-1 0 1,1 0-1,-1-1 0,1 1 1,-1-1-1,0 0 0,1 0 0,-1 0 1,0-1-1,1 1 0,-1-1 1,4-2-1,-2 1-36,-1 0 0,1 1-1,0-1 1,0 1 0,0 1 0,1-1-1,-1 1 1,0-1 0,1 2 0,-1-1-1,10 0 1,15-2 55,12 1 27,-7 2 14,17 1-38,143-5 121,-141-3-128,80 0 1,-89 8-65,-21 1 7,1-2 1,-1-1-1,25-4 0,-24 0 13,29-4 25,-45 9-40,0 0 0,1-1 0,-1 0 0,12-3 0,23-1 12,-41 5 99,-24 0-124,-1182 0-116,1198 0 180,6 0-62,1 1 1,-1-1-1,1 0 0,0 1 1,-1-1-1,1 0 1,0 0-1,-1 0 1,1 0-1,0 0 1,2-1-1,7 0-3,49-8 13,3-1 20,54-11 12,-24 3-4,25-8-26,18-5 40,-27 5-42,-67 14-12,62-8 0,-44 15 16,28-5 17,-36 0-10,1 2 1,95-2-1,-144 10 32,-26 13-7,-4-1-39,0-2 0,0 0 0,-42 9 0,34-10-6,-95 22-12,-103 26 38,210-50-26,-2 0 6,0 0 0,0-1 0,-35 3 0,-84 5-19,-94 2-29,235-16 44,4-5 5,4 0-9,0 0 0,-1 1-1,1-1 1,1 1 0,-1 0 0,1 1 0,-1 0 0,1 0 0,0 0 0,0 1 0,8-2 0,28-12 0,10-5 29,69-19-1,-72 25-12,141-38 100,-73 21-30,-21 9-56,0 4 1,1 5-1,0 4 0,149 3 1,-246 6-41,0 1 1,0 0 0,1 0 0,-1 0-1,0 0 1,0 0 0,0 0 0,0 1 0,0-1-1,0 0 1,1 1 0,-1-1 0,0 0-1,0 1 1,0-1 0,0 1 0,0 0 0,0-1-1,-1 1 1,1 0 0,0-1 0,1 3-1,-1-1-92,0 0 0,0 1 0,-1-1 0,0 1 0,1-1 0,-1 1 0,0-1 0,0 1 0,0 2 0,0 1-176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8:59.2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1 266 48,'0'-1'49,"0"0"-1,0 0 1,0 0 0,0 0-1,0 0 1,0 0 0,1 0-1,-1 0 1,0 0 0,1 0-1,-1 0 1,1 0 0,-1 0-1,1 1 1,-1-1 0,1 0-1,0 0 1,-1 0 0,1 1-1,0-1 1,0 0 0,-1 1 0,1-1-1,0 1 1,2-2 0,27-5 632,-14 4-579,-2 1-54,1 0-1,0 2 1,-1-1-1,16 3 1,-18-1-23,-1-1 0,1 0 0,-1-1 0,12-2 0,23-12 70,1 1-35,-9 13-5,-26 2-27,-1-2-1,0 1 0,20-4 1,213-31 188,103-14 48,-223 43-184,36-22-44,-155 27-34,117-14 19,-103 15-9,-16 1-10,0-1 0,1 1 0,-1-1 0,0 0 0,0 0 0,0-1 0,0 1 0,1-1 0,-1 1 0,0-1 0,0 0 0,0 0 0,3-2 0,10-7 10,-14 5 11,-39 3-29,23 2-15,11 0 20,0 0 1,-1 1-1,1-1 1,0 1-1,0 0 1,0 0-1,-1 0 1,1 0-1,0 1 1,1-1-1,-1 1 1,0 0-1,0 0 0,1 0 1,-1 0-1,-2 3 1,0-1-3,0 0 1,1 0-1,-2 0 1,1-1-1,0 0 1,-1 0-1,-6 2 1,-11 2 0,0-2 1,-37 5 0,-22 3 2,44-6 1,10-2-1,1 2 0,-39 13 0,14-4-22,0-2 0,-1-2-1,-1-2 1,0-3 0,-76 1-1,-15 0 8,36-2 44,-50-6 24,153 0 23,12 0-48,14-2-27,0-1 0,0-1 0,0-1 0,-1 0 0,28-13 0,55-14 26,91 8 24,15-3-10,-149 17-27,91-5 0,-66 9-3,158 2 6,-147 5 63,-91-1 90,-8 16-137,1-13-34,-1 0 1,0 0-1,1-1 0,-1 1 0,0-1 0,0 1 0,0-1 0,-1 0 0,1-1 0,0 1 0,-1-1 0,1 0 0,-9 1 0,-5 2 5,-71 26-1,54-17-6,-66 14 0,-93 12 11,-174 29 14,325-64 3,0-1 0,-46-5 0,10 1 5,79-3-28,0 1 0,0 0-1,0 0 1,0 0 0,0 0-1,1 0 1,0 0 0,1-5-1,4 5 0,0 1 0,0-1-1,0 1 1,0 1 0,11-3 0,15-4 1,11-8 30,85-19 0,-41 13-22,-15-4-8,9 14 10,-53 9-9,45-11 0,219-51 1,-111 28-5,-110 23 29,0 4-1,101-1 1,-166 11 69,-12 0-63,-2 1-32,0 0 0,-1 1 0,1 0 0,0 0 0,0 1 0,1 0 0,-1 0 0,1 1 0,-14 9 0,-48 20 10,19-18-17,-1-2 0,0-2 1,0-3-1,-87 3 0,-209 3 12,-188-14 40,479-14-35,52 14-7,4-23-1812,0 11 768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9:01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81 200 176,'297'-26'2041,"-272"24"-2012,35 0 0,-14 1 1,79-8 61,10-2-41,-58 3-31,126-1 61,-172 7-58,0 0 0,41-10 0,-8 1-2,-44 9 3,0 0 0,33 3 0,-15 0 65,-35-1-27,-24 0-31,-317 14-52,201 4-34,50-6 0,-96 1 0,-201 12 19,219-21 39,104-5 55,56 1 15,12 1-63,1 0 0,-1 0-1,0-1 1,0 0 0,0-1 0,0 1 0,0-1 0,0-1 0,0 1 0,0-1 0,0 0 0,0-1 0,7-4 0,22-5 19,1 1 1,66-11-1,74 0-6,-54 9 45,90-4 130,-144 17-18,-66 0-99,-6 0-67,-35 2-7,0 3 0,-61 14 0,25-5 11,-25 6 3,-112 14-11,142-27-25,33 3 0,27-7 14,1 0 0,-1-1 1,0 0-1,0 0 0,-16 0 0,-101-2 74,164-3-60,-1-1-1,-1-1 0,1-2 0,42-15 0,128-32 37,15 12 24,-37 8-2,-181 34-67,32-9 61,1 2 0,67-5 0,-90 12-4,-21 0-31,-32 5-12,8 8-13,18-7-1,0 0 0,0-1 0,-19 5 0,-138 21 10,-35 7-18,166-29 17,-1-1 0,0-3 0,-51 1 0,86-6 116,10-2-64,68-24-564,1 4-1,133-23 0,-175 43-475,-10 2-985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9:02.6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222 75 208,'0'0'1742,"5"0"-1451,48 0 125,-5 1-283,-2 1 60,85-8-1,-106 1-159,-8 2 0,-1 1-1,28-2 1,141-7 116,43 11 43,-223 0-187,-4-1-5,0 1 1,-1 0-1,1 0 1,0 0 0,0-1-1,-1 1 1,1 0-1,0 0 1,0 0-1,0 0 1,0 0 0,-1 1-1,1-1 1,0 0-1,0 0 1,-1 0-1,1 1 1,0-1 0,0 0-1,-1 1 1,1-1-1,0 1 1,-1-1-1,1 1 1,0-1-1,-1 1 1,1-1 0,-1 1-1,1 0 1,-1-1-1,1 1 1,-1 0-1,1 0 1,-6 6 15,1-4-15,-1 0-1,0 0 1,0 0 0,0 0 0,0-1-1,0 0 1,0 0 0,-11 3 0,-56 8 6,43-9-8,-40 6-1,-39 7-1,70-11-8,-54 3-1,-33 4-18,86-5 31,-75 10 6,33-9-8,42-4 20,-39 0 0,67-5-18,0 0 0,0 2-1,-13 2 1,-20 1-12,41-5 40,6-1-26,0 0-1,1 1 0,-1-1 1,0 1-1,1 0 0,-1 0 1,0 0-1,6 2 0,9-1-1,29-1 6,0-2 0,53-8 0,0-15 21,-52 12-5,66-8 1,-85 15-25,-1-1 1,30-12-1,28-8 8,92-11 180,-154 36-118,-19 2 177,-13 0-225,-26-1-12,1 3-1,-1 0 1,-37 9 0,6 7-10,-102 23 18,97-25-7,42-8-22,-48 6 0,-29 2 23,62-11-14,40-5 5,5-1 3,21 0 23,54 1 12,-26-1-27,94-14 1,-116 10-13,-1 1 1,32-1-1,-40 5-2,0-2 0,-1 0 1,1-2-1,20-5 0,-1-3 7,-15 3-4,1 2 1,38-6-1,120-16 19,-111 15 43,-14 4-27,-14 3 42,63-18 0,-103 24-64,0 0 0,1 0 0,-1 1 0,1-1 0,-1 1 0,1 0 0,4 1 0,-2-1 1,-2 0 30,-10 0-17,4 0-29,-32 0 4,0 0 1,1 2-1,-1 2 0,-40 9 0,-32 17 11,-141 21 0,216-47-13,1 2 1,-42 13 0,51-15-29,37-6 57,17 3-24,1-2-1,-1-1 1,1-2 0,-1-1-1,46-13 1,-41 9 13,1 2 1,1 1-1,-1 2 0,77 2 0,-114 2-36,-6 0 24,-8 1-2,-1 0-1,1 1 0,0 0 1,0 1-1,-14 4 0,-17 5 25,-10 2-7,-206 45-30,212-51 8,-81 23 0,-25 13 26,149-43-43,0 0-1,1-1 1,-1 1-1,0 0 1,0 0 0,0 1-1,1-1 1,-1 0-1,0 1 1,1 0 0,0 0-1,-1 0 1,1 0-1,0 0 1,-3 4 0,3-3-208,0 0 0,1 1 0,-1 0 0,1-1 1,0 1-1,0 0 0,1-1 0,-1 1 0,1 0 1,0 0-1,0 5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9:03.7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131 403 528,'4'0'683,"67"1"46,135-18-1,-53-7-509,48-11 63,157-34 71,-322 65-313,0 2 0,36 3 0,-12 1 141,-57-2-112,-25 0-10,-390 0-54,369 2 2,-1 1 0,-60 14-1,-37 3 4,39-13-5,-92 11 11,125 1-32,-28-5 11,89-13 4,1 0 0,-1 0 0,1-1 0,-15 0 0,5-1 6,13 1 184,8 0-138,54 1 90,-24 0-104,-1-1 0,1-2-1,61-10 1,-78 8-35,218-40 172,-125 19-86,3-2 102,-104 25-162,0 0 0,0-1 1,0 0-1,0-1 0,15-8 0,-19 9-9,1 0-1,-1 0 0,1 1 0,-1 0 0,1 0 1,0 0-1,0 1 0,9-2 0,-14 3-16,-1 0-1,0 0 1,0 0 0,1 0-1,-1-1 1,0 1 0,0 0-1,1 0 1,-1 0 0,0 0-1,0-1 1,0 1 0,1 0 0,-1 0-1,0 0 1,0-1 0,0 1-1,0 0 1,1 0 0,-1-1-1,0 1 1,0 0 0,0 0-1,0-1 1,0 1 0,0 0-1,0 0 1,0-1 0,0 1-1,0 0 1,0-1 0,0 1-1,0 0 1,0 0 0,0-1-1,0 1 1,0 0 0,0 0-1,0-1 1,-1 1 0,1 0-1,0 0 1,0-1 0,0 1-1,0 0 1,0 0 0,-1 0-1,1-1 1,0 1 0,0 0-1,0 0 1,-1 0 0,1 0-1,0-1 1,0 1 0,-1 0-1,1 0 1,-1 0 0,-2-2 2,0-1 1,-1 2-1,1-1 0,-1 0 1,1 1-1,-1-1 1,0 1-1,0 0 0,0 0 1,0 1-1,1-1 0,-7 1 1,-55 0-1,41 1-1,-11-1-18,-37-1-1,-141 18 1,-86 22 56,198-37-98,76-3 44,20 1-14,10 0 1,14-1 27,0-1 0,-1-1 0,1 0 0,-1-2 0,28-10 0,47-11-23,-48 17 17,58-14 4,-67 12 2,79-20-26,156-41 117,-236 61-96,-19 7 7,0 0 0,1 1 0,-1 1 0,1 0 0,32 2 0,-22 1-2,-12-2 7,-13 1-1,-3 1 1,-42 11 44,10 1-41,-7 4-6,0-1 0,-1-3 1,-65 13-1,-30 5-16,89-18 10,0-2 0,-51 5 1,18-7 5,-16 1 22,87-10-37,0 0 0,1 0 0,-1 1 0,-11 3 0,1 0-2,-60 15-572,74-19 90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9:15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 85 96,'0'0'334,"4"0"36,13 0 1026,-18 0-1390,1-1 0,0 1 1,0-1-1,0 0 1,-1 1-1,1-1 0,0 0 1,0 1-1,0-1 1,0 0-1,0 1 1,0-1-1,1 0 0,-1 1 1,0-1-1,0 0 1,0 1-1,1-1 0,-1 0 1,0 1-1,0-1 1,1 1-1,-1-1 0,1 0 1,-1 1-1,1-1 1,-1 1-1,0 0 0,2-1 1,2 0 6,-3 1-7,1-1 0,0 1 0,-1 0 1,1-1-1,-1 1 0,1-1 0,-1 1 0,1-1 0,-1 0 1,0 0-1,1 0 0,1-1 336,3 3-279,1 0 1,-1-1-1,0 0 0,1 0 0,6-2 0,679 2 727,-686 0-791,-1-1-1,0 0 1,0 0 0,0 0 0,7-3 0,-7 2 5,1 0 0,-1 1 1,0 0-1,1 0 0,8-1 0,267 2 133,-263 1-138,0-2 1,0 0-1,0 0 1,-1-2-1,25-6 1,-33 6 11,0 0-1,0 1 1,0 0 0,0 0-1,1 1 1,9 0 0,16 1-12,-26 0 15,-26 0-3,-15 0-32,0-1 25,0 1-1,0 2 1,0 1-1,-38 9 1,-61 16-41,-21 6 74,133-28-37,0-1 1,-1 0 0,0-2-1,-28 2 1,4-7 4,34 1-5,-1 0 1,0 1-1,0 0 0,0 1 1,1 0-1,-13 4 1,-44 6-8,-2-3 1,1-3-1,-83-4 1,120-1 0,8 1 3,-39 6 0,38-3-1,-45 1 0,-52-5-41,128 1 44,-1-1 4,-1 0 0,1 0 0,0 0-1,-1-1 1,10-2 0,146-26-5,-13 4 12,-84 9-7,-25 6 2,53-7 0,-19 15-17,-62 2 15,1 0-1,-1 0 1,0-1-1,0 0 1,0-1-1,0-1 1,20-6-1,-21 5-8,1 0 0,0 1 0,19-3 0,12-3-20,-37 7 24,1 1 1,-1 0 0,0 0 0,1 1 0,-1 0 0,1 0 0,8 1-1,3 0 4,-17-1-2,0 0 1,0-1-1,1 1 1,-1 0 0,0 0-1,0 0 1,1 0-1,-1 0 1,0-1-1,0 1 1,0 0 0,0 0-1,1 0 1,-1-1-1,0 1 1,0 0 0,0 0-1,0-1 1,0 1-1,0 0 1,1 0 0,-1-1-1,0 1 1,0 0-1,0 0 1,0-1 0,0 1-1,0 0 1,0 0-1,0-1 1,0 1 0,0 0-1,-1 0 1,1-1-1,0 1 1,0 0-1,0 0 1,0-1 0,0 1-1,0 0 1,0 0-1,-1-1 1,1 1 0,0 0-1,0 0 1,0 0-1,0-1 1,-1 1 0,1 0-1,0 0 1,0 0-1,-1 0 1,1-1 0,-17 1 1,0 0 1,0 2 0,0 0-1,-29 7 1,30-5 0,1 1 1,-31 3-1,-12 3-5,1 4 2,-42 13 0,70-20 1,0-1 0,0-1 0,-1-2 0,-38 2 1,-129-6 12,103-1-5,109 0-13,-1-1-1,0-1 0,0 0 1,0 0-1,20-9 0,-21 7 4,16-2 1,0 1 0,0 1 0,39-1 0,-47 4 0,242-1 71,-163 4-46,129 9 15,-103-9-19,-42-1-255,-84 1 213,1-1 1,-1 0 0,1 0 0,-1 0 0,1 0 0,-1 0 0,1 0 0,-1 1 0,1-1 0,-1 0 0,0 0 0,1 1-1,-1-1 1,1 0 0,-1 1 0,0-1 0,1 0 0,-1 1 0,0-1 0,0 1 0,1-1 0,-1 1 0,0-1 0,0 0-1,1 1 1,-1 0 0,0-1-19,0 1-1,0-1 0,1 1 1,-1-1-1,0 1 1,0-1-1,1 1 1,-1-1-1,0 0 0,0 1 1,1-1-1,-1 0 1,1 1-1,-1-1 0,0 0 1,1 1-1,-1-1 1,1 0-1,-1 0 0,1 1 1,-1-1-1,0 0 1,1 0-1,-1 0 0,1 0 1,0 0-1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2:49:18.2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86 48,'0'0'2153,"-5"0"-2100,-15 0-15,15 0 2,2 0-16,-39 0 64,37 0 91,1 0-89,-13 0 900,17-14-814,1 13-171,-1 0 0,1 0 0,-1 0 0,1 0 0,0 0 1,-1 0-1,1 0 0,0 1 0,0-1 0,-1 0 0,1 0 0,0 1 0,0-1 0,0 1 0,0-1 0,0 1 0,0-1 0,0 1 0,0-1 0,0 1 0,0 0 1,0 0-1,0-1 0,0 1 0,1 0 0,-1 0 0,0 0 0,0 0 0,2 1 0,49-1 149,-33 1-102,-13-2-35,1 0 1,-1 0-1,1 0 0,-1-1 1,0 1-1,0-2 1,0 1-1,12-7 1,-13 6-6,1 1 0,-1-1-1,1 1 1,0 0 0,0 0 0,-1 0 0,1 1 0,12-1 0,-15 2-7,0 0 0,1 0 1,-1-1-1,1 0 1,-1 1-1,0-1 0,0 0 1,1 0-1,3-3 0,-4 3 0,0 0 0,0-1 0,0 1 1,0 0-1,1 1 0,-1-1 0,0 1 0,1-1 0,4 1 0,912 0 382,-919 0-388,0 0 1,0 0 0,1 0 0,-1 0 0,0 1-1,0-1 1,0 0 0,0 1 0,0-1 0,0 0 0,0 1-1,0-1 1,-1 1 0,1 0 0,0-1 0,0 1-1,0 0 1,1 1 0,5 3 4,39 9 25,7-14-37,-53 4 36,0-3-29,1-1 0,-1 1 0,0-1 0,0 1 0,0-1 0,0 0 0,0 1 0,0-1 0,0 1 0,0-1 0,0 1 0,0-1 0,0 1 0,0-1 0,0 1 0,0-1 0,0 0 0,-1 1-1,1-1 1,0 1 0,0-1 0,0 0 0,-1 1 0,1-1 0,0 1 0,0-1 0,-1 0 0,1 1 0,-1-1 0,-31-1 15,18 0-9,0 1 1,0 0 0,0 0 0,-17 4 0,-47 9-17,47-9 4,-40 10 1,66-12 7,-30 8 3,0-2 0,-43 6 0,21-8-1,13 6 4,-65 14-22,73-22-3,0-2 0,-45-2 0,43-1 8,0 2 1,-41 5-1,46-3-11,-57-3-1,37-1 25,50 1-4,-1 0-1,1 1 0,-1-1 1,1 1-1,-1 0 0,1 0 1,-5 2-1,-15 4-11,-4-4 22,1-1-1,-50-3 1,33 0-19,38 1 39,10 0-64,23 0-1,5 1 37,0-1 1,0-2-1,0-2 1,34-7-1,84-17-1,-105 13 4,-29 8 1,-1 2 0,2 0 0,16-2 0,-4 3-4,0 0 1,-1-3-1,30-9 0,-33 9-10,1 2 0,-1 1 0,1 1 1,0 2-1,0 0 0,32 4 0,9-1 26,87-2-247,-155 0 224,2 0-21,-1-1 0,0 1 1,0 0-1,0 0 0,1 1 0,-1-1 1,0 0-1,0 0 0,0 0 1,1 1-1,-1-1 0,0 1 1,2 0-1,-2 1-81,0-1 1,-1 0 0,1 0-1,0 1 1,-1-1-1,1 0 1,-1 1 0,1-1-1,-1 1 1,0-1-1,0 1 1,1-1 0,-1 0-1,0 1 1,0-1 0,-1 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0FAF14-A128-1942-D585-2C912676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2BB5BC5-08BA-BFEF-6F30-9193A9A9B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BC36D4-4BFD-578C-8A5B-38CC517D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0F3727-547C-07BE-7032-05685C3A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B00C20A-4FD8-977D-DD22-3CEF3991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13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C8F41E-4BE3-8F80-16F0-473EC135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A569BC-ECDB-0109-7DBF-145BD851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2FEB04-94B8-F669-7D67-09E87BA9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8DC66B7-CF55-931E-DFA2-9EF57A61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DBD245-BD92-5CD6-A6EA-6E8515C55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526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367706-C138-D2FF-8D76-E3AA935C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43ECFCB-E5F2-4B63-07D2-150BAE84B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CD8407-6164-C624-211C-EE0166D7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E3DB65-AFD7-750E-E44F-8D7DE90B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94FFBF-244F-282E-14CF-68D042B4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200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FA03E7-297E-8DC0-FA91-6891A01D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B134FC-31BF-39C3-5449-E06A05485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7ABBECF-5E6F-A579-74DD-C8F92253A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9DCCA73-81F2-7763-3C83-5DEDFAE1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6D8952A-593D-208B-0418-09DC4386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433A3CB-1DFF-D88D-2D06-CEE53BA5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909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C6CA32-181D-B5F3-9D4D-D233CE44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354C6EF-B39F-C5A1-BB28-FEDB23498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5E09F6-555A-E425-9577-1412F3766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07902F6-287B-1433-E6D6-23EFE572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116E4BC-784C-40CB-7EE2-11E9C0A1C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FFE5F56-8A9E-C46A-4ADC-A6386494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104D4D5-0B8A-FCE1-BC19-1C890486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555818D-8FCF-3F92-8EAD-5A8E8021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458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671DAE-E0F7-72C8-7C93-AB3EEE9F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9005A1D-4971-6811-6DCD-C647452B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B7C8D6B-B351-DFBF-E68E-D3B08657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91B78C2-E1B6-99AF-B409-3D506BD1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434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3030DD1-409E-A987-5FB8-EA0C1D28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FFCCBC8-CD35-3468-32AD-AB75EE53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6763D8D-16B4-84BD-1E45-3E357BA4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947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EA9EFE-09AD-EA40-4971-06D74CF07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B2919D-29AC-FDAE-66C8-B34D547A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1760DB4-EBDB-ECB7-0615-0D892749E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EA83C8C-C071-D8F2-3E05-47C6B189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1828F3C-B498-9603-8606-FD9C8C3C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C2F3DD0-031E-8D3C-1E7E-1A276AFE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43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6FACF2-2DFD-8E02-601C-235A376C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AC07C7D-6A34-AC39-60AC-B7E319AF7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AC3ECC2-9302-2FC4-B62F-3155ECAC1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89EC5F8-D203-E44A-C870-C9360B37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4B4C3A2-9318-8C44-EE94-EC076303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37F5231-19FF-0FF2-F296-8BFB81C1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51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A965E1-B4BA-CC59-FC79-51850206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695323F-EF38-C4C3-7A52-21BB9317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ADD1DC4-A6BA-6EE0-ACA6-A9B941AA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24C32E-7CFE-2BED-4E00-3EC0B67A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D2A837E-AC27-3B20-A3D9-9F54FB6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350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3FFBA58-85E0-1E50-8D54-8FE899C97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EAF176A-5F16-A8B5-F12C-447992027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213B593-A223-E4E0-4158-4AAC9058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7AE8586-6B27-1DB9-6666-A975F4BA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B1F48F-E5C8-6B53-93AC-8F0AB60F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2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9F14F03-D41F-5D81-0943-4A2D496E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DCBA533-04D9-8B3A-CC86-32C1E115E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8FC9EF7-4960-7B2C-6B12-DD67CF2C3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EEF2A-C648-44B9-8CDD-DEBD7C42D0F1}" type="datetimeFigureOut">
              <a:rPr lang="tr-TR" smtClean="0"/>
              <a:t>24.11.2025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CB4093E-E94D-30E9-253F-5CF7F3F93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32A2CA1-FF80-4D56-D011-60D9E5C35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57CA1-245D-48F9-A285-265AA15486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903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324" Type="http://schemas.openxmlformats.org/officeDocument/2006/relationships/customXml" Target="../ink/ink161.xml"/><Relationship Id="rId531" Type="http://schemas.openxmlformats.org/officeDocument/2006/relationships/image" Target="../media/image270.png"/><Relationship Id="rId170" Type="http://schemas.openxmlformats.org/officeDocument/2006/relationships/customXml" Target="../ink/ink84.xml"/><Relationship Id="rId268" Type="http://schemas.openxmlformats.org/officeDocument/2006/relationships/customXml" Target="../ink/ink133.xml"/><Relationship Id="rId475" Type="http://schemas.openxmlformats.org/officeDocument/2006/relationships/image" Target="../media/image242.png"/><Relationship Id="rId32" Type="http://schemas.openxmlformats.org/officeDocument/2006/relationships/image" Target="../media/image20.png"/><Relationship Id="rId128" Type="http://schemas.openxmlformats.org/officeDocument/2006/relationships/customXml" Target="../ink/ink63.xml"/><Relationship Id="rId335" Type="http://schemas.openxmlformats.org/officeDocument/2006/relationships/image" Target="../media/image172.png"/><Relationship Id="rId542" Type="http://schemas.openxmlformats.org/officeDocument/2006/relationships/customXml" Target="../ink/ink270.xml"/><Relationship Id="rId181" Type="http://schemas.openxmlformats.org/officeDocument/2006/relationships/image" Target="../media/image95.png"/><Relationship Id="rId402" Type="http://schemas.openxmlformats.org/officeDocument/2006/relationships/customXml" Target="../ink/ink200.xml"/><Relationship Id="rId279" Type="http://schemas.openxmlformats.org/officeDocument/2006/relationships/image" Target="../media/image144.png"/><Relationship Id="rId486" Type="http://schemas.openxmlformats.org/officeDocument/2006/relationships/customXml" Target="../ink/ink242.xml"/><Relationship Id="rId43" Type="http://schemas.openxmlformats.org/officeDocument/2006/relationships/customXml" Target="../ink/ink21.xml"/><Relationship Id="rId139" Type="http://schemas.openxmlformats.org/officeDocument/2006/relationships/image" Target="../media/image74.png"/><Relationship Id="rId346" Type="http://schemas.openxmlformats.org/officeDocument/2006/relationships/customXml" Target="../ink/ink172.xml"/><Relationship Id="rId553" Type="http://schemas.openxmlformats.org/officeDocument/2006/relationships/image" Target="../media/image281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413" Type="http://schemas.openxmlformats.org/officeDocument/2006/relationships/image" Target="../media/image211.png"/><Relationship Id="rId497" Type="http://schemas.openxmlformats.org/officeDocument/2006/relationships/image" Target="../media/image253.png"/><Relationship Id="rId357" Type="http://schemas.openxmlformats.org/officeDocument/2006/relationships/image" Target="../media/image183.png"/><Relationship Id="rId54" Type="http://schemas.openxmlformats.org/officeDocument/2006/relationships/image" Target="../media/image31.png"/><Relationship Id="rId217" Type="http://schemas.openxmlformats.org/officeDocument/2006/relationships/image" Target="../media/image113.png"/><Relationship Id="rId564" Type="http://schemas.openxmlformats.org/officeDocument/2006/relationships/customXml" Target="../ink/ink281.xml"/><Relationship Id="rId424" Type="http://schemas.openxmlformats.org/officeDocument/2006/relationships/customXml" Target="../ink/ink211.xml"/><Relationship Id="rId270" Type="http://schemas.openxmlformats.org/officeDocument/2006/relationships/customXml" Target="../ink/ink134.xml"/><Relationship Id="rId65" Type="http://schemas.openxmlformats.org/officeDocument/2006/relationships/customXml" Target="../ink/ink32.xml"/><Relationship Id="rId130" Type="http://schemas.openxmlformats.org/officeDocument/2006/relationships/customXml" Target="../ink/ink64.xml"/><Relationship Id="rId368" Type="http://schemas.openxmlformats.org/officeDocument/2006/relationships/customXml" Target="../ink/ink183.xml"/><Relationship Id="rId575" Type="http://schemas.openxmlformats.org/officeDocument/2006/relationships/image" Target="../media/image292.png"/><Relationship Id="rId228" Type="http://schemas.openxmlformats.org/officeDocument/2006/relationships/customXml" Target="../ink/ink113.xml"/><Relationship Id="rId435" Type="http://schemas.openxmlformats.org/officeDocument/2006/relationships/image" Target="../media/image222.png"/><Relationship Id="rId281" Type="http://schemas.openxmlformats.org/officeDocument/2006/relationships/image" Target="../media/image145.png"/><Relationship Id="rId502" Type="http://schemas.openxmlformats.org/officeDocument/2006/relationships/customXml" Target="../ink/ink250.xml"/><Relationship Id="rId76" Type="http://schemas.openxmlformats.org/officeDocument/2006/relationships/image" Target="../media/image42.png"/><Relationship Id="rId141" Type="http://schemas.openxmlformats.org/officeDocument/2006/relationships/image" Target="../media/image75.png"/><Relationship Id="rId379" Type="http://schemas.openxmlformats.org/officeDocument/2006/relationships/image" Target="../media/image194.png"/><Relationship Id="rId586" Type="http://schemas.openxmlformats.org/officeDocument/2006/relationships/customXml" Target="../ink/ink292.xml"/><Relationship Id="rId7" Type="http://schemas.openxmlformats.org/officeDocument/2006/relationships/customXml" Target="../ink/ink3.xml"/><Relationship Id="rId239" Type="http://schemas.openxmlformats.org/officeDocument/2006/relationships/image" Target="../media/image124.png"/><Relationship Id="rId446" Type="http://schemas.openxmlformats.org/officeDocument/2006/relationships/customXml" Target="../ink/ink222.xml"/><Relationship Id="rId292" Type="http://schemas.openxmlformats.org/officeDocument/2006/relationships/customXml" Target="../ink/ink145.xml"/><Relationship Id="rId306" Type="http://schemas.openxmlformats.org/officeDocument/2006/relationships/customXml" Target="../ink/ink152.xml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9.png"/><Relationship Id="rId348" Type="http://schemas.openxmlformats.org/officeDocument/2006/relationships/customXml" Target="../ink/ink173.xml"/><Relationship Id="rId513" Type="http://schemas.openxmlformats.org/officeDocument/2006/relationships/image" Target="../media/image261.png"/><Relationship Id="rId555" Type="http://schemas.openxmlformats.org/officeDocument/2006/relationships/image" Target="../media/image282.png"/><Relationship Id="rId152" Type="http://schemas.openxmlformats.org/officeDocument/2006/relationships/customXml" Target="../ink/ink75.xml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415" Type="http://schemas.openxmlformats.org/officeDocument/2006/relationships/image" Target="../media/image212.png"/><Relationship Id="rId457" Type="http://schemas.openxmlformats.org/officeDocument/2006/relationships/image" Target="../media/image233.png"/><Relationship Id="rId261" Type="http://schemas.openxmlformats.org/officeDocument/2006/relationships/image" Target="../media/image135.png"/><Relationship Id="rId499" Type="http://schemas.openxmlformats.org/officeDocument/2006/relationships/image" Target="../media/image254.png"/><Relationship Id="rId14" Type="http://schemas.openxmlformats.org/officeDocument/2006/relationships/image" Target="../media/image11.png"/><Relationship Id="rId56" Type="http://schemas.openxmlformats.org/officeDocument/2006/relationships/image" Target="../media/image32.png"/><Relationship Id="rId317" Type="http://schemas.openxmlformats.org/officeDocument/2006/relationships/image" Target="../media/image163.png"/><Relationship Id="rId359" Type="http://schemas.openxmlformats.org/officeDocument/2006/relationships/image" Target="../media/image184.png"/><Relationship Id="rId524" Type="http://schemas.openxmlformats.org/officeDocument/2006/relationships/customXml" Target="../ink/ink261.xml"/><Relationship Id="rId566" Type="http://schemas.openxmlformats.org/officeDocument/2006/relationships/customXml" Target="../ink/ink282.xml"/><Relationship Id="rId98" Type="http://schemas.openxmlformats.org/officeDocument/2006/relationships/image" Target="../media/image53.png"/><Relationship Id="rId121" Type="http://schemas.openxmlformats.org/officeDocument/2006/relationships/image" Target="../media/image65.png"/><Relationship Id="rId163" Type="http://schemas.openxmlformats.org/officeDocument/2006/relationships/image" Target="../media/image86.png"/><Relationship Id="rId219" Type="http://schemas.openxmlformats.org/officeDocument/2006/relationships/image" Target="../media/image114.png"/><Relationship Id="rId370" Type="http://schemas.openxmlformats.org/officeDocument/2006/relationships/customXml" Target="../ink/ink184.xml"/><Relationship Id="rId426" Type="http://schemas.openxmlformats.org/officeDocument/2006/relationships/customXml" Target="../ink/ink212.xml"/><Relationship Id="rId230" Type="http://schemas.openxmlformats.org/officeDocument/2006/relationships/customXml" Target="../ink/ink114.xml"/><Relationship Id="rId468" Type="http://schemas.openxmlformats.org/officeDocument/2006/relationships/customXml" Target="../ink/ink233.xml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customXml" Target="../ink/ink135.xml"/><Relationship Id="rId328" Type="http://schemas.openxmlformats.org/officeDocument/2006/relationships/customXml" Target="../ink/ink163.xml"/><Relationship Id="rId535" Type="http://schemas.openxmlformats.org/officeDocument/2006/relationships/image" Target="../media/image272.png"/><Relationship Id="rId577" Type="http://schemas.openxmlformats.org/officeDocument/2006/relationships/image" Target="../media/image293.png"/><Relationship Id="rId132" Type="http://schemas.openxmlformats.org/officeDocument/2006/relationships/customXml" Target="../ink/ink65.xml"/><Relationship Id="rId174" Type="http://schemas.openxmlformats.org/officeDocument/2006/relationships/customXml" Target="../ink/ink86.xml"/><Relationship Id="rId381" Type="http://schemas.openxmlformats.org/officeDocument/2006/relationships/image" Target="../media/image195.png"/><Relationship Id="rId241" Type="http://schemas.openxmlformats.org/officeDocument/2006/relationships/image" Target="../media/image125.png"/><Relationship Id="rId437" Type="http://schemas.openxmlformats.org/officeDocument/2006/relationships/image" Target="../media/image223.png"/><Relationship Id="rId479" Type="http://schemas.openxmlformats.org/officeDocument/2006/relationships/image" Target="../media/image244.png"/><Relationship Id="rId36" Type="http://schemas.openxmlformats.org/officeDocument/2006/relationships/image" Target="../media/image22.png"/><Relationship Id="rId283" Type="http://schemas.openxmlformats.org/officeDocument/2006/relationships/image" Target="../media/image146.png"/><Relationship Id="rId339" Type="http://schemas.openxmlformats.org/officeDocument/2006/relationships/image" Target="../media/image174.png"/><Relationship Id="rId490" Type="http://schemas.openxmlformats.org/officeDocument/2006/relationships/customXml" Target="../ink/ink244.xml"/><Relationship Id="rId504" Type="http://schemas.openxmlformats.org/officeDocument/2006/relationships/customXml" Target="../ink/ink251.xml"/><Relationship Id="rId546" Type="http://schemas.openxmlformats.org/officeDocument/2006/relationships/customXml" Target="../ink/ink272.xml"/><Relationship Id="rId78" Type="http://schemas.openxmlformats.org/officeDocument/2006/relationships/image" Target="../media/image43.png"/><Relationship Id="rId101" Type="http://schemas.openxmlformats.org/officeDocument/2006/relationships/customXml" Target="../ink/ink50.xml"/><Relationship Id="rId143" Type="http://schemas.openxmlformats.org/officeDocument/2006/relationships/image" Target="../media/image76.png"/><Relationship Id="rId185" Type="http://schemas.openxmlformats.org/officeDocument/2006/relationships/image" Target="../media/image97.png"/><Relationship Id="rId350" Type="http://schemas.openxmlformats.org/officeDocument/2006/relationships/customXml" Target="../ink/ink174.xml"/><Relationship Id="rId406" Type="http://schemas.openxmlformats.org/officeDocument/2006/relationships/customXml" Target="../ink/ink202.xml"/><Relationship Id="rId588" Type="http://schemas.openxmlformats.org/officeDocument/2006/relationships/customXml" Target="../ink/ink293.xml"/><Relationship Id="rId9" Type="http://schemas.openxmlformats.org/officeDocument/2006/relationships/customXml" Target="../ink/ink4.xml"/><Relationship Id="rId210" Type="http://schemas.openxmlformats.org/officeDocument/2006/relationships/customXml" Target="../ink/ink104.xml"/><Relationship Id="rId392" Type="http://schemas.openxmlformats.org/officeDocument/2006/relationships/customXml" Target="../ink/ink195.xml"/><Relationship Id="rId448" Type="http://schemas.openxmlformats.org/officeDocument/2006/relationships/customXml" Target="../ink/ink223.xml"/><Relationship Id="rId252" Type="http://schemas.openxmlformats.org/officeDocument/2006/relationships/customXml" Target="../ink/ink125.xml"/><Relationship Id="rId294" Type="http://schemas.openxmlformats.org/officeDocument/2006/relationships/customXml" Target="../ink/ink146.xml"/><Relationship Id="rId308" Type="http://schemas.openxmlformats.org/officeDocument/2006/relationships/customXml" Target="../ink/ink153.xml"/><Relationship Id="rId515" Type="http://schemas.openxmlformats.org/officeDocument/2006/relationships/image" Target="../media/image262.png"/><Relationship Id="rId47" Type="http://schemas.openxmlformats.org/officeDocument/2006/relationships/customXml" Target="../ink/ink23.xml"/><Relationship Id="rId89" Type="http://schemas.openxmlformats.org/officeDocument/2006/relationships/customXml" Target="../ink/ink44.xml"/><Relationship Id="rId112" Type="http://schemas.openxmlformats.org/officeDocument/2006/relationships/image" Target="../media/image60.png"/><Relationship Id="rId154" Type="http://schemas.openxmlformats.org/officeDocument/2006/relationships/customXml" Target="../ink/ink76.xml"/><Relationship Id="rId361" Type="http://schemas.openxmlformats.org/officeDocument/2006/relationships/image" Target="../media/image185.png"/><Relationship Id="rId557" Type="http://schemas.openxmlformats.org/officeDocument/2006/relationships/image" Target="../media/image283.png"/><Relationship Id="rId196" Type="http://schemas.openxmlformats.org/officeDocument/2006/relationships/customXml" Target="../ink/ink97.xml"/><Relationship Id="rId417" Type="http://schemas.openxmlformats.org/officeDocument/2006/relationships/image" Target="../media/image213.png"/><Relationship Id="rId459" Type="http://schemas.openxmlformats.org/officeDocument/2006/relationships/image" Target="../media/image234.png"/><Relationship Id="rId16" Type="http://schemas.openxmlformats.org/officeDocument/2006/relationships/image" Target="../media/image12.png"/><Relationship Id="rId221" Type="http://schemas.openxmlformats.org/officeDocument/2006/relationships/image" Target="../media/image115.png"/><Relationship Id="rId263" Type="http://schemas.openxmlformats.org/officeDocument/2006/relationships/image" Target="../media/image136.png"/><Relationship Id="rId319" Type="http://schemas.openxmlformats.org/officeDocument/2006/relationships/image" Target="../media/image164.png"/><Relationship Id="rId470" Type="http://schemas.openxmlformats.org/officeDocument/2006/relationships/customXml" Target="../ink/ink234.xml"/><Relationship Id="rId526" Type="http://schemas.openxmlformats.org/officeDocument/2006/relationships/customXml" Target="../ink/ink262.xml"/><Relationship Id="rId58" Type="http://schemas.openxmlformats.org/officeDocument/2006/relationships/image" Target="../media/image33.png"/><Relationship Id="rId123" Type="http://schemas.openxmlformats.org/officeDocument/2006/relationships/image" Target="../media/image66.png"/><Relationship Id="rId330" Type="http://schemas.openxmlformats.org/officeDocument/2006/relationships/customXml" Target="../ink/ink164.xml"/><Relationship Id="rId568" Type="http://schemas.openxmlformats.org/officeDocument/2006/relationships/customXml" Target="../ink/ink283.xml"/><Relationship Id="rId165" Type="http://schemas.openxmlformats.org/officeDocument/2006/relationships/image" Target="../media/image87.png"/><Relationship Id="rId372" Type="http://schemas.openxmlformats.org/officeDocument/2006/relationships/customXml" Target="../ink/ink185.xml"/><Relationship Id="rId428" Type="http://schemas.openxmlformats.org/officeDocument/2006/relationships/customXml" Target="../ink/ink213.xml"/><Relationship Id="rId232" Type="http://schemas.openxmlformats.org/officeDocument/2006/relationships/customXml" Target="../ink/ink115.xml"/><Relationship Id="rId274" Type="http://schemas.openxmlformats.org/officeDocument/2006/relationships/customXml" Target="../ink/ink136.xml"/><Relationship Id="rId481" Type="http://schemas.openxmlformats.org/officeDocument/2006/relationships/image" Target="../media/image245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customXml" Target="../ink/ink66.xml"/><Relationship Id="rId537" Type="http://schemas.openxmlformats.org/officeDocument/2006/relationships/image" Target="../media/image273.png"/><Relationship Id="rId579" Type="http://schemas.openxmlformats.org/officeDocument/2006/relationships/image" Target="../media/image294.png"/><Relationship Id="rId80" Type="http://schemas.openxmlformats.org/officeDocument/2006/relationships/image" Target="../media/image44.png"/><Relationship Id="rId176" Type="http://schemas.openxmlformats.org/officeDocument/2006/relationships/customXml" Target="../ink/ink87.xml"/><Relationship Id="rId341" Type="http://schemas.openxmlformats.org/officeDocument/2006/relationships/image" Target="../media/image175.png"/><Relationship Id="rId383" Type="http://schemas.openxmlformats.org/officeDocument/2006/relationships/image" Target="../media/image196.png"/><Relationship Id="rId439" Type="http://schemas.openxmlformats.org/officeDocument/2006/relationships/image" Target="../media/image224.png"/><Relationship Id="rId201" Type="http://schemas.openxmlformats.org/officeDocument/2006/relationships/image" Target="../media/image105.png"/><Relationship Id="rId243" Type="http://schemas.openxmlformats.org/officeDocument/2006/relationships/image" Target="../media/image126.png"/><Relationship Id="rId285" Type="http://schemas.openxmlformats.org/officeDocument/2006/relationships/image" Target="../media/image147.png"/><Relationship Id="rId450" Type="http://schemas.openxmlformats.org/officeDocument/2006/relationships/customXml" Target="../ink/ink224.xml"/><Relationship Id="rId506" Type="http://schemas.openxmlformats.org/officeDocument/2006/relationships/customXml" Target="../ink/ink252.xml"/><Relationship Id="rId38" Type="http://schemas.openxmlformats.org/officeDocument/2006/relationships/image" Target="../media/image23.png"/><Relationship Id="rId103" Type="http://schemas.openxmlformats.org/officeDocument/2006/relationships/customXml" Target="../ink/ink51.xml"/><Relationship Id="rId310" Type="http://schemas.openxmlformats.org/officeDocument/2006/relationships/customXml" Target="../ink/ink154.xml"/><Relationship Id="rId492" Type="http://schemas.openxmlformats.org/officeDocument/2006/relationships/customXml" Target="../ink/ink245.xml"/><Relationship Id="rId548" Type="http://schemas.openxmlformats.org/officeDocument/2006/relationships/customXml" Target="../ink/ink273.xml"/><Relationship Id="rId91" Type="http://schemas.openxmlformats.org/officeDocument/2006/relationships/customXml" Target="../ink/ink45.xml"/><Relationship Id="rId145" Type="http://schemas.openxmlformats.org/officeDocument/2006/relationships/image" Target="../media/image77.png"/><Relationship Id="rId187" Type="http://schemas.openxmlformats.org/officeDocument/2006/relationships/image" Target="../media/image98.png"/><Relationship Id="rId352" Type="http://schemas.openxmlformats.org/officeDocument/2006/relationships/customXml" Target="../ink/ink175.xml"/><Relationship Id="rId394" Type="http://schemas.openxmlformats.org/officeDocument/2006/relationships/customXml" Target="../ink/ink196.xml"/><Relationship Id="rId408" Type="http://schemas.openxmlformats.org/officeDocument/2006/relationships/customXml" Target="../ink/ink203.xml"/><Relationship Id="rId212" Type="http://schemas.openxmlformats.org/officeDocument/2006/relationships/customXml" Target="../ink/ink105.xml"/><Relationship Id="rId254" Type="http://schemas.openxmlformats.org/officeDocument/2006/relationships/customXml" Target="../ink/ink126.xml"/><Relationship Id="rId49" Type="http://schemas.openxmlformats.org/officeDocument/2006/relationships/customXml" Target="../ink/ink24.xml"/><Relationship Id="rId114" Type="http://schemas.openxmlformats.org/officeDocument/2006/relationships/image" Target="../media/image61.png"/><Relationship Id="rId296" Type="http://schemas.openxmlformats.org/officeDocument/2006/relationships/customXml" Target="../ink/ink147.xml"/><Relationship Id="rId461" Type="http://schemas.openxmlformats.org/officeDocument/2006/relationships/image" Target="../media/image235.png"/><Relationship Id="rId517" Type="http://schemas.openxmlformats.org/officeDocument/2006/relationships/image" Target="../media/image263.png"/><Relationship Id="rId559" Type="http://schemas.openxmlformats.org/officeDocument/2006/relationships/image" Target="../media/image284.png"/><Relationship Id="rId60" Type="http://schemas.openxmlformats.org/officeDocument/2006/relationships/image" Target="../media/image34.png"/><Relationship Id="rId156" Type="http://schemas.openxmlformats.org/officeDocument/2006/relationships/customXml" Target="../ink/ink77.xml"/><Relationship Id="rId198" Type="http://schemas.openxmlformats.org/officeDocument/2006/relationships/customXml" Target="../ink/ink98.xml"/><Relationship Id="rId321" Type="http://schemas.openxmlformats.org/officeDocument/2006/relationships/image" Target="../media/image165.png"/><Relationship Id="rId363" Type="http://schemas.openxmlformats.org/officeDocument/2006/relationships/image" Target="../media/image186.png"/><Relationship Id="rId419" Type="http://schemas.openxmlformats.org/officeDocument/2006/relationships/image" Target="../media/image214.png"/><Relationship Id="rId570" Type="http://schemas.openxmlformats.org/officeDocument/2006/relationships/customXml" Target="../ink/ink284.xml"/><Relationship Id="rId223" Type="http://schemas.openxmlformats.org/officeDocument/2006/relationships/image" Target="../media/image116.png"/><Relationship Id="rId430" Type="http://schemas.openxmlformats.org/officeDocument/2006/relationships/customXml" Target="../ink/ink214.xml"/><Relationship Id="rId18" Type="http://schemas.openxmlformats.org/officeDocument/2006/relationships/image" Target="../media/image13.png"/><Relationship Id="rId265" Type="http://schemas.openxmlformats.org/officeDocument/2006/relationships/image" Target="../media/image137.png"/><Relationship Id="rId472" Type="http://schemas.openxmlformats.org/officeDocument/2006/relationships/customXml" Target="../ink/ink235.xml"/><Relationship Id="rId528" Type="http://schemas.openxmlformats.org/officeDocument/2006/relationships/customXml" Target="../ink/ink263.xml"/><Relationship Id="rId125" Type="http://schemas.openxmlformats.org/officeDocument/2006/relationships/image" Target="../media/image67.png"/><Relationship Id="rId167" Type="http://schemas.openxmlformats.org/officeDocument/2006/relationships/image" Target="../media/image88.png"/><Relationship Id="rId332" Type="http://schemas.openxmlformats.org/officeDocument/2006/relationships/customXml" Target="../ink/ink165.xml"/><Relationship Id="rId374" Type="http://schemas.openxmlformats.org/officeDocument/2006/relationships/customXml" Target="../ink/ink186.xml"/><Relationship Id="rId581" Type="http://schemas.openxmlformats.org/officeDocument/2006/relationships/image" Target="../media/image295.png"/><Relationship Id="rId71" Type="http://schemas.openxmlformats.org/officeDocument/2006/relationships/customXml" Target="../ink/ink35.xml"/><Relationship Id="rId234" Type="http://schemas.openxmlformats.org/officeDocument/2006/relationships/customXml" Target="../ink/ink116.xml"/><Relationship Id="rId2" Type="http://schemas.openxmlformats.org/officeDocument/2006/relationships/image" Target="../media/image5.png"/><Relationship Id="rId29" Type="http://schemas.openxmlformats.org/officeDocument/2006/relationships/customXml" Target="../ink/ink14.xml"/><Relationship Id="rId276" Type="http://schemas.openxmlformats.org/officeDocument/2006/relationships/customXml" Target="../ink/ink137.xml"/><Relationship Id="rId441" Type="http://schemas.openxmlformats.org/officeDocument/2006/relationships/image" Target="../media/image225.png"/><Relationship Id="rId483" Type="http://schemas.openxmlformats.org/officeDocument/2006/relationships/image" Target="../media/image246.png"/><Relationship Id="rId539" Type="http://schemas.openxmlformats.org/officeDocument/2006/relationships/image" Target="../media/image274.png"/><Relationship Id="rId40" Type="http://schemas.openxmlformats.org/officeDocument/2006/relationships/image" Target="../media/image24.png"/><Relationship Id="rId136" Type="http://schemas.openxmlformats.org/officeDocument/2006/relationships/customXml" Target="../ink/ink67.xml"/><Relationship Id="rId178" Type="http://schemas.openxmlformats.org/officeDocument/2006/relationships/customXml" Target="../ink/ink88.xml"/><Relationship Id="rId301" Type="http://schemas.openxmlformats.org/officeDocument/2006/relationships/image" Target="../media/image155.png"/><Relationship Id="rId343" Type="http://schemas.openxmlformats.org/officeDocument/2006/relationships/image" Target="../media/image176.png"/><Relationship Id="rId550" Type="http://schemas.openxmlformats.org/officeDocument/2006/relationships/customXml" Target="../ink/ink274.xml"/><Relationship Id="rId82" Type="http://schemas.openxmlformats.org/officeDocument/2006/relationships/image" Target="../media/image45.png"/><Relationship Id="rId203" Type="http://schemas.openxmlformats.org/officeDocument/2006/relationships/image" Target="../media/image106.png"/><Relationship Id="rId385" Type="http://schemas.openxmlformats.org/officeDocument/2006/relationships/image" Target="../media/image197.png"/><Relationship Id="rId245" Type="http://schemas.openxmlformats.org/officeDocument/2006/relationships/image" Target="../media/image127.png"/><Relationship Id="rId287" Type="http://schemas.openxmlformats.org/officeDocument/2006/relationships/image" Target="../media/image148.png"/><Relationship Id="rId410" Type="http://schemas.openxmlformats.org/officeDocument/2006/relationships/customXml" Target="../ink/ink204.xml"/><Relationship Id="rId452" Type="http://schemas.openxmlformats.org/officeDocument/2006/relationships/customXml" Target="../ink/ink225.xml"/><Relationship Id="rId494" Type="http://schemas.openxmlformats.org/officeDocument/2006/relationships/customXml" Target="../ink/ink246.xml"/><Relationship Id="rId508" Type="http://schemas.openxmlformats.org/officeDocument/2006/relationships/customXml" Target="../ink/ink253.xml"/><Relationship Id="rId105" Type="http://schemas.openxmlformats.org/officeDocument/2006/relationships/customXml" Target="../ink/ink52.xml"/><Relationship Id="rId147" Type="http://schemas.openxmlformats.org/officeDocument/2006/relationships/image" Target="../media/image78.png"/><Relationship Id="rId312" Type="http://schemas.openxmlformats.org/officeDocument/2006/relationships/customXml" Target="../ink/ink155.xml"/><Relationship Id="rId354" Type="http://schemas.openxmlformats.org/officeDocument/2006/relationships/customXml" Target="../ink/ink176.xml"/><Relationship Id="rId51" Type="http://schemas.openxmlformats.org/officeDocument/2006/relationships/customXml" Target="../ink/ink25.xml"/><Relationship Id="rId93" Type="http://schemas.openxmlformats.org/officeDocument/2006/relationships/customXml" Target="../ink/ink46.xml"/><Relationship Id="rId189" Type="http://schemas.openxmlformats.org/officeDocument/2006/relationships/image" Target="../media/image99.png"/><Relationship Id="rId396" Type="http://schemas.openxmlformats.org/officeDocument/2006/relationships/customXml" Target="../ink/ink197.xml"/><Relationship Id="rId561" Type="http://schemas.openxmlformats.org/officeDocument/2006/relationships/image" Target="../media/image285.png"/><Relationship Id="rId214" Type="http://schemas.openxmlformats.org/officeDocument/2006/relationships/customXml" Target="../ink/ink106.xml"/><Relationship Id="rId256" Type="http://schemas.openxmlformats.org/officeDocument/2006/relationships/customXml" Target="../ink/ink127.xml"/><Relationship Id="rId298" Type="http://schemas.openxmlformats.org/officeDocument/2006/relationships/customXml" Target="../ink/ink148.xml"/><Relationship Id="rId421" Type="http://schemas.openxmlformats.org/officeDocument/2006/relationships/image" Target="../media/image215.png"/><Relationship Id="rId463" Type="http://schemas.openxmlformats.org/officeDocument/2006/relationships/image" Target="../media/image236.png"/><Relationship Id="rId519" Type="http://schemas.openxmlformats.org/officeDocument/2006/relationships/image" Target="../media/image264.png"/><Relationship Id="rId116" Type="http://schemas.openxmlformats.org/officeDocument/2006/relationships/image" Target="../media/image62.png"/><Relationship Id="rId158" Type="http://schemas.openxmlformats.org/officeDocument/2006/relationships/customXml" Target="../ink/ink78.xml"/><Relationship Id="rId323" Type="http://schemas.openxmlformats.org/officeDocument/2006/relationships/image" Target="../media/image166.png"/><Relationship Id="rId530" Type="http://schemas.openxmlformats.org/officeDocument/2006/relationships/customXml" Target="../ink/ink264.xml"/><Relationship Id="rId20" Type="http://schemas.openxmlformats.org/officeDocument/2006/relationships/image" Target="../media/image14.png"/><Relationship Id="rId62" Type="http://schemas.openxmlformats.org/officeDocument/2006/relationships/image" Target="../media/image35.png"/><Relationship Id="rId365" Type="http://schemas.openxmlformats.org/officeDocument/2006/relationships/image" Target="../media/image187.png"/><Relationship Id="rId572" Type="http://schemas.openxmlformats.org/officeDocument/2006/relationships/customXml" Target="../ink/ink285.xml"/><Relationship Id="rId225" Type="http://schemas.openxmlformats.org/officeDocument/2006/relationships/image" Target="../media/image117.png"/><Relationship Id="rId267" Type="http://schemas.openxmlformats.org/officeDocument/2006/relationships/image" Target="../media/image138.png"/><Relationship Id="rId432" Type="http://schemas.openxmlformats.org/officeDocument/2006/relationships/customXml" Target="../ink/ink215.xml"/><Relationship Id="rId474" Type="http://schemas.openxmlformats.org/officeDocument/2006/relationships/customXml" Target="../ink/ink236.xml"/><Relationship Id="rId127" Type="http://schemas.openxmlformats.org/officeDocument/2006/relationships/image" Target="../media/image68.png"/><Relationship Id="rId31" Type="http://schemas.openxmlformats.org/officeDocument/2006/relationships/customXml" Target="../ink/ink15.xml"/><Relationship Id="rId73" Type="http://schemas.openxmlformats.org/officeDocument/2006/relationships/customXml" Target="../ink/ink36.xml"/><Relationship Id="rId169" Type="http://schemas.openxmlformats.org/officeDocument/2006/relationships/image" Target="../media/image89.png"/><Relationship Id="rId334" Type="http://schemas.openxmlformats.org/officeDocument/2006/relationships/customXml" Target="../ink/ink166.xml"/><Relationship Id="rId376" Type="http://schemas.openxmlformats.org/officeDocument/2006/relationships/customXml" Target="../ink/ink187.xml"/><Relationship Id="rId541" Type="http://schemas.openxmlformats.org/officeDocument/2006/relationships/image" Target="../media/image275.png"/><Relationship Id="rId583" Type="http://schemas.openxmlformats.org/officeDocument/2006/relationships/image" Target="../media/image296.png"/><Relationship Id="rId4" Type="http://schemas.openxmlformats.org/officeDocument/2006/relationships/image" Target="../media/image6.png"/><Relationship Id="rId180" Type="http://schemas.openxmlformats.org/officeDocument/2006/relationships/customXml" Target="../ink/ink89.xml"/><Relationship Id="rId236" Type="http://schemas.openxmlformats.org/officeDocument/2006/relationships/customXml" Target="../ink/ink117.xml"/><Relationship Id="rId278" Type="http://schemas.openxmlformats.org/officeDocument/2006/relationships/customXml" Target="../ink/ink138.xml"/><Relationship Id="rId401" Type="http://schemas.openxmlformats.org/officeDocument/2006/relationships/image" Target="../media/image205.png"/><Relationship Id="rId443" Type="http://schemas.openxmlformats.org/officeDocument/2006/relationships/image" Target="../media/image226.png"/><Relationship Id="rId303" Type="http://schemas.openxmlformats.org/officeDocument/2006/relationships/image" Target="../media/image156.png"/><Relationship Id="rId485" Type="http://schemas.openxmlformats.org/officeDocument/2006/relationships/image" Target="../media/image247.png"/><Relationship Id="rId42" Type="http://schemas.openxmlformats.org/officeDocument/2006/relationships/image" Target="../media/image25.png"/><Relationship Id="rId84" Type="http://schemas.openxmlformats.org/officeDocument/2006/relationships/image" Target="../media/image46.png"/><Relationship Id="rId138" Type="http://schemas.openxmlformats.org/officeDocument/2006/relationships/customXml" Target="../ink/ink68.xml"/><Relationship Id="rId345" Type="http://schemas.openxmlformats.org/officeDocument/2006/relationships/image" Target="../media/image177.png"/><Relationship Id="rId387" Type="http://schemas.openxmlformats.org/officeDocument/2006/relationships/image" Target="../media/image198.png"/><Relationship Id="rId510" Type="http://schemas.openxmlformats.org/officeDocument/2006/relationships/customXml" Target="../ink/ink254.xml"/><Relationship Id="rId552" Type="http://schemas.openxmlformats.org/officeDocument/2006/relationships/customXml" Target="../ink/ink275.xml"/><Relationship Id="rId191" Type="http://schemas.openxmlformats.org/officeDocument/2006/relationships/image" Target="../media/image100.png"/><Relationship Id="rId205" Type="http://schemas.openxmlformats.org/officeDocument/2006/relationships/image" Target="../media/image107.png"/><Relationship Id="rId247" Type="http://schemas.openxmlformats.org/officeDocument/2006/relationships/image" Target="../media/image128.png"/><Relationship Id="rId412" Type="http://schemas.openxmlformats.org/officeDocument/2006/relationships/customXml" Target="../ink/ink205.xml"/><Relationship Id="rId107" Type="http://schemas.openxmlformats.org/officeDocument/2006/relationships/customXml" Target="../ink/ink53.xml"/><Relationship Id="rId289" Type="http://schemas.openxmlformats.org/officeDocument/2006/relationships/image" Target="../media/image149.png"/><Relationship Id="rId454" Type="http://schemas.openxmlformats.org/officeDocument/2006/relationships/customXml" Target="../ink/ink226.xml"/><Relationship Id="rId496" Type="http://schemas.openxmlformats.org/officeDocument/2006/relationships/customXml" Target="../ink/ink247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image" Target="../media/image79.png"/><Relationship Id="rId314" Type="http://schemas.openxmlformats.org/officeDocument/2006/relationships/customXml" Target="../ink/ink156.xml"/><Relationship Id="rId356" Type="http://schemas.openxmlformats.org/officeDocument/2006/relationships/customXml" Target="../ink/ink177.xml"/><Relationship Id="rId398" Type="http://schemas.openxmlformats.org/officeDocument/2006/relationships/customXml" Target="../ink/ink198.xml"/><Relationship Id="rId521" Type="http://schemas.openxmlformats.org/officeDocument/2006/relationships/image" Target="../media/image265.png"/><Relationship Id="rId563" Type="http://schemas.openxmlformats.org/officeDocument/2006/relationships/image" Target="../media/image286.png"/><Relationship Id="rId95" Type="http://schemas.openxmlformats.org/officeDocument/2006/relationships/customXml" Target="../ink/ink47.xml"/><Relationship Id="rId160" Type="http://schemas.openxmlformats.org/officeDocument/2006/relationships/customXml" Target="../ink/ink79.xml"/><Relationship Id="rId216" Type="http://schemas.openxmlformats.org/officeDocument/2006/relationships/customXml" Target="../ink/ink107.xml"/><Relationship Id="rId423" Type="http://schemas.openxmlformats.org/officeDocument/2006/relationships/image" Target="../media/image216.png"/><Relationship Id="rId258" Type="http://schemas.openxmlformats.org/officeDocument/2006/relationships/customXml" Target="../ink/ink128.xml"/><Relationship Id="rId465" Type="http://schemas.openxmlformats.org/officeDocument/2006/relationships/image" Target="../media/image237.png"/><Relationship Id="rId22" Type="http://schemas.openxmlformats.org/officeDocument/2006/relationships/image" Target="../media/image15.png"/><Relationship Id="rId64" Type="http://schemas.openxmlformats.org/officeDocument/2006/relationships/image" Target="../media/image36.png"/><Relationship Id="rId118" Type="http://schemas.openxmlformats.org/officeDocument/2006/relationships/image" Target="../media/image63.png"/><Relationship Id="rId325" Type="http://schemas.openxmlformats.org/officeDocument/2006/relationships/image" Target="../media/image167.png"/><Relationship Id="rId367" Type="http://schemas.openxmlformats.org/officeDocument/2006/relationships/image" Target="../media/image188.png"/><Relationship Id="rId532" Type="http://schemas.openxmlformats.org/officeDocument/2006/relationships/customXml" Target="../ink/ink265.xml"/><Relationship Id="rId574" Type="http://schemas.openxmlformats.org/officeDocument/2006/relationships/customXml" Target="../ink/ink286.xml"/><Relationship Id="rId171" Type="http://schemas.openxmlformats.org/officeDocument/2006/relationships/image" Target="../media/image90.png"/><Relationship Id="rId227" Type="http://schemas.openxmlformats.org/officeDocument/2006/relationships/image" Target="../media/image118.png"/><Relationship Id="rId269" Type="http://schemas.openxmlformats.org/officeDocument/2006/relationships/image" Target="../media/image139.png"/><Relationship Id="rId434" Type="http://schemas.openxmlformats.org/officeDocument/2006/relationships/customXml" Target="../ink/ink216.xml"/><Relationship Id="rId476" Type="http://schemas.openxmlformats.org/officeDocument/2006/relationships/customXml" Target="../ink/ink237.xml"/><Relationship Id="rId33" Type="http://schemas.openxmlformats.org/officeDocument/2006/relationships/customXml" Target="../ink/ink16.xml"/><Relationship Id="rId129" Type="http://schemas.openxmlformats.org/officeDocument/2006/relationships/image" Target="../media/image69.png"/><Relationship Id="rId280" Type="http://schemas.openxmlformats.org/officeDocument/2006/relationships/customXml" Target="../ink/ink139.xml"/><Relationship Id="rId336" Type="http://schemas.openxmlformats.org/officeDocument/2006/relationships/customXml" Target="../ink/ink167.xml"/><Relationship Id="rId501" Type="http://schemas.openxmlformats.org/officeDocument/2006/relationships/image" Target="../media/image255.png"/><Relationship Id="rId543" Type="http://schemas.openxmlformats.org/officeDocument/2006/relationships/image" Target="../media/image276.png"/><Relationship Id="rId75" Type="http://schemas.openxmlformats.org/officeDocument/2006/relationships/customXml" Target="../ink/ink37.xml"/><Relationship Id="rId140" Type="http://schemas.openxmlformats.org/officeDocument/2006/relationships/customXml" Target="../ink/ink69.xml"/><Relationship Id="rId182" Type="http://schemas.openxmlformats.org/officeDocument/2006/relationships/customXml" Target="../ink/ink90.xml"/><Relationship Id="rId378" Type="http://schemas.openxmlformats.org/officeDocument/2006/relationships/customXml" Target="../ink/ink188.xml"/><Relationship Id="rId403" Type="http://schemas.openxmlformats.org/officeDocument/2006/relationships/image" Target="../media/image206.png"/><Relationship Id="rId585" Type="http://schemas.openxmlformats.org/officeDocument/2006/relationships/image" Target="../media/image297.png"/><Relationship Id="rId6" Type="http://schemas.openxmlformats.org/officeDocument/2006/relationships/image" Target="../media/image7.png"/><Relationship Id="rId238" Type="http://schemas.openxmlformats.org/officeDocument/2006/relationships/customXml" Target="../ink/ink118.xml"/><Relationship Id="rId445" Type="http://schemas.openxmlformats.org/officeDocument/2006/relationships/image" Target="../media/image227.png"/><Relationship Id="rId487" Type="http://schemas.openxmlformats.org/officeDocument/2006/relationships/image" Target="../media/image248.png"/><Relationship Id="rId291" Type="http://schemas.openxmlformats.org/officeDocument/2006/relationships/image" Target="../media/image150.png"/><Relationship Id="rId305" Type="http://schemas.openxmlformats.org/officeDocument/2006/relationships/image" Target="../media/image157.png"/><Relationship Id="rId347" Type="http://schemas.openxmlformats.org/officeDocument/2006/relationships/image" Target="../media/image178.png"/><Relationship Id="rId512" Type="http://schemas.openxmlformats.org/officeDocument/2006/relationships/customXml" Target="../ink/ink255.xml"/><Relationship Id="rId44" Type="http://schemas.openxmlformats.org/officeDocument/2006/relationships/image" Target="../media/image26.png"/><Relationship Id="rId86" Type="http://schemas.openxmlformats.org/officeDocument/2006/relationships/image" Target="../media/image47.png"/><Relationship Id="rId151" Type="http://schemas.openxmlformats.org/officeDocument/2006/relationships/image" Target="../media/image80.png"/><Relationship Id="rId389" Type="http://schemas.openxmlformats.org/officeDocument/2006/relationships/image" Target="../media/image199.png"/><Relationship Id="rId554" Type="http://schemas.openxmlformats.org/officeDocument/2006/relationships/customXml" Target="../ink/ink276.xml"/><Relationship Id="rId193" Type="http://schemas.openxmlformats.org/officeDocument/2006/relationships/image" Target="../media/image101.png"/><Relationship Id="rId207" Type="http://schemas.openxmlformats.org/officeDocument/2006/relationships/image" Target="../media/image108.png"/><Relationship Id="rId249" Type="http://schemas.openxmlformats.org/officeDocument/2006/relationships/image" Target="../media/image129.png"/><Relationship Id="rId414" Type="http://schemas.openxmlformats.org/officeDocument/2006/relationships/customXml" Target="../ink/ink206.xml"/><Relationship Id="rId456" Type="http://schemas.openxmlformats.org/officeDocument/2006/relationships/customXml" Target="../ink/ink227.xml"/><Relationship Id="rId498" Type="http://schemas.openxmlformats.org/officeDocument/2006/relationships/customXml" Target="../ink/ink248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29.xml"/><Relationship Id="rId316" Type="http://schemas.openxmlformats.org/officeDocument/2006/relationships/customXml" Target="../ink/ink157.xml"/><Relationship Id="rId523" Type="http://schemas.openxmlformats.org/officeDocument/2006/relationships/image" Target="../media/image266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4.png"/><Relationship Id="rId358" Type="http://schemas.openxmlformats.org/officeDocument/2006/relationships/customXml" Target="../ink/ink178.xml"/><Relationship Id="rId565" Type="http://schemas.openxmlformats.org/officeDocument/2006/relationships/image" Target="../media/image287.png"/><Relationship Id="rId162" Type="http://schemas.openxmlformats.org/officeDocument/2006/relationships/customXml" Target="../ink/ink80.xml"/><Relationship Id="rId218" Type="http://schemas.openxmlformats.org/officeDocument/2006/relationships/customXml" Target="../ink/ink108.xml"/><Relationship Id="rId425" Type="http://schemas.openxmlformats.org/officeDocument/2006/relationships/image" Target="../media/image217.png"/><Relationship Id="rId467" Type="http://schemas.openxmlformats.org/officeDocument/2006/relationships/image" Target="../media/image238.png"/><Relationship Id="rId271" Type="http://schemas.openxmlformats.org/officeDocument/2006/relationships/image" Target="../media/image140.png"/><Relationship Id="rId24" Type="http://schemas.openxmlformats.org/officeDocument/2006/relationships/image" Target="../media/image16.png"/><Relationship Id="rId66" Type="http://schemas.openxmlformats.org/officeDocument/2006/relationships/image" Target="../media/image37.png"/><Relationship Id="rId131" Type="http://schemas.openxmlformats.org/officeDocument/2006/relationships/image" Target="../media/image70.png"/><Relationship Id="rId327" Type="http://schemas.openxmlformats.org/officeDocument/2006/relationships/image" Target="../media/image168.png"/><Relationship Id="rId369" Type="http://schemas.openxmlformats.org/officeDocument/2006/relationships/image" Target="../media/image189.png"/><Relationship Id="rId534" Type="http://schemas.openxmlformats.org/officeDocument/2006/relationships/customXml" Target="../ink/ink266.xml"/><Relationship Id="rId576" Type="http://schemas.openxmlformats.org/officeDocument/2006/relationships/customXml" Target="../ink/ink287.xml"/><Relationship Id="rId173" Type="http://schemas.openxmlformats.org/officeDocument/2006/relationships/image" Target="../media/image91.png"/><Relationship Id="rId229" Type="http://schemas.openxmlformats.org/officeDocument/2006/relationships/image" Target="../media/image119.png"/><Relationship Id="rId380" Type="http://schemas.openxmlformats.org/officeDocument/2006/relationships/customXml" Target="../ink/ink189.xml"/><Relationship Id="rId436" Type="http://schemas.openxmlformats.org/officeDocument/2006/relationships/customXml" Target="../ink/ink217.xml"/><Relationship Id="rId240" Type="http://schemas.openxmlformats.org/officeDocument/2006/relationships/customXml" Target="../ink/ink119.xml"/><Relationship Id="rId478" Type="http://schemas.openxmlformats.org/officeDocument/2006/relationships/customXml" Target="../ink/ink238.xml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4.png"/><Relationship Id="rId282" Type="http://schemas.openxmlformats.org/officeDocument/2006/relationships/customXml" Target="../ink/ink140.xml"/><Relationship Id="rId338" Type="http://schemas.openxmlformats.org/officeDocument/2006/relationships/customXml" Target="../ink/ink168.xml"/><Relationship Id="rId503" Type="http://schemas.openxmlformats.org/officeDocument/2006/relationships/image" Target="../media/image256.png"/><Relationship Id="rId545" Type="http://schemas.openxmlformats.org/officeDocument/2006/relationships/image" Target="../media/image277.png"/><Relationship Id="rId587" Type="http://schemas.openxmlformats.org/officeDocument/2006/relationships/image" Target="../media/image298.png"/><Relationship Id="rId8" Type="http://schemas.openxmlformats.org/officeDocument/2006/relationships/image" Target="../media/image8.png"/><Relationship Id="rId142" Type="http://schemas.openxmlformats.org/officeDocument/2006/relationships/customXml" Target="../ink/ink70.xml"/><Relationship Id="rId184" Type="http://schemas.openxmlformats.org/officeDocument/2006/relationships/customXml" Target="../ink/ink91.xml"/><Relationship Id="rId391" Type="http://schemas.openxmlformats.org/officeDocument/2006/relationships/image" Target="../media/image200.png"/><Relationship Id="rId405" Type="http://schemas.openxmlformats.org/officeDocument/2006/relationships/image" Target="../media/image207.png"/><Relationship Id="rId447" Type="http://schemas.openxmlformats.org/officeDocument/2006/relationships/image" Target="../media/image228.png"/><Relationship Id="rId251" Type="http://schemas.openxmlformats.org/officeDocument/2006/relationships/image" Target="../media/image130.png"/><Relationship Id="rId489" Type="http://schemas.openxmlformats.org/officeDocument/2006/relationships/image" Target="../media/image249.png"/><Relationship Id="rId46" Type="http://schemas.openxmlformats.org/officeDocument/2006/relationships/image" Target="../media/image27.png"/><Relationship Id="rId293" Type="http://schemas.openxmlformats.org/officeDocument/2006/relationships/image" Target="../media/image151.png"/><Relationship Id="rId307" Type="http://schemas.openxmlformats.org/officeDocument/2006/relationships/image" Target="../media/image158.png"/><Relationship Id="rId349" Type="http://schemas.openxmlformats.org/officeDocument/2006/relationships/image" Target="../media/image179.png"/><Relationship Id="rId514" Type="http://schemas.openxmlformats.org/officeDocument/2006/relationships/customXml" Target="../ink/ink256.xml"/><Relationship Id="rId556" Type="http://schemas.openxmlformats.org/officeDocument/2006/relationships/customXml" Target="../ink/ink277.xml"/><Relationship Id="rId88" Type="http://schemas.openxmlformats.org/officeDocument/2006/relationships/image" Target="../media/image48.png"/><Relationship Id="rId111" Type="http://schemas.openxmlformats.org/officeDocument/2006/relationships/customXml" Target="../ink/ink55.xml"/><Relationship Id="rId153" Type="http://schemas.openxmlformats.org/officeDocument/2006/relationships/image" Target="../media/image81.png"/><Relationship Id="rId195" Type="http://schemas.openxmlformats.org/officeDocument/2006/relationships/image" Target="../media/image102.png"/><Relationship Id="rId209" Type="http://schemas.openxmlformats.org/officeDocument/2006/relationships/image" Target="../media/image109.png"/><Relationship Id="rId360" Type="http://schemas.openxmlformats.org/officeDocument/2006/relationships/customXml" Target="../ink/ink179.xml"/><Relationship Id="rId416" Type="http://schemas.openxmlformats.org/officeDocument/2006/relationships/customXml" Target="../ink/ink207.xml"/><Relationship Id="rId220" Type="http://schemas.openxmlformats.org/officeDocument/2006/relationships/customXml" Target="../ink/ink109.xml"/><Relationship Id="rId458" Type="http://schemas.openxmlformats.org/officeDocument/2006/relationships/customXml" Target="../ink/ink228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customXml" Target="../ink/ink130.xml"/><Relationship Id="rId318" Type="http://schemas.openxmlformats.org/officeDocument/2006/relationships/customXml" Target="../ink/ink158.xml"/><Relationship Id="rId525" Type="http://schemas.openxmlformats.org/officeDocument/2006/relationships/image" Target="../media/image267.png"/><Relationship Id="rId567" Type="http://schemas.openxmlformats.org/officeDocument/2006/relationships/image" Target="../media/image288.png"/><Relationship Id="rId99" Type="http://schemas.openxmlformats.org/officeDocument/2006/relationships/customXml" Target="../ink/ink49.xml"/><Relationship Id="rId122" Type="http://schemas.openxmlformats.org/officeDocument/2006/relationships/customXml" Target="../ink/ink60.xml"/><Relationship Id="rId164" Type="http://schemas.openxmlformats.org/officeDocument/2006/relationships/customXml" Target="../ink/ink81.xml"/><Relationship Id="rId371" Type="http://schemas.openxmlformats.org/officeDocument/2006/relationships/image" Target="../media/image190.png"/><Relationship Id="rId427" Type="http://schemas.openxmlformats.org/officeDocument/2006/relationships/image" Target="../media/image218.png"/><Relationship Id="rId469" Type="http://schemas.openxmlformats.org/officeDocument/2006/relationships/image" Target="../media/image239.png"/><Relationship Id="rId26" Type="http://schemas.openxmlformats.org/officeDocument/2006/relationships/image" Target="../media/image17.png"/><Relationship Id="rId231" Type="http://schemas.openxmlformats.org/officeDocument/2006/relationships/image" Target="../media/image120.png"/><Relationship Id="rId273" Type="http://schemas.openxmlformats.org/officeDocument/2006/relationships/image" Target="../media/image141.png"/><Relationship Id="rId329" Type="http://schemas.openxmlformats.org/officeDocument/2006/relationships/image" Target="../media/image169.png"/><Relationship Id="rId480" Type="http://schemas.openxmlformats.org/officeDocument/2006/relationships/customXml" Target="../ink/ink239.xml"/><Relationship Id="rId536" Type="http://schemas.openxmlformats.org/officeDocument/2006/relationships/customXml" Target="../ink/ink267.xml"/><Relationship Id="rId68" Type="http://schemas.openxmlformats.org/officeDocument/2006/relationships/image" Target="../media/image38.png"/><Relationship Id="rId133" Type="http://schemas.openxmlformats.org/officeDocument/2006/relationships/image" Target="../media/image71.png"/><Relationship Id="rId175" Type="http://schemas.openxmlformats.org/officeDocument/2006/relationships/image" Target="../media/image92.png"/><Relationship Id="rId340" Type="http://schemas.openxmlformats.org/officeDocument/2006/relationships/customXml" Target="../ink/ink169.xml"/><Relationship Id="rId578" Type="http://schemas.openxmlformats.org/officeDocument/2006/relationships/customXml" Target="../ink/ink288.xml"/><Relationship Id="rId200" Type="http://schemas.openxmlformats.org/officeDocument/2006/relationships/customXml" Target="../ink/ink99.xml"/><Relationship Id="rId382" Type="http://schemas.openxmlformats.org/officeDocument/2006/relationships/customXml" Target="../ink/ink190.xml"/><Relationship Id="rId438" Type="http://schemas.openxmlformats.org/officeDocument/2006/relationships/customXml" Target="../ink/ink218.xml"/><Relationship Id="rId242" Type="http://schemas.openxmlformats.org/officeDocument/2006/relationships/customXml" Target="../ink/ink120.xml"/><Relationship Id="rId284" Type="http://schemas.openxmlformats.org/officeDocument/2006/relationships/customXml" Target="../ink/ink141.xml"/><Relationship Id="rId491" Type="http://schemas.openxmlformats.org/officeDocument/2006/relationships/image" Target="../media/image250.png"/><Relationship Id="rId505" Type="http://schemas.openxmlformats.org/officeDocument/2006/relationships/image" Target="../media/image257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55.png"/><Relationship Id="rId144" Type="http://schemas.openxmlformats.org/officeDocument/2006/relationships/customXml" Target="../ink/ink71.xml"/><Relationship Id="rId547" Type="http://schemas.openxmlformats.org/officeDocument/2006/relationships/image" Target="../media/image278.png"/><Relationship Id="rId589" Type="http://schemas.openxmlformats.org/officeDocument/2006/relationships/image" Target="../media/image299.png"/><Relationship Id="rId90" Type="http://schemas.openxmlformats.org/officeDocument/2006/relationships/image" Target="../media/image49.png"/><Relationship Id="rId186" Type="http://schemas.openxmlformats.org/officeDocument/2006/relationships/customXml" Target="../ink/ink92.xml"/><Relationship Id="rId351" Type="http://schemas.openxmlformats.org/officeDocument/2006/relationships/image" Target="../media/image180.png"/><Relationship Id="rId393" Type="http://schemas.openxmlformats.org/officeDocument/2006/relationships/image" Target="../media/image201.png"/><Relationship Id="rId407" Type="http://schemas.openxmlformats.org/officeDocument/2006/relationships/image" Target="../media/image208.png"/><Relationship Id="rId449" Type="http://schemas.openxmlformats.org/officeDocument/2006/relationships/image" Target="../media/image229.png"/><Relationship Id="rId211" Type="http://schemas.openxmlformats.org/officeDocument/2006/relationships/image" Target="../media/image110.png"/><Relationship Id="rId253" Type="http://schemas.openxmlformats.org/officeDocument/2006/relationships/image" Target="../media/image131.png"/><Relationship Id="rId295" Type="http://schemas.openxmlformats.org/officeDocument/2006/relationships/image" Target="../media/image152.png"/><Relationship Id="rId309" Type="http://schemas.openxmlformats.org/officeDocument/2006/relationships/image" Target="../media/image159.png"/><Relationship Id="rId460" Type="http://schemas.openxmlformats.org/officeDocument/2006/relationships/customXml" Target="../ink/ink229.xml"/><Relationship Id="rId516" Type="http://schemas.openxmlformats.org/officeDocument/2006/relationships/customXml" Target="../ink/ink257.xml"/><Relationship Id="rId48" Type="http://schemas.openxmlformats.org/officeDocument/2006/relationships/image" Target="../media/image28.png"/><Relationship Id="rId113" Type="http://schemas.openxmlformats.org/officeDocument/2006/relationships/customXml" Target="../ink/ink56.xml"/><Relationship Id="rId320" Type="http://schemas.openxmlformats.org/officeDocument/2006/relationships/customXml" Target="../ink/ink159.xml"/><Relationship Id="rId558" Type="http://schemas.openxmlformats.org/officeDocument/2006/relationships/customXml" Target="../ink/ink278.xml"/><Relationship Id="rId155" Type="http://schemas.openxmlformats.org/officeDocument/2006/relationships/image" Target="../media/image82.png"/><Relationship Id="rId197" Type="http://schemas.openxmlformats.org/officeDocument/2006/relationships/image" Target="../media/image103.png"/><Relationship Id="rId362" Type="http://schemas.openxmlformats.org/officeDocument/2006/relationships/customXml" Target="../ink/ink180.xml"/><Relationship Id="rId418" Type="http://schemas.openxmlformats.org/officeDocument/2006/relationships/customXml" Target="../ink/ink208.xml"/><Relationship Id="rId222" Type="http://schemas.openxmlformats.org/officeDocument/2006/relationships/customXml" Target="../ink/ink110.xml"/><Relationship Id="rId264" Type="http://schemas.openxmlformats.org/officeDocument/2006/relationships/customXml" Target="../ink/ink131.xml"/><Relationship Id="rId471" Type="http://schemas.openxmlformats.org/officeDocument/2006/relationships/image" Target="../media/image240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customXml" Target="../ink/ink61.xml"/><Relationship Id="rId527" Type="http://schemas.openxmlformats.org/officeDocument/2006/relationships/image" Target="../media/image268.png"/><Relationship Id="rId569" Type="http://schemas.openxmlformats.org/officeDocument/2006/relationships/image" Target="../media/image289.png"/><Relationship Id="rId70" Type="http://schemas.openxmlformats.org/officeDocument/2006/relationships/image" Target="../media/image39.png"/><Relationship Id="rId166" Type="http://schemas.openxmlformats.org/officeDocument/2006/relationships/customXml" Target="../ink/ink82.xml"/><Relationship Id="rId331" Type="http://schemas.openxmlformats.org/officeDocument/2006/relationships/image" Target="../media/image170.png"/><Relationship Id="rId373" Type="http://schemas.openxmlformats.org/officeDocument/2006/relationships/image" Target="../media/image191.png"/><Relationship Id="rId429" Type="http://schemas.openxmlformats.org/officeDocument/2006/relationships/image" Target="../media/image219.png"/><Relationship Id="rId580" Type="http://schemas.openxmlformats.org/officeDocument/2006/relationships/customXml" Target="../ink/ink289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21.png"/><Relationship Id="rId440" Type="http://schemas.openxmlformats.org/officeDocument/2006/relationships/customXml" Target="../ink/ink219.xml"/><Relationship Id="rId28" Type="http://schemas.openxmlformats.org/officeDocument/2006/relationships/image" Target="../media/image18.png"/><Relationship Id="rId275" Type="http://schemas.openxmlformats.org/officeDocument/2006/relationships/image" Target="../media/image142.png"/><Relationship Id="rId300" Type="http://schemas.openxmlformats.org/officeDocument/2006/relationships/customXml" Target="../ink/ink149.xml"/><Relationship Id="rId482" Type="http://schemas.openxmlformats.org/officeDocument/2006/relationships/customXml" Target="../ink/ink240.xml"/><Relationship Id="rId538" Type="http://schemas.openxmlformats.org/officeDocument/2006/relationships/customXml" Target="../ink/ink268.xml"/><Relationship Id="rId81" Type="http://schemas.openxmlformats.org/officeDocument/2006/relationships/customXml" Target="../ink/ink40.xml"/><Relationship Id="rId135" Type="http://schemas.openxmlformats.org/officeDocument/2006/relationships/image" Target="../media/image72.png"/><Relationship Id="rId177" Type="http://schemas.openxmlformats.org/officeDocument/2006/relationships/image" Target="../media/image93.png"/><Relationship Id="rId342" Type="http://schemas.openxmlformats.org/officeDocument/2006/relationships/customXml" Target="../ink/ink170.xml"/><Relationship Id="rId384" Type="http://schemas.openxmlformats.org/officeDocument/2006/relationships/customXml" Target="../ink/ink191.xml"/><Relationship Id="rId202" Type="http://schemas.openxmlformats.org/officeDocument/2006/relationships/customXml" Target="../ink/ink100.xml"/><Relationship Id="rId244" Type="http://schemas.openxmlformats.org/officeDocument/2006/relationships/customXml" Target="../ink/ink121.xml"/><Relationship Id="rId39" Type="http://schemas.openxmlformats.org/officeDocument/2006/relationships/customXml" Target="../ink/ink19.xml"/><Relationship Id="rId286" Type="http://schemas.openxmlformats.org/officeDocument/2006/relationships/customXml" Target="../ink/ink142.xml"/><Relationship Id="rId451" Type="http://schemas.openxmlformats.org/officeDocument/2006/relationships/image" Target="../media/image230.png"/><Relationship Id="rId493" Type="http://schemas.openxmlformats.org/officeDocument/2006/relationships/image" Target="../media/image251.png"/><Relationship Id="rId507" Type="http://schemas.openxmlformats.org/officeDocument/2006/relationships/image" Target="../media/image258.png"/><Relationship Id="rId549" Type="http://schemas.openxmlformats.org/officeDocument/2006/relationships/image" Target="../media/image279.png"/><Relationship Id="rId50" Type="http://schemas.openxmlformats.org/officeDocument/2006/relationships/image" Target="../media/image29.png"/><Relationship Id="rId104" Type="http://schemas.openxmlformats.org/officeDocument/2006/relationships/image" Target="../media/image56.png"/><Relationship Id="rId146" Type="http://schemas.openxmlformats.org/officeDocument/2006/relationships/customXml" Target="../ink/ink72.xml"/><Relationship Id="rId188" Type="http://schemas.openxmlformats.org/officeDocument/2006/relationships/customXml" Target="../ink/ink93.xml"/><Relationship Id="rId311" Type="http://schemas.openxmlformats.org/officeDocument/2006/relationships/image" Target="../media/image160.png"/><Relationship Id="rId353" Type="http://schemas.openxmlformats.org/officeDocument/2006/relationships/image" Target="../media/image181.png"/><Relationship Id="rId395" Type="http://schemas.openxmlformats.org/officeDocument/2006/relationships/image" Target="../media/image202.png"/><Relationship Id="rId409" Type="http://schemas.openxmlformats.org/officeDocument/2006/relationships/image" Target="../media/image209.png"/><Relationship Id="rId560" Type="http://schemas.openxmlformats.org/officeDocument/2006/relationships/customXml" Target="../ink/ink279.xml"/><Relationship Id="rId92" Type="http://schemas.openxmlformats.org/officeDocument/2006/relationships/image" Target="../media/image50.png"/><Relationship Id="rId213" Type="http://schemas.openxmlformats.org/officeDocument/2006/relationships/image" Target="../media/image111.png"/><Relationship Id="rId420" Type="http://schemas.openxmlformats.org/officeDocument/2006/relationships/customXml" Target="../ink/ink209.xml"/><Relationship Id="rId255" Type="http://schemas.openxmlformats.org/officeDocument/2006/relationships/image" Target="../media/image132.png"/><Relationship Id="rId297" Type="http://schemas.openxmlformats.org/officeDocument/2006/relationships/image" Target="../media/image153.png"/><Relationship Id="rId462" Type="http://schemas.openxmlformats.org/officeDocument/2006/relationships/customXml" Target="../ink/ink230.xml"/><Relationship Id="rId518" Type="http://schemas.openxmlformats.org/officeDocument/2006/relationships/customXml" Target="../ink/ink258.xml"/><Relationship Id="rId115" Type="http://schemas.openxmlformats.org/officeDocument/2006/relationships/customXml" Target="../ink/ink57.xml"/><Relationship Id="rId157" Type="http://schemas.openxmlformats.org/officeDocument/2006/relationships/image" Target="../media/image83.png"/><Relationship Id="rId322" Type="http://schemas.openxmlformats.org/officeDocument/2006/relationships/customXml" Target="../ink/ink160.xml"/><Relationship Id="rId364" Type="http://schemas.openxmlformats.org/officeDocument/2006/relationships/customXml" Target="../ink/ink181.xml"/><Relationship Id="rId61" Type="http://schemas.openxmlformats.org/officeDocument/2006/relationships/customXml" Target="../ink/ink30.xml"/><Relationship Id="rId199" Type="http://schemas.openxmlformats.org/officeDocument/2006/relationships/image" Target="../media/image104.png"/><Relationship Id="rId571" Type="http://schemas.openxmlformats.org/officeDocument/2006/relationships/image" Target="../media/image290.png"/><Relationship Id="rId19" Type="http://schemas.openxmlformats.org/officeDocument/2006/relationships/customXml" Target="../ink/ink9.xml"/><Relationship Id="rId224" Type="http://schemas.openxmlformats.org/officeDocument/2006/relationships/customXml" Target="../ink/ink111.xml"/><Relationship Id="rId266" Type="http://schemas.openxmlformats.org/officeDocument/2006/relationships/customXml" Target="../ink/ink132.xml"/><Relationship Id="rId431" Type="http://schemas.openxmlformats.org/officeDocument/2006/relationships/image" Target="../media/image220.png"/><Relationship Id="rId473" Type="http://schemas.openxmlformats.org/officeDocument/2006/relationships/image" Target="../media/image241.png"/><Relationship Id="rId529" Type="http://schemas.openxmlformats.org/officeDocument/2006/relationships/image" Target="../media/image269.png"/><Relationship Id="rId30" Type="http://schemas.openxmlformats.org/officeDocument/2006/relationships/image" Target="../media/image19.png"/><Relationship Id="rId126" Type="http://schemas.openxmlformats.org/officeDocument/2006/relationships/customXml" Target="../ink/ink62.xml"/><Relationship Id="rId168" Type="http://schemas.openxmlformats.org/officeDocument/2006/relationships/customXml" Target="../ink/ink83.xml"/><Relationship Id="rId333" Type="http://schemas.openxmlformats.org/officeDocument/2006/relationships/image" Target="../media/image171.png"/><Relationship Id="rId540" Type="http://schemas.openxmlformats.org/officeDocument/2006/relationships/customXml" Target="../ink/ink269.xml"/><Relationship Id="rId72" Type="http://schemas.openxmlformats.org/officeDocument/2006/relationships/image" Target="../media/image40.png"/><Relationship Id="rId375" Type="http://schemas.openxmlformats.org/officeDocument/2006/relationships/image" Target="../media/image192.png"/><Relationship Id="rId582" Type="http://schemas.openxmlformats.org/officeDocument/2006/relationships/customXml" Target="../ink/ink290.xml"/><Relationship Id="rId3" Type="http://schemas.openxmlformats.org/officeDocument/2006/relationships/customXml" Target="../ink/ink1.xml"/><Relationship Id="rId235" Type="http://schemas.openxmlformats.org/officeDocument/2006/relationships/image" Target="../media/image122.png"/><Relationship Id="rId277" Type="http://schemas.openxmlformats.org/officeDocument/2006/relationships/image" Target="../media/image143.png"/><Relationship Id="rId400" Type="http://schemas.openxmlformats.org/officeDocument/2006/relationships/customXml" Target="../ink/ink199.xml"/><Relationship Id="rId442" Type="http://schemas.openxmlformats.org/officeDocument/2006/relationships/customXml" Target="../ink/ink220.xml"/><Relationship Id="rId484" Type="http://schemas.openxmlformats.org/officeDocument/2006/relationships/customXml" Target="../ink/ink241.xml"/><Relationship Id="rId137" Type="http://schemas.openxmlformats.org/officeDocument/2006/relationships/image" Target="../media/image73.png"/><Relationship Id="rId302" Type="http://schemas.openxmlformats.org/officeDocument/2006/relationships/customXml" Target="../ink/ink150.xml"/><Relationship Id="rId344" Type="http://schemas.openxmlformats.org/officeDocument/2006/relationships/customXml" Target="../ink/ink171.xml"/><Relationship Id="rId41" Type="http://schemas.openxmlformats.org/officeDocument/2006/relationships/customXml" Target="../ink/ink20.xml"/><Relationship Id="rId83" Type="http://schemas.openxmlformats.org/officeDocument/2006/relationships/customXml" Target="../ink/ink41.xml"/><Relationship Id="rId179" Type="http://schemas.openxmlformats.org/officeDocument/2006/relationships/image" Target="../media/image94.png"/><Relationship Id="rId386" Type="http://schemas.openxmlformats.org/officeDocument/2006/relationships/customXml" Target="../ink/ink192.xml"/><Relationship Id="rId551" Type="http://schemas.openxmlformats.org/officeDocument/2006/relationships/image" Target="../media/image280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46" Type="http://schemas.openxmlformats.org/officeDocument/2006/relationships/customXml" Target="../ink/ink122.xml"/><Relationship Id="rId288" Type="http://schemas.openxmlformats.org/officeDocument/2006/relationships/customXml" Target="../ink/ink143.xml"/><Relationship Id="rId411" Type="http://schemas.openxmlformats.org/officeDocument/2006/relationships/image" Target="../media/image210.png"/><Relationship Id="rId453" Type="http://schemas.openxmlformats.org/officeDocument/2006/relationships/image" Target="../media/image231.png"/><Relationship Id="rId509" Type="http://schemas.openxmlformats.org/officeDocument/2006/relationships/image" Target="../media/image259.png"/><Relationship Id="rId106" Type="http://schemas.openxmlformats.org/officeDocument/2006/relationships/image" Target="../media/image57.png"/><Relationship Id="rId313" Type="http://schemas.openxmlformats.org/officeDocument/2006/relationships/image" Target="../media/image161.png"/><Relationship Id="rId495" Type="http://schemas.openxmlformats.org/officeDocument/2006/relationships/image" Target="../media/image252.png"/><Relationship Id="rId10" Type="http://schemas.openxmlformats.org/officeDocument/2006/relationships/image" Target="../media/image9.png"/><Relationship Id="rId52" Type="http://schemas.openxmlformats.org/officeDocument/2006/relationships/image" Target="../media/image30.png"/><Relationship Id="rId94" Type="http://schemas.openxmlformats.org/officeDocument/2006/relationships/image" Target="../media/image51.png"/><Relationship Id="rId148" Type="http://schemas.openxmlformats.org/officeDocument/2006/relationships/customXml" Target="../ink/ink73.xml"/><Relationship Id="rId355" Type="http://schemas.openxmlformats.org/officeDocument/2006/relationships/image" Target="../media/image182.png"/><Relationship Id="rId397" Type="http://schemas.openxmlformats.org/officeDocument/2006/relationships/image" Target="../media/image203.png"/><Relationship Id="rId520" Type="http://schemas.openxmlformats.org/officeDocument/2006/relationships/customXml" Target="../ink/ink259.xml"/><Relationship Id="rId562" Type="http://schemas.openxmlformats.org/officeDocument/2006/relationships/customXml" Target="../ink/ink280.xml"/><Relationship Id="rId215" Type="http://schemas.openxmlformats.org/officeDocument/2006/relationships/image" Target="../media/image112.png"/><Relationship Id="rId257" Type="http://schemas.openxmlformats.org/officeDocument/2006/relationships/image" Target="../media/image133.png"/><Relationship Id="rId422" Type="http://schemas.openxmlformats.org/officeDocument/2006/relationships/customXml" Target="../ink/ink210.xml"/><Relationship Id="rId464" Type="http://schemas.openxmlformats.org/officeDocument/2006/relationships/customXml" Target="../ink/ink231.xml"/><Relationship Id="rId299" Type="http://schemas.openxmlformats.org/officeDocument/2006/relationships/image" Target="../media/image154.png"/><Relationship Id="rId63" Type="http://schemas.openxmlformats.org/officeDocument/2006/relationships/customXml" Target="../ink/ink31.xml"/><Relationship Id="rId159" Type="http://schemas.openxmlformats.org/officeDocument/2006/relationships/image" Target="../media/image84.png"/><Relationship Id="rId366" Type="http://schemas.openxmlformats.org/officeDocument/2006/relationships/customXml" Target="../ink/ink182.xml"/><Relationship Id="rId573" Type="http://schemas.openxmlformats.org/officeDocument/2006/relationships/image" Target="../media/image291.png"/><Relationship Id="rId226" Type="http://schemas.openxmlformats.org/officeDocument/2006/relationships/customXml" Target="../ink/ink112.xml"/><Relationship Id="rId433" Type="http://schemas.openxmlformats.org/officeDocument/2006/relationships/image" Target="../media/image221.png"/><Relationship Id="rId74" Type="http://schemas.openxmlformats.org/officeDocument/2006/relationships/image" Target="../media/image41.png"/><Relationship Id="rId377" Type="http://schemas.openxmlformats.org/officeDocument/2006/relationships/image" Target="../media/image193.png"/><Relationship Id="rId500" Type="http://schemas.openxmlformats.org/officeDocument/2006/relationships/customXml" Target="../ink/ink249.xml"/><Relationship Id="rId584" Type="http://schemas.openxmlformats.org/officeDocument/2006/relationships/customXml" Target="../ink/ink291.xml"/><Relationship Id="rId5" Type="http://schemas.openxmlformats.org/officeDocument/2006/relationships/customXml" Target="../ink/ink2.xml"/><Relationship Id="rId237" Type="http://schemas.openxmlformats.org/officeDocument/2006/relationships/image" Target="../media/image123.png"/><Relationship Id="rId444" Type="http://schemas.openxmlformats.org/officeDocument/2006/relationships/customXml" Target="../ink/ink221.xml"/><Relationship Id="rId290" Type="http://schemas.openxmlformats.org/officeDocument/2006/relationships/customXml" Target="../ink/ink144.xml"/><Relationship Id="rId304" Type="http://schemas.openxmlformats.org/officeDocument/2006/relationships/customXml" Target="../ink/ink151.xml"/><Relationship Id="rId388" Type="http://schemas.openxmlformats.org/officeDocument/2006/relationships/customXml" Target="../ink/ink193.xml"/><Relationship Id="rId511" Type="http://schemas.openxmlformats.org/officeDocument/2006/relationships/image" Target="../media/image260.png"/><Relationship Id="rId85" Type="http://schemas.openxmlformats.org/officeDocument/2006/relationships/customXml" Target="../ink/ink42.xml"/><Relationship Id="rId150" Type="http://schemas.openxmlformats.org/officeDocument/2006/relationships/customXml" Target="../ink/ink74.xml"/><Relationship Id="rId248" Type="http://schemas.openxmlformats.org/officeDocument/2006/relationships/customXml" Target="../ink/ink123.xml"/><Relationship Id="rId455" Type="http://schemas.openxmlformats.org/officeDocument/2006/relationships/image" Target="../media/image232.png"/><Relationship Id="rId12" Type="http://schemas.openxmlformats.org/officeDocument/2006/relationships/image" Target="../media/image10.png"/><Relationship Id="rId108" Type="http://schemas.openxmlformats.org/officeDocument/2006/relationships/image" Target="../media/image58.png"/><Relationship Id="rId315" Type="http://schemas.openxmlformats.org/officeDocument/2006/relationships/image" Target="../media/image162.png"/><Relationship Id="rId522" Type="http://schemas.openxmlformats.org/officeDocument/2006/relationships/customXml" Target="../ink/ink260.xml"/><Relationship Id="rId96" Type="http://schemas.openxmlformats.org/officeDocument/2006/relationships/image" Target="../media/image52.png"/><Relationship Id="rId161" Type="http://schemas.openxmlformats.org/officeDocument/2006/relationships/image" Target="../media/image85.png"/><Relationship Id="rId399" Type="http://schemas.openxmlformats.org/officeDocument/2006/relationships/image" Target="../media/image204.png"/><Relationship Id="rId259" Type="http://schemas.openxmlformats.org/officeDocument/2006/relationships/image" Target="../media/image134.png"/><Relationship Id="rId466" Type="http://schemas.openxmlformats.org/officeDocument/2006/relationships/customXml" Target="../ink/ink232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326" Type="http://schemas.openxmlformats.org/officeDocument/2006/relationships/customXml" Target="../ink/ink162.xml"/><Relationship Id="rId533" Type="http://schemas.openxmlformats.org/officeDocument/2006/relationships/image" Target="../media/image271.png"/><Relationship Id="rId172" Type="http://schemas.openxmlformats.org/officeDocument/2006/relationships/customXml" Target="../ink/ink85.xml"/><Relationship Id="rId477" Type="http://schemas.openxmlformats.org/officeDocument/2006/relationships/image" Target="../media/image243.png"/><Relationship Id="rId337" Type="http://schemas.openxmlformats.org/officeDocument/2006/relationships/image" Target="../media/image173.png"/><Relationship Id="rId34" Type="http://schemas.openxmlformats.org/officeDocument/2006/relationships/image" Target="../media/image21.png"/><Relationship Id="rId544" Type="http://schemas.openxmlformats.org/officeDocument/2006/relationships/customXml" Target="../ink/ink271.xml"/><Relationship Id="rId183" Type="http://schemas.openxmlformats.org/officeDocument/2006/relationships/image" Target="../media/image96.png"/><Relationship Id="rId390" Type="http://schemas.openxmlformats.org/officeDocument/2006/relationships/customXml" Target="../ink/ink194.xml"/><Relationship Id="rId404" Type="http://schemas.openxmlformats.org/officeDocument/2006/relationships/customXml" Target="../ink/ink201.xml"/><Relationship Id="rId250" Type="http://schemas.openxmlformats.org/officeDocument/2006/relationships/customXml" Target="../ink/ink124.xml"/><Relationship Id="rId488" Type="http://schemas.openxmlformats.org/officeDocument/2006/relationships/customXml" Target="../ink/ink2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1.xml"/><Relationship Id="rId21" Type="http://schemas.openxmlformats.org/officeDocument/2006/relationships/customXml" Target="../ink/ink303.xml"/><Relationship Id="rId42" Type="http://schemas.openxmlformats.org/officeDocument/2006/relationships/image" Target="../media/image320.png"/><Relationship Id="rId63" Type="http://schemas.openxmlformats.org/officeDocument/2006/relationships/customXml" Target="../ink/ink324.xml"/><Relationship Id="rId84" Type="http://schemas.openxmlformats.org/officeDocument/2006/relationships/image" Target="../media/image341.png"/><Relationship Id="rId138" Type="http://schemas.openxmlformats.org/officeDocument/2006/relationships/image" Target="../media/image368.png"/><Relationship Id="rId159" Type="http://schemas.openxmlformats.org/officeDocument/2006/relationships/customXml" Target="../ink/ink372.xml"/><Relationship Id="rId170" Type="http://schemas.openxmlformats.org/officeDocument/2006/relationships/image" Target="../media/image384.png"/><Relationship Id="rId191" Type="http://schemas.openxmlformats.org/officeDocument/2006/relationships/customXml" Target="../ink/ink388.xml"/><Relationship Id="rId205" Type="http://schemas.openxmlformats.org/officeDocument/2006/relationships/customXml" Target="../ink/ink395.xml"/><Relationship Id="rId107" Type="http://schemas.openxmlformats.org/officeDocument/2006/relationships/customXml" Target="../ink/ink346.xml"/><Relationship Id="rId11" Type="http://schemas.openxmlformats.org/officeDocument/2006/relationships/customXml" Target="../ink/ink298.xml"/><Relationship Id="rId32" Type="http://schemas.openxmlformats.org/officeDocument/2006/relationships/image" Target="../media/image315.png"/><Relationship Id="rId53" Type="http://schemas.openxmlformats.org/officeDocument/2006/relationships/customXml" Target="../ink/ink319.xml"/><Relationship Id="rId74" Type="http://schemas.openxmlformats.org/officeDocument/2006/relationships/image" Target="../media/image336.png"/><Relationship Id="rId128" Type="http://schemas.openxmlformats.org/officeDocument/2006/relationships/image" Target="../media/image363.png"/><Relationship Id="rId149" Type="http://schemas.openxmlformats.org/officeDocument/2006/relationships/customXml" Target="../ink/ink367.xml"/><Relationship Id="rId5" Type="http://schemas.openxmlformats.org/officeDocument/2006/relationships/customXml" Target="../ink/ink295.xml"/><Relationship Id="rId95" Type="http://schemas.openxmlformats.org/officeDocument/2006/relationships/customXml" Target="../ink/ink340.xml"/><Relationship Id="rId160" Type="http://schemas.openxmlformats.org/officeDocument/2006/relationships/image" Target="../media/image379.png"/><Relationship Id="rId181" Type="http://schemas.openxmlformats.org/officeDocument/2006/relationships/customXml" Target="../ink/ink383.xml"/><Relationship Id="rId216" Type="http://schemas.openxmlformats.org/officeDocument/2006/relationships/image" Target="../media/image407.png"/><Relationship Id="rId22" Type="http://schemas.openxmlformats.org/officeDocument/2006/relationships/image" Target="../media/image310.png"/><Relationship Id="rId43" Type="http://schemas.openxmlformats.org/officeDocument/2006/relationships/customXml" Target="../ink/ink314.xml"/><Relationship Id="rId64" Type="http://schemas.openxmlformats.org/officeDocument/2006/relationships/image" Target="../media/image331.png"/><Relationship Id="rId118" Type="http://schemas.openxmlformats.org/officeDocument/2006/relationships/image" Target="../media/image358.png"/><Relationship Id="rId139" Type="http://schemas.openxmlformats.org/officeDocument/2006/relationships/customXml" Target="../ink/ink362.xml"/><Relationship Id="rId85" Type="http://schemas.openxmlformats.org/officeDocument/2006/relationships/customXml" Target="../ink/ink335.xml"/><Relationship Id="rId150" Type="http://schemas.openxmlformats.org/officeDocument/2006/relationships/image" Target="../media/image374.png"/><Relationship Id="rId171" Type="http://schemas.openxmlformats.org/officeDocument/2006/relationships/customXml" Target="../ink/ink378.xml"/><Relationship Id="rId192" Type="http://schemas.openxmlformats.org/officeDocument/2006/relationships/image" Target="../media/image395.png"/><Relationship Id="rId206" Type="http://schemas.openxmlformats.org/officeDocument/2006/relationships/image" Target="../media/image402.png"/><Relationship Id="rId12" Type="http://schemas.openxmlformats.org/officeDocument/2006/relationships/image" Target="../media/image305.png"/><Relationship Id="rId33" Type="http://schemas.openxmlformats.org/officeDocument/2006/relationships/customXml" Target="../ink/ink309.xml"/><Relationship Id="rId108" Type="http://schemas.openxmlformats.org/officeDocument/2006/relationships/image" Target="../media/image353.png"/><Relationship Id="rId129" Type="http://schemas.openxmlformats.org/officeDocument/2006/relationships/customXml" Target="../ink/ink357.xml"/><Relationship Id="rId54" Type="http://schemas.openxmlformats.org/officeDocument/2006/relationships/image" Target="../media/image326.png"/><Relationship Id="rId75" Type="http://schemas.openxmlformats.org/officeDocument/2006/relationships/customXml" Target="../ink/ink330.xml"/><Relationship Id="rId96" Type="http://schemas.openxmlformats.org/officeDocument/2006/relationships/image" Target="../media/image347.png"/><Relationship Id="rId140" Type="http://schemas.openxmlformats.org/officeDocument/2006/relationships/image" Target="../media/image369.png"/><Relationship Id="rId161" Type="http://schemas.openxmlformats.org/officeDocument/2006/relationships/customXml" Target="../ink/ink373.xml"/><Relationship Id="rId182" Type="http://schemas.openxmlformats.org/officeDocument/2006/relationships/image" Target="../media/image390.png"/><Relationship Id="rId217" Type="http://schemas.openxmlformats.org/officeDocument/2006/relationships/customXml" Target="../ink/ink401.xml"/><Relationship Id="rId6" Type="http://schemas.openxmlformats.org/officeDocument/2006/relationships/image" Target="../media/image302.png"/><Relationship Id="rId23" Type="http://schemas.openxmlformats.org/officeDocument/2006/relationships/customXml" Target="../ink/ink304.xml"/><Relationship Id="rId119" Type="http://schemas.openxmlformats.org/officeDocument/2006/relationships/customXml" Target="../ink/ink352.xml"/><Relationship Id="rId44" Type="http://schemas.openxmlformats.org/officeDocument/2006/relationships/image" Target="../media/image321.png"/><Relationship Id="rId65" Type="http://schemas.openxmlformats.org/officeDocument/2006/relationships/customXml" Target="../ink/ink325.xml"/><Relationship Id="rId86" Type="http://schemas.openxmlformats.org/officeDocument/2006/relationships/image" Target="../media/image342.png"/><Relationship Id="rId130" Type="http://schemas.openxmlformats.org/officeDocument/2006/relationships/image" Target="../media/image364.png"/><Relationship Id="rId151" Type="http://schemas.openxmlformats.org/officeDocument/2006/relationships/customXml" Target="../ink/ink368.xml"/><Relationship Id="rId172" Type="http://schemas.openxmlformats.org/officeDocument/2006/relationships/image" Target="../media/image385.png"/><Relationship Id="rId193" Type="http://schemas.openxmlformats.org/officeDocument/2006/relationships/customXml" Target="../ink/ink389.xml"/><Relationship Id="rId207" Type="http://schemas.openxmlformats.org/officeDocument/2006/relationships/customXml" Target="../ink/ink396.xml"/><Relationship Id="rId13" Type="http://schemas.openxmlformats.org/officeDocument/2006/relationships/customXml" Target="../ink/ink299.xml"/><Relationship Id="rId109" Type="http://schemas.openxmlformats.org/officeDocument/2006/relationships/customXml" Target="../ink/ink347.xml"/><Relationship Id="rId34" Type="http://schemas.openxmlformats.org/officeDocument/2006/relationships/image" Target="../media/image316.png"/><Relationship Id="rId55" Type="http://schemas.openxmlformats.org/officeDocument/2006/relationships/customXml" Target="../ink/ink320.xml"/><Relationship Id="rId76" Type="http://schemas.openxmlformats.org/officeDocument/2006/relationships/image" Target="../media/image337.png"/><Relationship Id="rId97" Type="http://schemas.openxmlformats.org/officeDocument/2006/relationships/customXml" Target="../ink/ink341.xml"/><Relationship Id="rId120" Type="http://schemas.openxmlformats.org/officeDocument/2006/relationships/image" Target="../media/image359.png"/><Relationship Id="rId141" Type="http://schemas.openxmlformats.org/officeDocument/2006/relationships/customXml" Target="../ink/ink363.xml"/><Relationship Id="rId7" Type="http://schemas.openxmlformats.org/officeDocument/2006/relationships/customXml" Target="../ink/ink296.xml"/><Relationship Id="rId162" Type="http://schemas.openxmlformats.org/officeDocument/2006/relationships/image" Target="../media/image380.png"/><Relationship Id="rId183" Type="http://schemas.openxmlformats.org/officeDocument/2006/relationships/customXml" Target="../ink/ink384.xml"/><Relationship Id="rId218" Type="http://schemas.openxmlformats.org/officeDocument/2006/relationships/image" Target="../media/image408.png"/><Relationship Id="rId24" Type="http://schemas.openxmlformats.org/officeDocument/2006/relationships/image" Target="../media/image311.png"/><Relationship Id="rId45" Type="http://schemas.openxmlformats.org/officeDocument/2006/relationships/customXml" Target="../ink/ink315.xml"/><Relationship Id="rId66" Type="http://schemas.openxmlformats.org/officeDocument/2006/relationships/image" Target="../media/image332.png"/><Relationship Id="rId87" Type="http://schemas.openxmlformats.org/officeDocument/2006/relationships/customXml" Target="../ink/ink336.xml"/><Relationship Id="rId110" Type="http://schemas.openxmlformats.org/officeDocument/2006/relationships/image" Target="../media/image354.png"/><Relationship Id="rId131" Type="http://schemas.openxmlformats.org/officeDocument/2006/relationships/customXml" Target="../ink/ink358.xml"/><Relationship Id="rId152" Type="http://schemas.openxmlformats.org/officeDocument/2006/relationships/image" Target="../media/image375.png"/><Relationship Id="rId173" Type="http://schemas.openxmlformats.org/officeDocument/2006/relationships/customXml" Target="../ink/ink379.xml"/><Relationship Id="rId194" Type="http://schemas.openxmlformats.org/officeDocument/2006/relationships/image" Target="../media/image396.png"/><Relationship Id="rId208" Type="http://schemas.openxmlformats.org/officeDocument/2006/relationships/image" Target="../media/image403.png"/><Relationship Id="rId14" Type="http://schemas.openxmlformats.org/officeDocument/2006/relationships/image" Target="../media/image306.png"/><Relationship Id="rId35" Type="http://schemas.openxmlformats.org/officeDocument/2006/relationships/customXml" Target="../ink/ink310.xml"/><Relationship Id="rId56" Type="http://schemas.openxmlformats.org/officeDocument/2006/relationships/image" Target="../media/image327.png"/><Relationship Id="rId77" Type="http://schemas.openxmlformats.org/officeDocument/2006/relationships/customXml" Target="../ink/ink331.xml"/><Relationship Id="rId100" Type="http://schemas.openxmlformats.org/officeDocument/2006/relationships/image" Target="../media/image349.png"/><Relationship Id="rId8" Type="http://schemas.openxmlformats.org/officeDocument/2006/relationships/image" Target="../media/image303.png"/><Relationship Id="rId51" Type="http://schemas.openxmlformats.org/officeDocument/2006/relationships/customXml" Target="../ink/ink318.xml"/><Relationship Id="rId72" Type="http://schemas.openxmlformats.org/officeDocument/2006/relationships/image" Target="../media/image335.png"/><Relationship Id="rId93" Type="http://schemas.openxmlformats.org/officeDocument/2006/relationships/customXml" Target="../ink/ink339.xml"/><Relationship Id="rId98" Type="http://schemas.openxmlformats.org/officeDocument/2006/relationships/image" Target="../media/image348.png"/><Relationship Id="rId121" Type="http://schemas.openxmlformats.org/officeDocument/2006/relationships/customXml" Target="../ink/ink353.xml"/><Relationship Id="rId142" Type="http://schemas.openxmlformats.org/officeDocument/2006/relationships/image" Target="../media/image370.png"/><Relationship Id="rId163" Type="http://schemas.openxmlformats.org/officeDocument/2006/relationships/customXml" Target="../ink/ink374.xml"/><Relationship Id="rId184" Type="http://schemas.openxmlformats.org/officeDocument/2006/relationships/image" Target="../media/image391.png"/><Relationship Id="rId189" Type="http://schemas.openxmlformats.org/officeDocument/2006/relationships/customXml" Target="../ink/ink387.xml"/><Relationship Id="rId219" Type="http://schemas.openxmlformats.org/officeDocument/2006/relationships/customXml" Target="../ink/ink402.xml"/><Relationship Id="rId3" Type="http://schemas.openxmlformats.org/officeDocument/2006/relationships/customXml" Target="../ink/ink294.xml"/><Relationship Id="rId214" Type="http://schemas.openxmlformats.org/officeDocument/2006/relationships/image" Target="../media/image406.png"/><Relationship Id="rId25" Type="http://schemas.openxmlformats.org/officeDocument/2006/relationships/customXml" Target="../ink/ink305.xml"/><Relationship Id="rId46" Type="http://schemas.openxmlformats.org/officeDocument/2006/relationships/image" Target="../media/image322.png"/><Relationship Id="rId67" Type="http://schemas.openxmlformats.org/officeDocument/2006/relationships/customXml" Target="../ink/ink326.xml"/><Relationship Id="rId116" Type="http://schemas.openxmlformats.org/officeDocument/2006/relationships/image" Target="../media/image357.png"/><Relationship Id="rId137" Type="http://schemas.openxmlformats.org/officeDocument/2006/relationships/customXml" Target="../ink/ink361.xml"/><Relationship Id="rId158" Type="http://schemas.openxmlformats.org/officeDocument/2006/relationships/image" Target="../media/image378.png"/><Relationship Id="rId20" Type="http://schemas.openxmlformats.org/officeDocument/2006/relationships/image" Target="../media/image309.png"/><Relationship Id="rId41" Type="http://schemas.openxmlformats.org/officeDocument/2006/relationships/customXml" Target="../ink/ink313.xml"/><Relationship Id="rId62" Type="http://schemas.openxmlformats.org/officeDocument/2006/relationships/image" Target="../media/image330.png"/><Relationship Id="rId83" Type="http://schemas.openxmlformats.org/officeDocument/2006/relationships/customXml" Target="../ink/ink334.xml"/><Relationship Id="rId88" Type="http://schemas.openxmlformats.org/officeDocument/2006/relationships/image" Target="../media/image343.png"/><Relationship Id="rId111" Type="http://schemas.openxmlformats.org/officeDocument/2006/relationships/customXml" Target="../ink/ink348.xml"/><Relationship Id="rId132" Type="http://schemas.openxmlformats.org/officeDocument/2006/relationships/image" Target="../media/image365.png"/><Relationship Id="rId153" Type="http://schemas.openxmlformats.org/officeDocument/2006/relationships/customXml" Target="../ink/ink369.xml"/><Relationship Id="rId174" Type="http://schemas.openxmlformats.org/officeDocument/2006/relationships/image" Target="../media/image386.png"/><Relationship Id="rId179" Type="http://schemas.openxmlformats.org/officeDocument/2006/relationships/customXml" Target="../ink/ink382.xml"/><Relationship Id="rId195" Type="http://schemas.openxmlformats.org/officeDocument/2006/relationships/customXml" Target="../ink/ink390.xml"/><Relationship Id="rId209" Type="http://schemas.openxmlformats.org/officeDocument/2006/relationships/customXml" Target="../ink/ink397.xml"/><Relationship Id="rId190" Type="http://schemas.openxmlformats.org/officeDocument/2006/relationships/image" Target="../media/image394.png"/><Relationship Id="rId204" Type="http://schemas.openxmlformats.org/officeDocument/2006/relationships/image" Target="../media/image401.png"/><Relationship Id="rId220" Type="http://schemas.openxmlformats.org/officeDocument/2006/relationships/image" Target="../media/image409.png"/><Relationship Id="rId15" Type="http://schemas.openxmlformats.org/officeDocument/2006/relationships/customXml" Target="../ink/ink300.xml"/><Relationship Id="rId36" Type="http://schemas.openxmlformats.org/officeDocument/2006/relationships/image" Target="../media/image317.png"/><Relationship Id="rId57" Type="http://schemas.openxmlformats.org/officeDocument/2006/relationships/customXml" Target="../ink/ink321.xml"/><Relationship Id="rId106" Type="http://schemas.openxmlformats.org/officeDocument/2006/relationships/image" Target="../media/image352.png"/><Relationship Id="rId127" Type="http://schemas.openxmlformats.org/officeDocument/2006/relationships/customXml" Target="../ink/ink356.xml"/><Relationship Id="rId10" Type="http://schemas.openxmlformats.org/officeDocument/2006/relationships/image" Target="../media/image304.png"/><Relationship Id="rId31" Type="http://schemas.openxmlformats.org/officeDocument/2006/relationships/customXml" Target="../ink/ink308.xml"/><Relationship Id="rId52" Type="http://schemas.openxmlformats.org/officeDocument/2006/relationships/image" Target="../media/image325.png"/><Relationship Id="rId73" Type="http://schemas.openxmlformats.org/officeDocument/2006/relationships/customXml" Target="../ink/ink329.xml"/><Relationship Id="rId78" Type="http://schemas.openxmlformats.org/officeDocument/2006/relationships/image" Target="../media/image338.png"/><Relationship Id="rId94" Type="http://schemas.openxmlformats.org/officeDocument/2006/relationships/image" Target="../media/image346.png"/><Relationship Id="rId99" Type="http://schemas.openxmlformats.org/officeDocument/2006/relationships/customXml" Target="../ink/ink342.xml"/><Relationship Id="rId101" Type="http://schemas.openxmlformats.org/officeDocument/2006/relationships/customXml" Target="../ink/ink343.xml"/><Relationship Id="rId122" Type="http://schemas.openxmlformats.org/officeDocument/2006/relationships/image" Target="../media/image360.png"/><Relationship Id="rId143" Type="http://schemas.openxmlformats.org/officeDocument/2006/relationships/customXml" Target="../ink/ink364.xml"/><Relationship Id="rId148" Type="http://schemas.openxmlformats.org/officeDocument/2006/relationships/image" Target="../media/image373.png"/><Relationship Id="rId164" Type="http://schemas.openxmlformats.org/officeDocument/2006/relationships/image" Target="../media/image381.png"/><Relationship Id="rId169" Type="http://schemas.openxmlformats.org/officeDocument/2006/relationships/customXml" Target="../ink/ink377.xml"/><Relationship Id="rId185" Type="http://schemas.openxmlformats.org/officeDocument/2006/relationships/customXml" Target="../ink/ink385.xml"/><Relationship Id="rId4" Type="http://schemas.openxmlformats.org/officeDocument/2006/relationships/image" Target="../media/image301.png"/><Relationship Id="rId9" Type="http://schemas.openxmlformats.org/officeDocument/2006/relationships/customXml" Target="../ink/ink297.xml"/><Relationship Id="rId180" Type="http://schemas.openxmlformats.org/officeDocument/2006/relationships/image" Target="../media/image389.png"/><Relationship Id="rId210" Type="http://schemas.openxmlformats.org/officeDocument/2006/relationships/image" Target="../media/image404.png"/><Relationship Id="rId215" Type="http://schemas.openxmlformats.org/officeDocument/2006/relationships/customXml" Target="../ink/ink400.xml"/><Relationship Id="rId26" Type="http://schemas.openxmlformats.org/officeDocument/2006/relationships/image" Target="../media/image312.png"/><Relationship Id="rId47" Type="http://schemas.openxmlformats.org/officeDocument/2006/relationships/customXml" Target="../ink/ink316.xml"/><Relationship Id="rId68" Type="http://schemas.openxmlformats.org/officeDocument/2006/relationships/image" Target="../media/image333.png"/><Relationship Id="rId89" Type="http://schemas.openxmlformats.org/officeDocument/2006/relationships/customXml" Target="../ink/ink337.xml"/><Relationship Id="rId112" Type="http://schemas.openxmlformats.org/officeDocument/2006/relationships/image" Target="../media/image355.png"/><Relationship Id="rId133" Type="http://schemas.openxmlformats.org/officeDocument/2006/relationships/customXml" Target="../ink/ink359.xml"/><Relationship Id="rId154" Type="http://schemas.openxmlformats.org/officeDocument/2006/relationships/image" Target="../media/image376.png"/><Relationship Id="rId175" Type="http://schemas.openxmlformats.org/officeDocument/2006/relationships/customXml" Target="../ink/ink380.xml"/><Relationship Id="rId196" Type="http://schemas.openxmlformats.org/officeDocument/2006/relationships/image" Target="../media/image397.png"/><Relationship Id="rId200" Type="http://schemas.openxmlformats.org/officeDocument/2006/relationships/image" Target="../media/image399.png"/><Relationship Id="rId16" Type="http://schemas.openxmlformats.org/officeDocument/2006/relationships/image" Target="../media/image307.png"/><Relationship Id="rId221" Type="http://schemas.openxmlformats.org/officeDocument/2006/relationships/customXml" Target="../ink/ink403.xml"/><Relationship Id="rId37" Type="http://schemas.openxmlformats.org/officeDocument/2006/relationships/customXml" Target="../ink/ink311.xml"/><Relationship Id="rId58" Type="http://schemas.openxmlformats.org/officeDocument/2006/relationships/image" Target="../media/image328.png"/><Relationship Id="rId79" Type="http://schemas.openxmlformats.org/officeDocument/2006/relationships/customXml" Target="../ink/ink332.xml"/><Relationship Id="rId102" Type="http://schemas.openxmlformats.org/officeDocument/2006/relationships/image" Target="../media/image350.png"/><Relationship Id="rId123" Type="http://schemas.openxmlformats.org/officeDocument/2006/relationships/customXml" Target="../ink/ink354.xml"/><Relationship Id="rId144" Type="http://schemas.openxmlformats.org/officeDocument/2006/relationships/image" Target="../media/image371.png"/><Relationship Id="rId90" Type="http://schemas.openxmlformats.org/officeDocument/2006/relationships/image" Target="../media/image344.png"/><Relationship Id="rId165" Type="http://schemas.openxmlformats.org/officeDocument/2006/relationships/customXml" Target="../ink/ink375.xml"/><Relationship Id="rId186" Type="http://schemas.openxmlformats.org/officeDocument/2006/relationships/image" Target="../media/image392.png"/><Relationship Id="rId211" Type="http://schemas.openxmlformats.org/officeDocument/2006/relationships/customXml" Target="../ink/ink398.xml"/><Relationship Id="rId27" Type="http://schemas.openxmlformats.org/officeDocument/2006/relationships/customXml" Target="../ink/ink306.xml"/><Relationship Id="rId48" Type="http://schemas.openxmlformats.org/officeDocument/2006/relationships/image" Target="../media/image323.png"/><Relationship Id="rId69" Type="http://schemas.openxmlformats.org/officeDocument/2006/relationships/customXml" Target="../ink/ink327.xml"/><Relationship Id="rId113" Type="http://schemas.openxmlformats.org/officeDocument/2006/relationships/customXml" Target="../ink/ink349.xml"/><Relationship Id="rId134" Type="http://schemas.openxmlformats.org/officeDocument/2006/relationships/image" Target="../media/image366.png"/><Relationship Id="rId80" Type="http://schemas.openxmlformats.org/officeDocument/2006/relationships/image" Target="../media/image339.png"/><Relationship Id="rId155" Type="http://schemas.openxmlformats.org/officeDocument/2006/relationships/customXml" Target="../ink/ink370.xml"/><Relationship Id="rId176" Type="http://schemas.openxmlformats.org/officeDocument/2006/relationships/image" Target="../media/image387.png"/><Relationship Id="rId197" Type="http://schemas.openxmlformats.org/officeDocument/2006/relationships/customXml" Target="../ink/ink391.xml"/><Relationship Id="rId201" Type="http://schemas.openxmlformats.org/officeDocument/2006/relationships/customXml" Target="../ink/ink393.xml"/><Relationship Id="rId222" Type="http://schemas.openxmlformats.org/officeDocument/2006/relationships/image" Target="../media/image410.png"/><Relationship Id="rId17" Type="http://schemas.openxmlformats.org/officeDocument/2006/relationships/customXml" Target="../ink/ink301.xml"/><Relationship Id="rId38" Type="http://schemas.openxmlformats.org/officeDocument/2006/relationships/image" Target="../media/image318.png"/><Relationship Id="rId59" Type="http://schemas.openxmlformats.org/officeDocument/2006/relationships/customXml" Target="../ink/ink322.xml"/><Relationship Id="rId103" Type="http://schemas.openxmlformats.org/officeDocument/2006/relationships/customXml" Target="../ink/ink344.xml"/><Relationship Id="rId124" Type="http://schemas.openxmlformats.org/officeDocument/2006/relationships/image" Target="../media/image361.png"/><Relationship Id="rId70" Type="http://schemas.openxmlformats.org/officeDocument/2006/relationships/image" Target="../media/image334.png"/><Relationship Id="rId91" Type="http://schemas.openxmlformats.org/officeDocument/2006/relationships/customXml" Target="../ink/ink338.xml"/><Relationship Id="rId145" Type="http://schemas.openxmlformats.org/officeDocument/2006/relationships/customXml" Target="../ink/ink365.xml"/><Relationship Id="rId166" Type="http://schemas.openxmlformats.org/officeDocument/2006/relationships/image" Target="../media/image382.png"/><Relationship Id="rId187" Type="http://schemas.openxmlformats.org/officeDocument/2006/relationships/customXml" Target="../ink/ink38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05.png"/><Relationship Id="rId28" Type="http://schemas.openxmlformats.org/officeDocument/2006/relationships/image" Target="../media/image313.png"/><Relationship Id="rId49" Type="http://schemas.openxmlformats.org/officeDocument/2006/relationships/customXml" Target="../ink/ink317.xml"/><Relationship Id="rId114" Type="http://schemas.openxmlformats.org/officeDocument/2006/relationships/image" Target="../media/image356.png"/><Relationship Id="rId60" Type="http://schemas.openxmlformats.org/officeDocument/2006/relationships/image" Target="../media/image329.png"/><Relationship Id="rId81" Type="http://schemas.openxmlformats.org/officeDocument/2006/relationships/customXml" Target="../ink/ink333.xml"/><Relationship Id="rId135" Type="http://schemas.openxmlformats.org/officeDocument/2006/relationships/customXml" Target="../ink/ink360.xml"/><Relationship Id="rId156" Type="http://schemas.openxmlformats.org/officeDocument/2006/relationships/image" Target="../media/image377.png"/><Relationship Id="rId177" Type="http://schemas.openxmlformats.org/officeDocument/2006/relationships/customXml" Target="../ink/ink381.xml"/><Relationship Id="rId198" Type="http://schemas.openxmlformats.org/officeDocument/2006/relationships/image" Target="../media/image398.png"/><Relationship Id="rId202" Type="http://schemas.openxmlformats.org/officeDocument/2006/relationships/image" Target="../media/image400.png"/><Relationship Id="rId223" Type="http://schemas.openxmlformats.org/officeDocument/2006/relationships/customXml" Target="../ink/ink404.xml"/><Relationship Id="rId18" Type="http://schemas.openxmlformats.org/officeDocument/2006/relationships/image" Target="../media/image308.png"/><Relationship Id="rId39" Type="http://schemas.openxmlformats.org/officeDocument/2006/relationships/customXml" Target="../ink/ink312.xml"/><Relationship Id="rId50" Type="http://schemas.openxmlformats.org/officeDocument/2006/relationships/image" Target="../media/image324.png"/><Relationship Id="rId104" Type="http://schemas.openxmlformats.org/officeDocument/2006/relationships/image" Target="../media/image351.png"/><Relationship Id="rId125" Type="http://schemas.openxmlformats.org/officeDocument/2006/relationships/customXml" Target="../ink/ink355.xml"/><Relationship Id="rId146" Type="http://schemas.openxmlformats.org/officeDocument/2006/relationships/image" Target="../media/image372.png"/><Relationship Id="rId167" Type="http://schemas.openxmlformats.org/officeDocument/2006/relationships/customXml" Target="../ink/ink376.xml"/><Relationship Id="rId188" Type="http://schemas.openxmlformats.org/officeDocument/2006/relationships/image" Target="../media/image393.png"/><Relationship Id="rId71" Type="http://schemas.openxmlformats.org/officeDocument/2006/relationships/customXml" Target="../ink/ink328.xml"/><Relationship Id="rId92" Type="http://schemas.openxmlformats.org/officeDocument/2006/relationships/image" Target="../media/image345.png"/><Relationship Id="rId213" Type="http://schemas.openxmlformats.org/officeDocument/2006/relationships/customXml" Target="../ink/ink399.xml"/><Relationship Id="rId2" Type="http://schemas.openxmlformats.org/officeDocument/2006/relationships/image" Target="../media/image300.png"/><Relationship Id="rId29" Type="http://schemas.openxmlformats.org/officeDocument/2006/relationships/customXml" Target="../ink/ink307.xml"/><Relationship Id="rId40" Type="http://schemas.openxmlformats.org/officeDocument/2006/relationships/image" Target="../media/image319.png"/><Relationship Id="rId115" Type="http://schemas.openxmlformats.org/officeDocument/2006/relationships/customXml" Target="../ink/ink350.xml"/><Relationship Id="rId136" Type="http://schemas.openxmlformats.org/officeDocument/2006/relationships/image" Target="../media/image367.png"/><Relationship Id="rId157" Type="http://schemas.openxmlformats.org/officeDocument/2006/relationships/customXml" Target="../ink/ink371.xml"/><Relationship Id="rId178" Type="http://schemas.openxmlformats.org/officeDocument/2006/relationships/image" Target="../media/image388.png"/><Relationship Id="rId61" Type="http://schemas.openxmlformats.org/officeDocument/2006/relationships/customXml" Target="../ink/ink323.xml"/><Relationship Id="rId82" Type="http://schemas.openxmlformats.org/officeDocument/2006/relationships/image" Target="../media/image340.png"/><Relationship Id="rId199" Type="http://schemas.openxmlformats.org/officeDocument/2006/relationships/customXml" Target="../ink/ink392.xml"/><Relationship Id="rId203" Type="http://schemas.openxmlformats.org/officeDocument/2006/relationships/customXml" Target="../ink/ink394.xml"/><Relationship Id="rId19" Type="http://schemas.openxmlformats.org/officeDocument/2006/relationships/customXml" Target="../ink/ink302.xml"/><Relationship Id="rId224" Type="http://schemas.openxmlformats.org/officeDocument/2006/relationships/image" Target="../media/image411.png"/><Relationship Id="rId30" Type="http://schemas.openxmlformats.org/officeDocument/2006/relationships/image" Target="../media/image314.png"/><Relationship Id="rId105" Type="http://schemas.openxmlformats.org/officeDocument/2006/relationships/customXml" Target="../ink/ink345.xml"/><Relationship Id="rId126" Type="http://schemas.openxmlformats.org/officeDocument/2006/relationships/image" Target="../media/image362.png"/><Relationship Id="rId147" Type="http://schemas.openxmlformats.org/officeDocument/2006/relationships/customXml" Target="../ink/ink366.xml"/><Relationship Id="rId168" Type="http://schemas.openxmlformats.org/officeDocument/2006/relationships/image" Target="../media/image38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png"/><Relationship Id="rId13" Type="http://schemas.openxmlformats.org/officeDocument/2006/relationships/customXml" Target="../ink/ink410.xml"/><Relationship Id="rId18" Type="http://schemas.openxmlformats.org/officeDocument/2006/relationships/image" Target="../media/image421.png"/><Relationship Id="rId3" Type="http://schemas.openxmlformats.org/officeDocument/2006/relationships/customXml" Target="../ink/ink405.xml"/><Relationship Id="rId7" Type="http://schemas.openxmlformats.org/officeDocument/2006/relationships/customXml" Target="../ink/ink407.xml"/><Relationship Id="rId12" Type="http://schemas.openxmlformats.org/officeDocument/2006/relationships/image" Target="../media/image418.png"/><Relationship Id="rId17" Type="http://schemas.openxmlformats.org/officeDocument/2006/relationships/customXml" Target="../ink/ink412.xml"/><Relationship Id="rId2" Type="http://schemas.openxmlformats.org/officeDocument/2006/relationships/image" Target="../media/image413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5.png"/><Relationship Id="rId11" Type="http://schemas.openxmlformats.org/officeDocument/2006/relationships/customXml" Target="../ink/ink409.xml"/><Relationship Id="rId5" Type="http://schemas.openxmlformats.org/officeDocument/2006/relationships/customXml" Target="../ink/ink406.xml"/><Relationship Id="rId15" Type="http://schemas.openxmlformats.org/officeDocument/2006/relationships/customXml" Target="../ink/ink411.xml"/><Relationship Id="rId10" Type="http://schemas.openxmlformats.org/officeDocument/2006/relationships/image" Target="../media/image417.png"/><Relationship Id="rId4" Type="http://schemas.openxmlformats.org/officeDocument/2006/relationships/image" Target="../media/image414.png"/><Relationship Id="rId9" Type="http://schemas.openxmlformats.org/officeDocument/2006/relationships/customXml" Target="../ink/ink408.xml"/><Relationship Id="rId14" Type="http://schemas.openxmlformats.org/officeDocument/2006/relationships/image" Target="../media/image4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6.emf"/><Relationship Id="rId2" Type="http://schemas.openxmlformats.org/officeDocument/2006/relationships/image" Target="../media/image41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spotify.com/documentation/web-api/reference/get-audio-features" TargetMode="External"/><Relationship Id="rId2" Type="http://schemas.openxmlformats.org/officeDocument/2006/relationships/hyperlink" Target="https://www.kaggle.com/datasets/maharshipandya/-spotify-tracks-datase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 descr="taslak, çizim, anime, res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C8F7A69-ABA2-DDE8-FE52-69BE8907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61" b="11068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C92F5EF-5941-7D9E-1166-D0631B985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tr-TR" sz="5200" dirty="0">
                <a:solidFill>
                  <a:srgbClr val="FFFFFF"/>
                </a:solidFill>
              </a:rPr>
              <a:t>Spotify Verilerinde Tempo ve Mod Etkileşiminin Popülerliğe Etkisi: Çok Yönlü Tek Değişkenli Varyans Analizi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CBCEFBB-F949-BAE4-0FD9-61BE9DDF2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MELİSA KHORDOOSTAN</a:t>
            </a:r>
          </a:p>
          <a:p>
            <a:r>
              <a:rPr lang="tr-TR">
                <a:solidFill>
                  <a:srgbClr val="FFFFFF"/>
                </a:solidFill>
              </a:rPr>
              <a:t>2211011005</a:t>
            </a:r>
          </a:p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4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8CEEC9-0D51-51D7-85E2-35C337D608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A5B10DD-E8B7-D8B4-9CD5-4DA68BC6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/>
              <a:t>PROBLEM TANIMI VE AMAÇ</a:t>
            </a:r>
          </a:p>
        </p:txBody>
      </p:sp>
      <p:graphicFrame>
        <p:nvGraphicFramePr>
          <p:cNvPr id="11" name="İçerik Yer Tutucusu 2">
            <a:extLst>
              <a:ext uri="{FF2B5EF4-FFF2-40B4-BE49-F238E27FC236}">
                <a16:creationId xmlns:a16="http://schemas.microsoft.com/office/drawing/2014/main" id="{AA8DB6CE-AE96-1A4C-A581-8BD294A72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0210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938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D50F859-6C20-C8F5-02C8-F711C1D9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tr-TR" sz="5600">
                <a:solidFill>
                  <a:srgbClr val="FFFFFF"/>
                </a:solidFill>
              </a:rPr>
              <a:t>Popülerlik, Tempo ve Mod Nedir?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3FD795-02C7-79E4-1B85-8835906C6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endParaRPr lang="tr-TR" sz="19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Popülerlik</a:t>
            </a:r>
          </a:p>
          <a:p>
            <a:pPr marL="0" indent="0">
              <a:buNone/>
            </a:pP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Spotify algoritması tarafından hesaplanan 0 ile 100 arasında dinamik bir puandır.</a:t>
            </a:r>
            <a:endParaRPr lang="tr-TR" sz="19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Tempo (BPM - Beats Per Minute)</a:t>
            </a:r>
          </a:p>
          <a:p>
            <a:pPr marL="0" indent="0">
              <a:buNone/>
            </a:pP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Müziğin hızıdır. Dakikadaki vuruş sayısını ifade eder.</a:t>
            </a:r>
          </a:p>
          <a:p>
            <a:pPr lvl="1"/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Düşük (&lt;135):</a:t>
            </a: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 Daha sakin, chill veya duygusal şarkılar.</a:t>
            </a:r>
          </a:p>
          <a:p>
            <a:pPr lvl="1"/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Yüksek (&gt;135):</a:t>
            </a: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 Yüksek enerjili, dans veya spor için uygun şarkılar.</a:t>
            </a:r>
          </a:p>
          <a:p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Mod (Musical Mode)</a:t>
            </a:r>
          </a:p>
          <a:p>
            <a:pPr marL="0" indent="0">
              <a:buNone/>
            </a:pP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Şarkının tonal yapısıdır. Müziğin "atmosferini" veya "duygusunu" belirler.</a:t>
            </a:r>
          </a:p>
          <a:p>
            <a:pPr lvl="1"/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Major (1):</a:t>
            </a: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 Genellikle neşeli, parlak, umutlu ve kararlı duyulur. </a:t>
            </a:r>
          </a:p>
          <a:p>
            <a:pPr lvl="1"/>
            <a:r>
              <a:rPr lang="tr-TR" sz="1900" b="1">
                <a:solidFill>
                  <a:schemeClr val="tx1">
                    <a:alpha val="80000"/>
                  </a:schemeClr>
                </a:solidFill>
              </a:rPr>
              <a:t>Minor (0):</a:t>
            </a:r>
            <a:r>
              <a:rPr lang="tr-TR" sz="1900">
                <a:solidFill>
                  <a:schemeClr val="tx1">
                    <a:alpha val="80000"/>
                  </a:schemeClr>
                </a:solidFill>
              </a:rPr>
              <a:t> Genellikle hüzünlü, duygusal, karanlık veya ciddi duyulur. </a:t>
            </a:r>
          </a:p>
          <a:p>
            <a:endParaRPr lang="tr-TR" sz="19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3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2A23E44-2390-1DB0-F92D-CAC62A96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it-IT" sz="2800"/>
              <a:t>Veri Seti ve Ön İşleme</a:t>
            </a:r>
            <a:endParaRPr lang="tr-TR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B9FFE3-3DF2-A58D-9891-235068C36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tr-TR" sz="1700" b="1" dirty="0"/>
              <a:t>Veri Kaynağı:</a:t>
            </a:r>
            <a:r>
              <a:rPr lang="tr-TR" sz="1700" dirty="0"/>
              <a:t> </a:t>
            </a:r>
            <a:r>
              <a:rPr lang="tr-TR" sz="1700" dirty="0" err="1"/>
              <a:t>Kaggle</a:t>
            </a:r>
            <a:r>
              <a:rPr lang="tr-TR" sz="1700" dirty="0"/>
              <a:t> - "Spotify Top </a:t>
            </a:r>
            <a:r>
              <a:rPr lang="tr-TR" sz="1700" dirty="0" err="1"/>
              <a:t>Tracks</a:t>
            </a:r>
            <a:r>
              <a:rPr lang="tr-TR" sz="1700" dirty="0"/>
              <a:t> </a:t>
            </a:r>
            <a:r>
              <a:rPr lang="tr-TR" sz="1700" dirty="0" err="1"/>
              <a:t>Dataset</a:t>
            </a:r>
            <a:r>
              <a:rPr lang="tr-TR" sz="1700" dirty="0"/>
              <a:t> ".</a:t>
            </a:r>
          </a:p>
          <a:p>
            <a:r>
              <a:rPr lang="tr-TR" sz="1700" b="1" dirty="0"/>
              <a:t>Orijinal Veri:</a:t>
            </a:r>
            <a:r>
              <a:rPr lang="tr-TR" sz="1700" dirty="0"/>
              <a:t> Orijinal veri setinden alınan 2000 satırlık ham veri.</a:t>
            </a:r>
          </a:p>
          <a:p>
            <a:r>
              <a:rPr lang="tr-TR" sz="1700" b="1" dirty="0"/>
              <a:t>Nihai Veri Seti:</a:t>
            </a:r>
            <a:r>
              <a:rPr lang="tr-TR" sz="1700" dirty="0"/>
              <a:t> 1563Temiz Satır.</a:t>
            </a:r>
          </a:p>
          <a:p>
            <a:endParaRPr lang="tr-TR" sz="1700" dirty="0"/>
          </a:p>
        </p:txBody>
      </p:sp>
      <p:pic>
        <p:nvPicPr>
          <p:cNvPr id="5" name="Resim 4" descr="metin, sayı, numara, yazı tipi, makbu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0884B41-E11B-E10E-4FB1-A3A3B433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70519"/>
            <a:ext cx="7445829" cy="36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3845933-CC18-2E37-46DC-090B6651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tr-TR" sz="4000" dirty="0"/>
              <a:t>HİPOTEZLER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2A5627A3-C9DF-DD3C-F2B6-1D9F94AB1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271" y="2177143"/>
                <a:ext cx="10168128" cy="369502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tr-TR" dirty="0"/>
                  <a:t>Anlamlılık Düzeyi : Analiz boyunca</a:t>
                </a:r>
                <a:r>
                  <a:rPr lang="tr-TR" sz="33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tr-TR" sz="29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tr-TR" dirty="0"/>
                  <a:t>= 0.05 olarak belirlenmiştir.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tr-TR" b="1" dirty="0"/>
                  <a:t>Mod Faktörü İçin Hipotezler </a:t>
                </a:r>
              </a:p>
              <a:p>
                <a:r>
                  <a:rPr lang="tr-TR" b="1" dirty="0"/>
                  <a:t>H01:</a:t>
                </a:r>
                <a:r>
                  <a:rPr lang="tr-TR" dirty="0"/>
                  <a:t> Modun (</a:t>
                </a:r>
                <a:r>
                  <a:rPr lang="tr-TR" dirty="0" err="1"/>
                  <a:t>Major</a:t>
                </a:r>
                <a:r>
                  <a:rPr lang="tr-TR" dirty="0"/>
                  <a:t>/</a:t>
                </a:r>
                <a:r>
                  <a:rPr lang="tr-TR" dirty="0" err="1"/>
                  <a:t>Minor</a:t>
                </a:r>
                <a:r>
                  <a:rPr lang="tr-TR" dirty="0"/>
                  <a:t>) popülerlik üzerinde anlamlı bir etkisi yoktur. </a:t>
                </a:r>
              </a:p>
              <a:p>
                <a:r>
                  <a:rPr lang="tr-TR" b="1" dirty="0"/>
                  <a:t>H11:</a:t>
                </a:r>
                <a:r>
                  <a:rPr lang="tr-TR" dirty="0"/>
                  <a:t> Modun popülerlik üzerinde anlamlı bir etkisi vardır.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tr-TR" b="1" dirty="0"/>
                  <a:t>Tempo Faktörü İçin Hipotezler </a:t>
                </a:r>
              </a:p>
              <a:p>
                <a:r>
                  <a:rPr lang="tr-TR" b="1" dirty="0"/>
                  <a:t>H02:</a:t>
                </a:r>
                <a:r>
                  <a:rPr lang="tr-TR" dirty="0"/>
                  <a:t> Temponun (Düşük/Yüksek) popülerlik üzerinde anlamlı bir etkisi yoktur. </a:t>
                </a:r>
              </a:p>
              <a:p>
                <a:r>
                  <a:rPr lang="tr-TR" b="1" dirty="0"/>
                  <a:t>H12:</a:t>
                </a:r>
                <a:r>
                  <a:rPr lang="tr-TR" dirty="0"/>
                  <a:t> Temponun popülerlik üzerinde anlamlı bir etkisi vardır.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tr-TR" b="1" dirty="0"/>
                  <a:t>Etkileşim İçin Hipotezler </a:t>
                </a:r>
              </a:p>
              <a:p>
                <a:r>
                  <a:rPr lang="tr-TR" b="1" dirty="0"/>
                  <a:t>H03:</a:t>
                </a:r>
                <a:r>
                  <a:rPr lang="tr-TR" dirty="0"/>
                  <a:t> Tempo ve Mod etkileşiminin popülerlik üzerinde anlamlı bir etkisi yoktur. </a:t>
                </a:r>
              </a:p>
              <a:p>
                <a:r>
                  <a:rPr lang="tr-TR" b="1" dirty="0"/>
                  <a:t>H13:</a:t>
                </a:r>
                <a:r>
                  <a:rPr lang="tr-TR" dirty="0"/>
                  <a:t> Tempo ve Mod etkileşiminin popülerlik üzerinde anlamlı bir etkisi vardır. 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2A5627A3-C9DF-DD3C-F2B6-1D9F94AB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271" y="2177143"/>
                <a:ext cx="10168128" cy="3695020"/>
              </a:xfrm>
              <a:blipFill>
                <a:blip r:embed="rId2"/>
                <a:stretch>
                  <a:fillRect l="-659" t="-2475" b="-214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77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496A9E9-F333-39B3-D7AB-66A4119E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20" y="747102"/>
            <a:ext cx="4023360" cy="1719072"/>
          </a:xfrm>
        </p:spPr>
        <p:txBody>
          <a:bodyPr anchor="b">
            <a:normAutofit/>
          </a:bodyPr>
          <a:lstStyle/>
          <a:p>
            <a:r>
              <a:rPr lang="tr-TR" sz="3800" dirty="0"/>
              <a:t>Örneklem Verisi ile Manuel Hesaplama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180A1A-641A-71AB-F979-B01F74B2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tr-TR" sz="2200" dirty="0"/>
              <a:t>Modelin doğruluğunu test etmek için büyük veri setinden rastgele seçilen 8 verilik (n=2 tekrarlı) bir örneklem oluşturulmuştur.</a:t>
            </a:r>
          </a:p>
        </p:txBody>
      </p:sp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3616019D-EEA3-460E-250C-8D364BBCA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588633"/>
              </p:ext>
            </p:extLst>
          </p:nvPr>
        </p:nvGraphicFramePr>
        <p:xfrm>
          <a:off x="4654296" y="1176170"/>
          <a:ext cx="6703392" cy="4505661"/>
        </p:xfrm>
        <a:graphic>
          <a:graphicData uri="http://schemas.openxmlformats.org/drawingml/2006/table">
            <a:tbl>
              <a:tblPr/>
              <a:tblGrid>
                <a:gridCol w="1042363">
                  <a:extLst>
                    <a:ext uri="{9D8B030D-6E8A-4147-A177-3AD203B41FA5}">
                      <a16:colId xmlns:a16="http://schemas.microsoft.com/office/drawing/2014/main" val="1926788928"/>
                    </a:ext>
                  </a:extLst>
                </a:gridCol>
                <a:gridCol w="1303909">
                  <a:extLst>
                    <a:ext uri="{9D8B030D-6E8A-4147-A177-3AD203B41FA5}">
                      <a16:colId xmlns:a16="http://schemas.microsoft.com/office/drawing/2014/main" val="2900678030"/>
                    </a:ext>
                  </a:extLst>
                </a:gridCol>
                <a:gridCol w="776748">
                  <a:extLst>
                    <a:ext uri="{9D8B030D-6E8A-4147-A177-3AD203B41FA5}">
                      <a16:colId xmlns:a16="http://schemas.microsoft.com/office/drawing/2014/main" val="2306837366"/>
                    </a:ext>
                  </a:extLst>
                </a:gridCol>
                <a:gridCol w="678426">
                  <a:extLst>
                    <a:ext uri="{9D8B030D-6E8A-4147-A177-3AD203B41FA5}">
                      <a16:colId xmlns:a16="http://schemas.microsoft.com/office/drawing/2014/main" val="392052172"/>
                    </a:ext>
                  </a:extLst>
                </a:gridCol>
                <a:gridCol w="717755">
                  <a:extLst>
                    <a:ext uri="{9D8B030D-6E8A-4147-A177-3AD203B41FA5}">
                      <a16:colId xmlns:a16="http://schemas.microsoft.com/office/drawing/2014/main" val="558484576"/>
                    </a:ext>
                  </a:extLst>
                </a:gridCol>
                <a:gridCol w="757084">
                  <a:extLst>
                    <a:ext uri="{9D8B030D-6E8A-4147-A177-3AD203B41FA5}">
                      <a16:colId xmlns:a16="http://schemas.microsoft.com/office/drawing/2014/main" val="1220416091"/>
                    </a:ext>
                  </a:extLst>
                </a:gridCol>
                <a:gridCol w="1427107">
                  <a:extLst>
                    <a:ext uri="{9D8B030D-6E8A-4147-A177-3AD203B41FA5}">
                      <a16:colId xmlns:a16="http://schemas.microsoft.com/office/drawing/2014/main" val="1803047277"/>
                    </a:ext>
                  </a:extLst>
                </a:gridCol>
              </a:tblGrid>
              <a:tr h="470871">
                <a:tc rowSpan="2"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2457" marR="12457" marT="124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28031"/>
                  </a:ext>
                </a:extLst>
              </a:tr>
              <a:tr h="769836">
                <a:tc gridSpan="2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Minor (0)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tr-TR" sz="2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Major</a:t>
                      </a:r>
                      <a:r>
                        <a:rPr lang="tr-TR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(1)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r-TR" sz="23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Satır Toplamı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041059"/>
                  </a:ext>
                </a:extLst>
              </a:tr>
              <a:tr h="108831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TOMPO</a:t>
                      </a:r>
                    </a:p>
                  </a:txBody>
                  <a:tcPr marL="12457" marR="12457" marT="12457" marB="0" vert="wordArtVert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r-TR" sz="23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Düşük (&lt;135)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991694"/>
                  </a:ext>
                </a:extLst>
              </a:tr>
              <a:tr h="108831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r-TR" sz="23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Yüksek (&gt;135)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263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261775"/>
                  </a:ext>
                </a:extLst>
              </a:tr>
              <a:tr h="108831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tr-TR" sz="23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Sütun Toplamı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237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288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525</a:t>
                      </a:r>
                    </a:p>
                  </a:txBody>
                  <a:tcPr marL="12457" marR="12457" marT="124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539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97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yazı tipi, el yazısı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17E10AF-6ED3-A207-E1BA-322D65F59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12" r="15496" b="6787"/>
          <a:stretch>
            <a:fillRect/>
          </a:stretch>
        </p:blipFill>
        <p:spPr>
          <a:xfrm>
            <a:off x="6758309" y="499981"/>
            <a:ext cx="4849595" cy="2863041"/>
          </a:xfrm>
          <a:prstGeom prst="rect">
            <a:avLst/>
          </a:prstGeom>
        </p:spPr>
      </p:pic>
      <p:grpSp>
        <p:nvGrpSpPr>
          <p:cNvPr id="169" name="Grup 168">
            <a:extLst>
              <a:ext uri="{FF2B5EF4-FFF2-40B4-BE49-F238E27FC236}">
                <a16:creationId xmlns:a16="http://schemas.microsoft.com/office/drawing/2014/main" id="{B27D1191-D562-D655-B528-8CA8D206B172}"/>
              </a:ext>
            </a:extLst>
          </p:cNvPr>
          <p:cNvGrpSpPr/>
          <p:nvPr/>
        </p:nvGrpSpPr>
        <p:grpSpPr>
          <a:xfrm>
            <a:off x="377241" y="2152968"/>
            <a:ext cx="868572" cy="430340"/>
            <a:chOff x="377241" y="2152968"/>
            <a:chExt cx="868572" cy="4303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9" name="Mürekkep 158">
                  <a:extLst>
                    <a:ext uri="{FF2B5EF4-FFF2-40B4-BE49-F238E27FC236}">
                      <a16:creationId xmlns:a16="http://schemas.microsoft.com/office/drawing/2014/main" id="{8D112068-98D9-2861-ED7F-175AE6616D79}"/>
                    </a:ext>
                  </a:extLst>
                </p14:cNvPr>
                <p14:cNvContentPartPr/>
                <p14:nvPr/>
              </p14:nvContentPartPr>
              <p14:xfrm>
                <a:off x="377241" y="2168858"/>
                <a:ext cx="244" cy="225850"/>
              </p14:xfrm>
            </p:contentPart>
          </mc:Choice>
          <mc:Fallback xmlns="">
            <p:pic>
              <p:nvPicPr>
                <p:cNvPr id="159" name="Mürekkep 158">
                  <a:extLst>
                    <a:ext uri="{FF2B5EF4-FFF2-40B4-BE49-F238E27FC236}">
                      <a16:creationId xmlns:a16="http://schemas.microsoft.com/office/drawing/2014/main" id="{8D112068-98D9-2861-ED7F-175AE6616D7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2841" y="2133254"/>
                  <a:ext cx="48800" cy="297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0" name="Mürekkep 159">
                  <a:extLst>
                    <a:ext uri="{FF2B5EF4-FFF2-40B4-BE49-F238E27FC236}">
                      <a16:creationId xmlns:a16="http://schemas.microsoft.com/office/drawing/2014/main" id="{85708ADA-B039-25B9-1061-E7F653B5B8C9}"/>
                    </a:ext>
                  </a:extLst>
                </p14:cNvPr>
                <p14:cNvContentPartPr/>
                <p14:nvPr/>
              </p14:nvContentPartPr>
              <p14:xfrm>
                <a:off x="384318" y="2152968"/>
                <a:ext cx="155703" cy="246951"/>
              </p14:xfrm>
            </p:contentPart>
          </mc:Choice>
          <mc:Fallback xmlns="">
            <p:pic>
              <p:nvPicPr>
                <p:cNvPr id="160" name="Mürekkep 159">
                  <a:extLst>
                    <a:ext uri="{FF2B5EF4-FFF2-40B4-BE49-F238E27FC236}">
                      <a16:creationId xmlns:a16="http://schemas.microsoft.com/office/drawing/2014/main" id="{85708ADA-B039-25B9-1061-E7F653B5B8C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8718" y="2116969"/>
                  <a:ext cx="227262" cy="3185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1" name="Mürekkep 160">
                  <a:extLst>
                    <a:ext uri="{FF2B5EF4-FFF2-40B4-BE49-F238E27FC236}">
                      <a16:creationId xmlns:a16="http://schemas.microsoft.com/office/drawing/2014/main" id="{CD0FB679-9A0A-6FDA-AD11-752335B4244A}"/>
                    </a:ext>
                  </a:extLst>
                </p14:cNvPr>
                <p14:cNvContentPartPr/>
                <p14:nvPr/>
              </p14:nvContentPartPr>
              <p14:xfrm>
                <a:off x="536117" y="2204025"/>
                <a:ext cx="141549" cy="30478"/>
              </p14:xfrm>
            </p:contentPart>
          </mc:Choice>
          <mc:Fallback xmlns="">
            <p:pic>
              <p:nvPicPr>
                <p:cNvPr id="161" name="Mürekkep 160">
                  <a:extLst>
                    <a:ext uri="{FF2B5EF4-FFF2-40B4-BE49-F238E27FC236}">
                      <a16:creationId xmlns:a16="http://schemas.microsoft.com/office/drawing/2014/main" id="{CD0FB679-9A0A-6FDA-AD11-752335B424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0099" y="2168169"/>
                  <a:ext cx="213224" cy="101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2" name="Mürekkep 161">
                  <a:extLst>
                    <a:ext uri="{FF2B5EF4-FFF2-40B4-BE49-F238E27FC236}">
                      <a16:creationId xmlns:a16="http://schemas.microsoft.com/office/drawing/2014/main" id="{7AA01996-0E88-F892-CC4A-FAF981C1C728}"/>
                    </a:ext>
                  </a:extLst>
                </p14:cNvPr>
                <p14:cNvContentPartPr/>
                <p14:nvPr/>
              </p14:nvContentPartPr>
              <p14:xfrm>
                <a:off x="596153" y="2214966"/>
                <a:ext cx="20012" cy="172449"/>
              </p14:xfrm>
            </p:contentPart>
          </mc:Choice>
          <mc:Fallback xmlns="">
            <p:pic>
              <p:nvPicPr>
                <p:cNvPr id="162" name="Mürekkep 161">
                  <a:extLst>
                    <a:ext uri="{FF2B5EF4-FFF2-40B4-BE49-F238E27FC236}">
                      <a16:creationId xmlns:a16="http://schemas.microsoft.com/office/drawing/2014/main" id="{7AA01996-0E88-F892-CC4A-FAF981C1C7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0417" y="2179324"/>
                  <a:ext cx="91126" cy="244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3" name="Mürekkep 162">
                  <a:extLst>
                    <a:ext uri="{FF2B5EF4-FFF2-40B4-BE49-F238E27FC236}">
                      <a16:creationId xmlns:a16="http://schemas.microsoft.com/office/drawing/2014/main" id="{BA40C7C3-77F9-A701-C0A1-A3DB7805E7D8}"/>
                    </a:ext>
                  </a:extLst>
                </p14:cNvPr>
                <p14:cNvContentPartPr/>
                <p14:nvPr/>
              </p14:nvContentPartPr>
              <p14:xfrm>
                <a:off x="645207" y="2345736"/>
                <a:ext cx="121293" cy="191986"/>
              </p14:xfrm>
            </p:contentPart>
          </mc:Choice>
          <mc:Fallback xmlns="">
            <p:pic>
              <p:nvPicPr>
                <p:cNvPr id="163" name="Mürekkep 162">
                  <a:extLst>
                    <a:ext uri="{FF2B5EF4-FFF2-40B4-BE49-F238E27FC236}">
                      <a16:creationId xmlns:a16="http://schemas.microsoft.com/office/drawing/2014/main" id="{BA40C7C3-77F9-A701-C0A1-A3DB7805E7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9575" y="2310143"/>
                  <a:ext cx="192917" cy="263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4" name="Mürekkep 163">
                  <a:extLst>
                    <a:ext uri="{FF2B5EF4-FFF2-40B4-BE49-F238E27FC236}">
                      <a16:creationId xmlns:a16="http://schemas.microsoft.com/office/drawing/2014/main" id="{E8827FC9-3C2A-A262-6951-9F4FF73A1B79}"/>
                    </a:ext>
                  </a:extLst>
                </p14:cNvPr>
                <p14:cNvContentPartPr/>
                <p14:nvPr/>
              </p14:nvContentPartPr>
              <p14:xfrm>
                <a:off x="758446" y="2290510"/>
                <a:ext cx="32215" cy="225329"/>
              </p14:xfrm>
            </p:contentPart>
          </mc:Choice>
          <mc:Fallback xmlns="">
            <p:pic>
              <p:nvPicPr>
                <p:cNvPr id="164" name="Mürekkep 163">
                  <a:extLst>
                    <a:ext uri="{FF2B5EF4-FFF2-40B4-BE49-F238E27FC236}">
                      <a16:creationId xmlns:a16="http://schemas.microsoft.com/office/drawing/2014/main" id="{E8827FC9-3C2A-A262-6951-9F4FF73A1B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2652" y="2254515"/>
                  <a:ext cx="103446" cy="2969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5" name="Mürekkep 164">
                  <a:extLst>
                    <a:ext uri="{FF2B5EF4-FFF2-40B4-BE49-F238E27FC236}">
                      <a16:creationId xmlns:a16="http://schemas.microsoft.com/office/drawing/2014/main" id="{BC2119CE-4FDF-3469-E9C2-FFD81B3648BE}"/>
                    </a:ext>
                  </a:extLst>
                </p14:cNvPr>
                <p14:cNvContentPartPr/>
                <p14:nvPr/>
              </p14:nvContentPartPr>
              <p14:xfrm>
                <a:off x="826536" y="2428834"/>
                <a:ext cx="94691" cy="112795"/>
              </p14:xfrm>
            </p:contentPart>
          </mc:Choice>
          <mc:Fallback xmlns="">
            <p:pic>
              <p:nvPicPr>
                <p:cNvPr id="165" name="Mürekkep 164">
                  <a:extLst>
                    <a:ext uri="{FF2B5EF4-FFF2-40B4-BE49-F238E27FC236}">
                      <a16:creationId xmlns:a16="http://schemas.microsoft.com/office/drawing/2014/main" id="{BC2119CE-4FDF-3469-E9C2-FFD81B3648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0532" y="2393271"/>
                  <a:ext cx="166339" cy="1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6" name="Mürekkep 165">
                  <a:extLst>
                    <a:ext uri="{FF2B5EF4-FFF2-40B4-BE49-F238E27FC236}">
                      <a16:creationId xmlns:a16="http://schemas.microsoft.com/office/drawing/2014/main" id="{C890B461-3A54-F1FD-48C8-835081B92CBC}"/>
                    </a:ext>
                  </a:extLst>
                </p14:cNvPr>
                <p14:cNvContentPartPr/>
                <p14:nvPr/>
              </p14:nvContentPartPr>
              <p14:xfrm>
                <a:off x="939775" y="2290510"/>
                <a:ext cx="126662" cy="292798"/>
              </p14:xfrm>
            </p:contentPart>
          </mc:Choice>
          <mc:Fallback xmlns="">
            <p:pic>
              <p:nvPicPr>
                <p:cNvPr id="166" name="Mürekkep 165">
                  <a:extLst>
                    <a:ext uri="{FF2B5EF4-FFF2-40B4-BE49-F238E27FC236}">
                      <a16:creationId xmlns:a16="http://schemas.microsoft.com/office/drawing/2014/main" id="{C890B461-3A54-F1FD-48C8-835081B92C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3791" y="2254540"/>
                  <a:ext cx="198269" cy="3643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7" name="Mürekkep 166">
                  <a:extLst>
                    <a:ext uri="{FF2B5EF4-FFF2-40B4-BE49-F238E27FC236}">
                      <a16:creationId xmlns:a16="http://schemas.microsoft.com/office/drawing/2014/main" id="{0E161772-BE56-4853-9F01-62DAFDCA9C70}"/>
                    </a:ext>
                  </a:extLst>
                </p14:cNvPr>
                <p14:cNvContentPartPr/>
                <p14:nvPr/>
              </p14:nvContentPartPr>
              <p14:xfrm>
                <a:off x="1152098" y="2297804"/>
                <a:ext cx="93715" cy="29697"/>
              </p14:xfrm>
            </p:contentPart>
          </mc:Choice>
          <mc:Fallback xmlns="">
            <p:pic>
              <p:nvPicPr>
                <p:cNvPr id="167" name="Mürekkep 166">
                  <a:extLst>
                    <a:ext uri="{FF2B5EF4-FFF2-40B4-BE49-F238E27FC236}">
                      <a16:creationId xmlns:a16="http://schemas.microsoft.com/office/drawing/2014/main" id="{0E161772-BE56-4853-9F01-62DAFDCA9C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6192" y="2262024"/>
                  <a:ext cx="165168" cy="100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8" name="Mürekkep 167">
                  <a:extLst>
                    <a:ext uri="{FF2B5EF4-FFF2-40B4-BE49-F238E27FC236}">
                      <a16:creationId xmlns:a16="http://schemas.microsoft.com/office/drawing/2014/main" id="{E46FF826-BB41-FC00-7DBE-09BC317E6C4E}"/>
                    </a:ext>
                  </a:extLst>
                </p14:cNvPr>
                <p14:cNvContentPartPr/>
                <p14:nvPr/>
              </p14:nvContentPartPr>
              <p14:xfrm>
                <a:off x="1164300" y="2383508"/>
                <a:ext cx="81512" cy="16672"/>
              </p14:xfrm>
            </p:contentPart>
          </mc:Choice>
          <mc:Fallback xmlns="">
            <p:pic>
              <p:nvPicPr>
                <p:cNvPr id="168" name="Mürekkep 167">
                  <a:extLst>
                    <a:ext uri="{FF2B5EF4-FFF2-40B4-BE49-F238E27FC236}">
                      <a16:creationId xmlns:a16="http://schemas.microsoft.com/office/drawing/2014/main" id="{E46FF826-BB41-FC00-7DBE-09BC317E6C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28751" y="2348036"/>
                  <a:ext cx="152970" cy="872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up 241">
            <a:extLst>
              <a:ext uri="{FF2B5EF4-FFF2-40B4-BE49-F238E27FC236}">
                <a16:creationId xmlns:a16="http://schemas.microsoft.com/office/drawing/2014/main" id="{13D93F9F-730F-53F3-F49C-89131F95581F}"/>
              </a:ext>
            </a:extLst>
          </p:cNvPr>
          <p:cNvGrpSpPr/>
          <p:nvPr/>
        </p:nvGrpSpPr>
        <p:grpSpPr>
          <a:xfrm>
            <a:off x="388176" y="2903456"/>
            <a:ext cx="1177184" cy="416681"/>
            <a:chOff x="388176" y="2903456"/>
            <a:chExt cx="1177184" cy="4166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5" name="Mürekkep 194">
                  <a:extLst>
                    <a:ext uri="{FF2B5EF4-FFF2-40B4-BE49-F238E27FC236}">
                      <a16:creationId xmlns:a16="http://schemas.microsoft.com/office/drawing/2014/main" id="{52DFBF2A-BB29-4534-0AC4-B0142E5DCB91}"/>
                    </a:ext>
                  </a:extLst>
                </p14:cNvPr>
                <p14:cNvContentPartPr/>
                <p14:nvPr/>
              </p14:nvContentPartPr>
              <p14:xfrm>
                <a:off x="388176" y="2945007"/>
                <a:ext cx="38624" cy="202781"/>
              </p14:xfrm>
            </p:contentPart>
          </mc:Choice>
          <mc:Fallback xmlns="">
            <p:pic>
              <p:nvPicPr>
                <p:cNvPr id="195" name="Mürekkep 194">
                  <a:extLst>
                    <a:ext uri="{FF2B5EF4-FFF2-40B4-BE49-F238E27FC236}">
                      <a16:creationId xmlns:a16="http://schemas.microsoft.com/office/drawing/2014/main" id="{52DFBF2A-BB29-4534-0AC4-B0142E5DCB9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2413" y="2908989"/>
                  <a:ext cx="109792" cy="274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6" name="Mürekkep 195">
                  <a:extLst>
                    <a:ext uri="{FF2B5EF4-FFF2-40B4-BE49-F238E27FC236}">
                      <a16:creationId xmlns:a16="http://schemas.microsoft.com/office/drawing/2014/main" id="{03BA2F95-F19A-E89A-C0BD-44FBBD327C3B}"/>
                    </a:ext>
                  </a:extLst>
                </p14:cNvPr>
                <p14:cNvContentPartPr/>
                <p14:nvPr/>
              </p14:nvContentPartPr>
              <p14:xfrm>
                <a:off x="411293" y="2903456"/>
                <a:ext cx="171764" cy="260719"/>
              </p14:xfrm>
            </p:contentPart>
          </mc:Choice>
          <mc:Fallback xmlns="">
            <p:pic>
              <p:nvPicPr>
                <p:cNvPr id="196" name="Mürekkep 195">
                  <a:extLst>
                    <a:ext uri="{FF2B5EF4-FFF2-40B4-BE49-F238E27FC236}">
                      <a16:creationId xmlns:a16="http://schemas.microsoft.com/office/drawing/2014/main" id="{03BA2F95-F19A-E89A-C0BD-44FBBD327C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5359" y="2867495"/>
                  <a:ext cx="243272" cy="3322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7" name="Mürekkep 196">
                  <a:extLst>
                    <a:ext uri="{FF2B5EF4-FFF2-40B4-BE49-F238E27FC236}">
                      <a16:creationId xmlns:a16="http://schemas.microsoft.com/office/drawing/2014/main" id="{3694421E-EDBF-752D-7FEA-2855D0CC0B6E}"/>
                    </a:ext>
                  </a:extLst>
                </p14:cNvPr>
                <p14:cNvContentPartPr/>
                <p14:nvPr/>
              </p14:nvContentPartPr>
              <p14:xfrm>
                <a:off x="553503" y="2978072"/>
                <a:ext cx="165619" cy="10241"/>
              </p14:xfrm>
            </p:contentPart>
          </mc:Choice>
          <mc:Fallback xmlns="">
            <p:pic>
              <p:nvPicPr>
                <p:cNvPr id="197" name="Mürekkep 196">
                  <a:extLst>
                    <a:ext uri="{FF2B5EF4-FFF2-40B4-BE49-F238E27FC236}">
                      <a16:creationId xmlns:a16="http://schemas.microsoft.com/office/drawing/2014/main" id="{3694421E-EDBF-752D-7FEA-2855D0CC0B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7499" y="2942758"/>
                  <a:ext cx="237267" cy="80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8" name="Mürekkep 197">
                  <a:extLst>
                    <a:ext uri="{FF2B5EF4-FFF2-40B4-BE49-F238E27FC236}">
                      <a16:creationId xmlns:a16="http://schemas.microsoft.com/office/drawing/2014/main" id="{3F05EF22-34FD-9DD0-8477-A6DA7FA79B9B}"/>
                    </a:ext>
                  </a:extLst>
                </p14:cNvPr>
                <p14:cNvContentPartPr/>
                <p14:nvPr/>
              </p14:nvContentPartPr>
              <p14:xfrm>
                <a:off x="641872" y="2991240"/>
                <a:ext cx="9071" cy="169423"/>
              </p14:xfrm>
            </p:contentPart>
          </mc:Choice>
          <mc:Fallback xmlns="">
            <p:pic>
              <p:nvPicPr>
                <p:cNvPr id="198" name="Mürekkep 197">
                  <a:extLst>
                    <a:ext uri="{FF2B5EF4-FFF2-40B4-BE49-F238E27FC236}">
                      <a16:creationId xmlns:a16="http://schemas.microsoft.com/office/drawing/2014/main" id="{3F05EF22-34FD-9DD0-8477-A6DA7FA79B9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6984" y="2955629"/>
                  <a:ext cx="78499" cy="2410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9" name="Mürekkep 198">
                  <a:extLst>
                    <a:ext uri="{FF2B5EF4-FFF2-40B4-BE49-F238E27FC236}">
                      <a16:creationId xmlns:a16="http://schemas.microsoft.com/office/drawing/2014/main" id="{D9D8656D-0E69-5D98-C744-03DF4332D908}"/>
                    </a:ext>
                  </a:extLst>
                </p14:cNvPr>
                <p14:cNvContentPartPr/>
                <p14:nvPr/>
              </p14:nvContentPartPr>
              <p14:xfrm>
                <a:off x="724390" y="3134035"/>
                <a:ext cx="126994" cy="293"/>
              </p14:xfrm>
            </p:contentPart>
          </mc:Choice>
          <mc:Fallback xmlns="">
            <p:pic>
              <p:nvPicPr>
                <p:cNvPr id="199" name="Mürekkep 198">
                  <a:extLst>
                    <a:ext uri="{FF2B5EF4-FFF2-40B4-BE49-F238E27FC236}">
                      <a16:creationId xmlns:a16="http://schemas.microsoft.com/office/drawing/2014/main" id="{D9D8656D-0E69-5D98-C744-03DF4332D9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8774" y="3104735"/>
                  <a:ext cx="198586" cy="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0" name="Mürekkep 199">
                  <a:extLst>
                    <a:ext uri="{FF2B5EF4-FFF2-40B4-BE49-F238E27FC236}">
                      <a16:creationId xmlns:a16="http://schemas.microsoft.com/office/drawing/2014/main" id="{3F98A79F-76F1-EA9C-0412-3D8445AADEDA}"/>
                    </a:ext>
                  </a:extLst>
                </p14:cNvPr>
                <p14:cNvContentPartPr/>
                <p14:nvPr/>
              </p14:nvContentPartPr>
              <p14:xfrm>
                <a:off x="786131" y="3130817"/>
                <a:ext cx="6437" cy="139576"/>
              </p14:xfrm>
            </p:contentPart>
          </mc:Choice>
          <mc:Fallback xmlns="">
            <p:pic>
              <p:nvPicPr>
                <p:cNvPr id="200" name="Mürekkep 199">
                  <a:extLst>
                    <a:ext uri="{FF2B5EF4-FFF2-40B4-BE49-F238E27FC236}">
                      <a16:creationId xmlns:a16="http://schemas.microsoft.com/office/drawing/2014/main" id="{3F98A79F-76F1-EA9C-0412-3D8445AADED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0727" y="3094844"/>
                  <a:ext cx="77602" cy="211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1" name="Mürekkep 200">
                  <a:extLst>
                    <a:ext uri="{FF2B5EF4-FFF2-40B4-BE49-F238E27FC236}">
                      <a16:creationId xmlns:a16="http://schemas.microsoft.com/office/drawing/2014/main" id="{6720CDCB-4796-FF89-1284-D0FC360D2B34}"/>
                    </a:ext>
                  </a:extLst>
                </p14:cNvPr>
                <p14:cNvContentPartPr/>
                <p14:nvPr/>
              </p14:nvContentPartPr>
              <p14:xfrm>
                <a:off x="851091" y="3146325"/>
                <a:ext cx="91881" cy="124360"/>
              </p14:xfrm>
            </p:contentPart>
          </mc:Choice>
          <mc:Fallback xmlns="">
            <p:pic>
              <p:nvPicPr>
                <p:cNvPr id="201" name="Mürekkep 200">
                  <a:extLst>
                    <a:ext uri="{FF2B5EF4-FFF2-40B4-BE49-F238E27FC236}">
                      <a16:creationId xmlns:a16="http://schemas.microsoft.com/office/drawing/2014/main" id="{6720CDCB-4796-FF89-1284-D0FC360D2B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5420" y="3110383"/>
                  <a:ext cx="163584" cy="1958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2" name="Mürekkep 201">
                  <a:extLst>
                    <a:ext uri="{FF2B5EF4-FFF2-40B4-BE49-F238E27FC236}">
                      <a16:creationId xmlns:a16="http://schemas.microsoft.com/office/drawing/2014/main" id="{8F5D4E3C-7DFF-541A-CFD0-727300B0AC00}"/>
                    </a:ext>
                  </a:extLst>
                </p14:cNvPr>
                <p14:cNvContentPartPr/>
                <p14:nvPr/>
              </p14:nvContentPartPr>
              <p14:xfrm>
                <a:off x="980426" y="3172075"/>
                <a:ext cx="30432" cy="148062"/>
              </p14:xfrm>
            </p:contentPart>
          </mc:Choice>
          <mc:Fallback xmlns="">
            <p:pic>
              <p:nvPicPr>
                <p:cNvPr id="202" name="Mürekkep 201">
                  <a:extLst>
                    <a:ext uri="{FF2B5EF4-FFF2-40B4-BE49-F238E27FC236}">
                      <a16:creationId xmlns:a16="http://schemas.microsoft.com/office/drawing/2014/main" id="{8F5D4E3C-7DFF-541A-CFD0-727300B0AC0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4624" y="3136410"/>
                  <a:ext cx="101679" cy="2197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3" name="Mürekkep 202">
                  <a:extLst>
                    <a:ext uri="{FF2B5EF4-FFF2-40B4-BE49-F238E27FC236}">
                      <a16:creationId xmlns:a16="http://schemas.microsoft.com/office/drawing/2014/main" id="{AF3FC2C3-AAF4-4636-A94E-3922D5A454B1}"/>
                    </a:ext>
                  </a:extLst>
                </p14:cNvPr>
                <p14:cNvContentPartPr/>
                <p14:nvPr/>
              </p14:nvContentPartPr>
              <p14:xfrm>
                <a:off x="963454" y="3133157"/>
                <a:ext cx="68179" cy="91588"/>
              </p14:xfrm>
            </p:contentPart>
          </mc:Choice>
          <mc:Fallback xmlns="">
            <p:pic>
              <p:nvPicPr>
                <p:cNvPr id="203" name="Mürekkep 202">
                  <a:extLst>
                    <a:ext uri="{FF2B5EF4-FFF2-40B4-BE49-F238E27FC236}">
                      <a16:creationId xmlns:a16="http://schemas.microsoft.com/office/drawing/2014/main" id="{AF3FC2C3-AAF4-4636-A94E-3922D5A454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380" y="3097240"/>
                  <a:ext cx="139965" cy="1630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04" name="Mürekkep 203">
                  <a:extLst>
                    <a:ext uri="{FF2B5EF4-FFF2-40B4-BE49-F238E27FC236}">
                      <a16:creationId xmlns:a16="http://schemas.microsoft.com/office/drawing/2014/main" id="{B5FC7BC6-6B0E-458D-837E-99E0EC97E5CD}"/>
                    </a:ext>
                  </a:extLst>
                </p14:cNvPr>
                <p14:cNvContentPartPr/>
                <p14:nvPr/>
              </p14:nvContentPartPr>
              <p14:xfrm>
                <a:off x="1068796" y="3087510"/>
                <a:ext cx="9949" cy="174398"/>
              </p14:xfrm>
            </p:contentPart>
          </mc:Choice>
          <mc:Fallback xmlns="">
            <p:pic>
              <p:nvPicPr>
                <p:cNvPr id="204" name="Mürekkep 203">
                  <a:extLst>
                    <a:ext uri="{FF2B5EF4-FFF2-40B4-BE49-F238E27FC236}">
                      <a16:creationId xmlns:a16="http://schemas.microsoft.com/office/drawing/2014/main" id="{B5FC7BC6-6B0E-458D-837E-99E0EC97E5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264" y="3051911"/>
                  <a:ext cx="80658" cy="2459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05" name="Mürekkep 204">
                  <a:extLst>
                    <a:ext uri="{FF2B5EF4-FFF2-40B4-BE49-F238E27FC236}">
                      <a16:creationId xmlns:a16="http://schemas.microsoft.com/office/drawing/2014/main" id="{B5732D7F-68D7-D640-7451-0B69A548A94D}"/>
                    </a:ext>
                  </a:extLst>
                </p14:cNvPr>
                <p14:cNvContentPartPr/>
                <p14:nvPr/>
              </p14:nvContentPartPr>
              <p14:xfrm>
                <a:off x="1093083" y="3192851"/>
                <a:ext cx="245210" cy="124069"/>
              </p14:xfrm>
            </p:contentPart>
          </mc:Choice>
          <mc:Fallback xmlns="">
            <p:pic>
              <p:nvPicPr>
                <p:cNvPr id="205" name="Mürekkep 204">
                  <a:extLst>
                    <a:ext uri="{FF2B5EF4-FFF2-40B4-BE49-F238E27FC236}">
                      <a16:creationId xmlns:a16="http://schemas.microsoft.com/office/drawing/2014/main" id="{B5732D7F-68D7-D640-7451-0B69A548A9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7436" y="3156889"/>
                  <a:ext cx="316865" cy="195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07" name="Mürekkep 206">
                  <a:extLst>
                    <a:ext uri="{FF2B5EF4-FFF2-40B4-BE49-F238E27FC236}">
                      <a16:creationId xmlns:a16="http://schemas.microsoft.com/office/drawing/2014/main" id="{1A5453DA-3A67-A74B-E308-848D5275443E}"/>
                    </a:ext>
                  </a:extLst>
                </p14:cNvPr>
                <p14:cNvContentPartPr/>
                <p14:nvPr/>
              </p14:nvContentPartPr>
              <p14:xfrm>
                <a:off x="1435440" y="3076098"/>
                <a:ext cx="121143" cy="11997"/>
              </p14:xfrm>
            </p:contentPart>
          </mc:Choice>
          <mc:Fallback xmlns="">
            <p:pic>
              <p:nvPicPr>
                <p:cNvPr id="207" name="Mürekkep 206">
                  <a:extLst>
                    <a:ext uri="{FF2B5EF4-FFF2-40B4-BE49-F238E27FC236}">
                      <a16:creationId xmlns:a16="http://schemas.microsoft.com/office/drawing/2014/main" id="{1A5453DA-3A67-A74B-E308-848D527544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99493" y="3039743"/>
                  <a:ext cx="192678" cy="84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08" name="Mürekkep 207">
                  <a:extLst>
                    <a:ext uri="{FF2B5EF4-FFF2-40B4-BE49-F238E27FC236}">
                      <a16:creationId xmlns:a16="http://schemas.microsoft.com/office/drawing/2014/main" id="{30672AD0-1444-1CEB-6E30-F662B871683E}"/>
                    </a:ext>
                  </a:extLst>
                </p14:cNvPr>
                <p14:cNvContentPartPr/>
                <p14:nvPr/>
              </p14:nvContentPartPr>
              <p14:xfrm>
                <a:off x="1450071" y="3168856"/>
                <a:ext cx="115289" cy="293"/>
              </p14:xfrm>
            </p:contentPart>
          </mc:Choice>
          <mc:Fallback xmlns="">
            <p:pic>
              <p:nvPicPr>
                <p:cNvPr id="208" name="Mürekkep 207">
                  <a:extLst>
                    <a:ext uri="{FF2B5EF4-FFF2-40B4-BE49-F238E27FC236}">
                      <a16:creationId xmlns:a16="http://schemas.microsoft.com/office/drawing/2014/main" id="{30672AD0-1444-1CEB-6E30-F662B871683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14155" y="3139556"/>
                  <a:ext cx="186761" cy="5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up 303">
            <a:extLst>
              <a:ext uri="{FF2B5EF4-FFF2-40B4-BE49-F238E27FC236}">
                <a16:creationId xmlns:a16="http://schemas.microsoft.com/office/drawing/2014/main" id="{D84A2C19-2154-793A-5992-8F2C00F62763}"/>
              </a:ext>
            </a:extLst>
          </p:cNvPr>
          <p:cNvGrpSpPr/>
          <p:nvPr/>
        </p:nvGrpSpPr>
        <p:grpSpPr>
          <a:xfrm>
            <a:off x="401039" y="3655384"/>
            <a:ext cx="1444217" cy="429209"/>
            <a:chOff x="401039" y="3655384"/>
            <a:chExt cx="1444217" cy="42920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0" name="Mürekkep 249">
                  <a:extLst>
                    <a:ext uri="{FF2B5EF4-FFF2-40B4-BE49-F238E27FC236}">
                      <a16:creationId xmlns:a16="http://schemas.microsoft.com/office/drawing/2014/main" id="{723A59DC-2201-1F65-5E54-C4D239C34EFD}"/>
                    </a:ext>
                  </a:extLst>
                </p14:cNvPr>
                <p14:cNvContentPartPr/>
                <p14:nvPr/>
              </p14:nvContentPartPr>
              <p14:xfrm>
                <a:off x="401039" y="3655384"/>
                <a:ext cx="59812" cy="307275"/>
              </p14:xfrm>
            </p:contentPart>
          </mc:Choice>
          <mc:Fallback xmlns="">
            <p:pic>
              <p:nvPicPr>
                <p:cNvPr id="250" name="Mürekkep 249">
                  <a:extLst>
                    <a:ext uri="{FF2B5EF4-FFF2-40B4-BE49-F238E27FC236}">
                      <a16:creationId xmlns:a16="http://schemas.microsoft.com/office/drawing/2014/main" id="{723A59DC-2201-1F65-5E54-C4D239C34E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5008" y="3619763"/>
                  <a:ext cx="131514" cy="3788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1" name="Mürekkep 250">
                  <a:extLst>
                    <a:ext uri="{FF2B5EF4-FFF2-40B4-BE49-F238E27FC236}">
                      <a16:creationId xmlns:a16="http://schemas.microsoft.com/office/drawing/2014/main" id="{B47E02B5-FC8C-5317-0C98-85A30AEF965D}"/>
                    </a:ext>
                  </a:extLst>
                </p14:cNvPr>
                <p14:cNvContentPartPr/>
                <p14:nvPr/>
              </p14:nvContentPartPr>
              <p14:xfrm>
                <a:off x="434667" y="3671300"/>
                <a:ext cx="111666" cy="176869"/>
              </p14:xfrm>
            </p:contentPart>
          </mc:Choice>
          <mc:Fallback xmlns="">
            <p:pic>
              <p:nvPicPr>
                <p:cNvPr id="251" name="Mürekkep 250">
                  <a:extLst>
                    <a:ext uri="{FF2B5EF4-FFF2-40B4-BE49-F238E27FC236}">
                      <a16:creationId xmlns:a16="http://schemas.microsoft.com/office/drawing/2014/main" id="{B47E02B5-FC8C-5317-0C98-85A30AEF96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8646" y="3635278"/>
                  <a:ext cx="183348" cy="248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52" name="Mürekkep 251">
                  <a:extLst>
                    <a:ext uri="{FF2B5EF4-FFF2-40B4-BE49-F238E27FC236}">
                      <a16:creationId xmlns:a16="http://schemas.microsoft.com/office/drawing/2014/main" id="{525E9F4F-EAF1-3456-FD53-FF37068D9422}"/>
                    </a:ext>
                  </a:extLst>
                </p14:cNvPr>
                <p14:cNvContentPartPr/>
                <p14:nvPr/>
              </p14:nvContentPartPr>
              <p14:xfrm>
                <a:off x="452637" y="3839954"/>
                <a:ext cx="132203" cy="115517"/>
              </p14:xfrm>
            </p:contentPart>
          </mc:Choice>
          <mc:Fallback xmlns="">
            <p:pic>
              <p:nvPicPr>
                <p:cNvPr id="252" name="Mürekkep 251">
                  <a:extLst>
                    <a:ext uri="{FF2B5EF4-FFF2-40B4-BE49-F238E27FC236}">
                      <a16:creationId xmlns:a16="http://schemas.microsoft.com/office/drawing/2014/main" id="{525E9F4F-EAF1-3456-FD53-FF37068D94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6712" y="3804327"/>
                  <a:ext cx="203693" cy="187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3" name="Mürekkep 252">
                  <a:extLst>
                    <a:ext uri="{FF2B5EF4-FFF2-40B4-BE49-F238E27FC236}">
                      <a16:creationId xmlns:a16="http://schemas.microsoft.com/office/drawing/2014/main" id="{CE2904F7-7210-86D9-0683-D8B597544DDD}"/>
                    </a:ext>
                  </a:extLst>
                </p14:cNvPr>
                <p14:cNvContentPartPr/>
                <p14:nvPr/>
              </p14:nvContentPartPr>
              <p14:xfrm>
                <a:off x="610253" y="3693376"/>
                <a:ext cx="132716" cy="39532"/>
              </p14:xfrm>
            </p:contentPart>
          </mc:Choice>
          <mc:Fallback xmlns="">
            <p:pic>
              <p:nvPicPr>
                <p:cNvPr id="253" name="Mürekkep 252">
                  <a:extLst>
                    <a:ext uri="{FF2B5EF4-FFF2-40B4-BE49-F238E27FC236}">
                      <a16:creationId xmlns:a16="http://schemas.microsoft.com/office/drawing/2014/main" id="{CE2904F7-7210-86D9-0683-D8B597544DD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4287" y="3657438"/>
                  <a:ext cx="204289" cy="1110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54" name="Mürekkep 253">
                  <a:extLst>
                    <a:ext uri="{FF2B5EF4-FFF2-40B4-BE49-F238E27FC236}">
                      <a16:creationId xmlns:a16="http://schemas.microsoft.com/office/drawing/2014/main" id="{6F23DDE8-E7C3-A93E-2D9F-899CB48946C4}"/>
                    </a:ext>
                  </a:extLst>
                </p14:cNvPr>
                <p14:cNvContentPartPr/>
                <p14:nvPr/>
              </p14:nvContentPartPr>
              <p14:xfrm>
                <a:off x="683157" y="3725464"/>
                <a:ext cx="7958" cy="204080"/>
              </p14:xfrm>
            </p:contentPart>
          </mc:Choice>
          <mc:Fallback xmlns="">
            <p:pic>
              <p:nvPicPr>
                <p:cNvPr id="254" name="Mürekkep 253">
                  <a:extLst>
                    <a:ext uri="{FF2B5EF4-FFF2-40B4-BE49-F238E27FC236}">
                      <a16:creationId xmlns:a16="http://schemas.microsoft.com/office/drawing/2014/main" id="{6F23DDE8-E7C3-A93E-2D9F-899CB48946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8557" y="3689471"/>
                  <a:ext cx="76812" cy="275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5" name="Mürekkep 254">
                  <a:extLst>
                    <a:ext uri="{FF2B5EF4-FFF2-40B4-BE49-F238E27FC236}">
                      <a16:creationId xmlns:a16="http://schemas.microsoft.com/office/drawing/2014/main" id="{96F5C981-E505-98C4-FEB8-EDF669BE4377}"/>
                    </a:ext>
                  </a:extLst>
                </p14:cNvPr>
                <p14:cNvContentPartPr/>
                <p14:nvPr/>
              </p14:nvContentPartPr>
              <p14:xfrm>
                <a:off x="742455" y="3924667"/>
                <a:ext cx="257" cy="96264"/>
              </p14:xfrm>
            </p:contentPart>
          </mc:Choice>
          <mc:Fallback xmlns="">
            <p:pic>
              <p:nvPicPr>
                <p:cNvPr id="255" name="Mürekkep 254">
                  <a:extLst>
                    <a:ext uri="{FF2B5EF4-FFF2-40B4-BE49-F238E27FC236}">
                      <a16:creationId xmlns:a16="http://schemas.microsoft.com/office/drawing/2014/main" id="{96F5C981-E505-98C4-FEB8-EDF669BE437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7012" y="3889107"/>
                  <a:ext cx="51400" cy="1677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56" name="Mürekkep 255">
                  <a:extLst>
                    <a:ext uri="{FF2B5EF4-FFF2-40B4-BE49-F238E27FC236}">
                      <a16:creationId xmlns:a16="http://schemas.microsoft.com/office/drawing/2014/main" id="{B6BC107C-642F-7D35-32E2-D706D7196D9C}"/>
                    </a:ext>
                  </a:extLst>
                </p14:cNvPr>
                <p14:cNvContentPartPr/>
                <p14:nvPr/>
              </p14:nvContentPartPr>
              <p14:xfrm>
                <a:off x="729363" y="3900023"/>
                <a:ext cx="65203" cy="22077"/>
              </p14:xfrm>
            </p:contentPart>
          </mc:Choice>
          <mc:Fallback xmlns="">
            <p:pic>
              <p:nvPicPr>
                <p:cNvPr id="256" name="Mürekkep 255">
                  <a:extLst>
                    <a:ext uri="{FF2B5EF4-FFF2-40B4-BE49-F238E27FC236}">
                      <a16:creationId xmlns:a16="http://schemas.microsoft.com/office/drawing/2014/main" id="{B6BC107C-642F-7D35-32E2-D706D7196D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3339" y="3864415"/>
                  <a:ext cx="136890" cy="929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57" name="Mürekkep 256">
                  <a:extLst>
                    <a:ext uri="{FF2B5EF4-FFF2-40B4-BE49-F238E27FC236}">
                      <a16:creationId xmlns:a16="http://schemas.microsoft.com/office/drawing/2014/main" id="{B7B1D747-58F9-E4F6-47D6-157BF4EEFFD0}"/>
                    </a:ext>
                  </a:extLst>
                </p14:cNvPr>
                <p14:cNvContentPartPr/>
                <p14:nvPr/>
              </p14:nvContentPartPr>
              <p14:xfrm>
                <a:off x="742455" y="3958295"/>
                <a:ext cx="72647" cy="30804"/>
              </p14:xfrm>
            </p:contentPart>
          </mc:Choice>
          <mc:Fallback xmlns="">
            <p:pic>
              <p:nvPicPr>
                <p:cNvPr id="257" name="Mürekkep 256">
                  <a:extLst>
                    <a:ext uri="{FF2B5EF4-FFF2-40B4-BE49-F238E27FC236}">
                      <a16:creationId xmlns:a16="http://schemas.microsoft.com/office/drawing/2014/main" id="{B7B1D747-58F9-E4F6-47D6-157BF4EEFF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6851" y="3922476"/>
                  <a:ext cx="144215" cy="102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8" name="Mürekkep 257">
                  <a:extLst>
                    <a:ext uri="{FF2B5EF4-FFF2-40B4-BE49-F238E27FC236}">
                      <a16:creationId xmlns:a16="http://schemas.microsoft.com/office/drawing/2014/main" id="{EB457EB6-A463-0E56-F26F-4AB6AC1145A2}"/>
                    </a:ext>
                  </a:extLst>
                </p14:cNvPr>
                <p14:cNvContentPartPr/>
                <p14:nvPr/>
              </p14:nvContentPartPr>
              <p14:xfrm>
                <a:off x="755547" y="4010662"/>
                <a:ext cx="64946" cy="14889"/>
              </p14:xfrm>
            </p:contentPart>
          </mc:Choice>
          <mc:Fallback xmlns="">
            <p:pic>
              <p:nvPicPr>
                <p:cNvPr id="258" name="Mürekkep 257">
                  <a:extLst>
                    <a:ext uri="{FF2B5EF4-FFF2-40B4-BE49-F238E27FC236}">
                      <a16:creationId xmlns:a16="http://schemas.microsoft.com/office/drawing/2014/main" id="{EB457EB6-A463-0E56-F26F-4AB6AC1145A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9665" y="3974347"/>
                  <a:ext cx="136351" cy="87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59" name="Mürekkep 258">
                  <a:extLst>
                    <a:ext uri="{FF2B5EF4-FFF2-40B4-BE49-F238E27FC236}">
                      <a16:creationId xmlns:a16="http://schemas.microsoft.com/office/drawing/2014/main" id="{6CE1D3C5-7D9C-AD61-359F-746E5BB8AE0B}"/>
                    </a:ext>
                  </a:extLst>
                </p14:cNvPr>
                <p14:cNvContentPartPr/>
                <p14:nvPr/>
              </p14:nvContentPartPr>
              <p14:xfrm>
                <a:off x="866700" y="3873839"/>
                <a:ext cx="257" cy="151712"/>
              </p14:xfrm>
            </p:contentPart>
          </mc:Choice>
          <mc:Fallback xmlns="">
            <p:pic>
              <p:nvPicPr>
                <p:cNvPr id="259" name="Mürekkep 258">
                  <a:extLst>
                    <a:ext uri="{FF2B5EF4-FFF2-40B4-BE49-F238E27FC236}">
                      <a16:creationId xmlns:a16="http://schemas.microsoft.com/office/drawing/2014/main" id="{6CE1D3C5-7D9C-AD61-359F-746E5BB8AE0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1257" y="3837888"/>
                  <a:ext cx="51400" cy="22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60" name="Mürekkep 259">
                  <a:extLst>
                    <a:ext uri="{FF2B5EF4-FFF2-40B4-BE49-F238E27FC236}">
                      <a16:creationId xmlns:a16="http://schemas.microsoft.com/office/drawing/2014/main" id="{21DCBF9A-1228-029D-237D-753BA02F749D}"/>
                    </a:ext>
                  </a:extLst>
                </p14:cNvPr>
                <p14:cNvContentPartPr/>
                <p14:nvPr/>
              </p14:nvContentPartPr>
              <p14:xfrm>
                <a:off x="820237" y="3955214"/>
                <a:ext cx="93440" cy="36709"/>
              </p14:xfrm>
            </p:contentPart>
          </mc:Choice>
          <mc:Fallback xmlns="">
            <p:pic>
              <p:nvPicPr>
                <p:cNvPr id="260" name="Mürekkep 259">
                  <a:extLst>
                    <a:ext uri="{FF2B5EF4-FFF2-40B4-BE49-F238E27FC236}">
                      <a16:creationId xmlns:a16="http://schemas.microsoft.com/office/drawing/2014/main" id="{21DCBF9A-1228-029D-237D-753BA02F749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4299" y="3919585"/>
                  <a:ext cx="164958" cy="108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61" name="Mürekkep 260">
                  <a:extLst>
                    <a:ext uri="{FF2B5EF4-FFF2-40B4-BE49-F238E27FC236}">
                      <a16:creationId xmlns:a16="http://schemas.microsoft.com/office/drawing/2014/main" id="{200FF208-C96F-00D8-3178-FF208A77A4E3}"/>
                    </a:ext>
                  </a:extLst>
                </p14:cNvPr>
                <p14:cNvContentPartPr/>
                <p14:nvPr/>
              </p14:nvContentPartPr>
              <p14:xfrm>
                <a:off x="913420" y="3825836"/>
                <a:ext cx="77781" cy="211524"/>
              </p14:xfrm>
            </p:contentPart>
          </mc:Choice>
          <mc:Fallback xmlns="">
            <p:pic>
              <p:nvPicPr>
                <p:cNvPr id="261" name="Mürekkep 260">
                  <a:extLst>
                    <a:ext uri="{FF2B5EF4-FFF2-40B4-BE49-F238E27FC236}">
                      <a16:creationId xmlns:a16="http://schemas.microsoft.com/office/drawing/2014/main" id="{200FF208-C96F-00D8-3178-FF208A77A4E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7576" y="3789863"/>
                  <a:ext cx="149110" cy="283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62" name="Mürekkep 261">
                  <a:extLst>
                    <a:ext uri="{FF2B5EF4-FFF2-40B4-BE49-F238E27FC236}">
                      <a16:creationId xmlns:a16="http://schemas.microsoft.com/office/drawing/2014/main" id="{18A4417F-8C57-79BB-C6BF-54CEA1990CBC}"/>
                    </a:ext>
                  </a:extLst>
                </p14:cNvPr>
                <p14:cNvContentPartPr/>
                <p14:nvPr/>
              </p14:nvContentPartPr>
              <p14:xfrm>
                <a:off x="1032274" y="3940839"/>
                <a:ext cx="5391" cy="73161"/>
              </p14:xfrm>
            </p:contentPart>
          </mc:Choice>
          <mc:Fallback xmlns="">
            <p:pic>
              <p:nvPicPr>
                <p:cNvPr id="262" name="Mürekkep 261">
                  <a:extLst>
                    <a:ext uri="{FF2B5EF4-FFF2-40B4-BE49-F238E27FC236}">
                      <a16:creationId xmlns:a16="http://schemas.microsoft.com/office/drawing/2014/main" id="{18A4417F-8C57-79BB-C6BF-54CEA1990CB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6693" y="3904799"/>
                  <a:ext cx="76912" cy="1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63" name="Mürekkep 262">
                  <a:extLst>
                    <a:ext uri="{FF2B5EF4-FFF2-40B4-BE49-F238E27FC236}">
                      <a16:creationId xmlns:a16="http://schemas.microsoft.com/office/drawing/2014/main" id="{08010928-F662-FAAE-B244-AF5286D8E879}"/>
                    </a:ext>
                  </a:extLst>
                </p14:cNvPr>
                <p14:cNvContentPartPr/>
                <p14:nvPr/>
              </p14:nvContentPartPr>
              <p14:xfrm>
                <a:off x="978110" y="3892835"/>
                <a:ext cx="26184" cy="29264"/>
              </p14:xfrm>
            </p:contentPart>
          </mc:Choice>
          <mc:Fallback xmlns="">
            <p:pic>
              <p:nvPicPr>
                <p:cNvPr id="263" name="Mürekkep 262">
                  <a:extLst>
                    <a:ext uri="{FF2B5EF4-FFF2-40B4-BE49-F238E27FC236}">
                      <a16:creationId xmlns:a16="http://schemas.microsoft.com/office/drawing/2014/main" id="{08010928-F662-FAAE-B244-AF5286D8E8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2242" y="3857147"/>
                  <a:ext cx="97562" cy="100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64" name="Mürekkep 263">
                  <a:extLst>
                    <a:ext uri="{FF2B5EF4-FFF2-40B4-BE49-F238E27FC236}">
                      <a16:creationId xmlns:a16="http://schemas.microsoft.com/office/drawing/2014/main" id="{6B931144-8904-BFF1-53E3-C1F1DA3874F5}"/>
                    </a:ext>
                  </a:extLst>
                </p14:cNvPr>
                <p14:cNvContentPartPr/>
                <p14:nvPr/>
              </p14:nvContentPartPr>
              <p14:xfrm>
                <a:off x="1058201" y="3847655"/>
                <a:ext cx="77781" cy="185083"/>
              </p14:xfrm>
            </p:contentPart>
          </mc:Choice>
          <mc:Fallback xmlns="">
            <p:pic>
              <p:nvPicPr>
                <p:cNvPr id="264" name="Mürekkep 263">
                  <a:extLst>
                    <a:ext uri="{FF2B5EF4-FFF2-40B4-BE49-F238E27FC236}">
                      <a16:creationId xmlns:a16="http://schemas.microsoft.com/office/drawing/2014/main" id="{6B931144-8904-BFF1-53E3-C1F1DA3874F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2716" y="3811647"/>
                  <a:ext cx="149110" cy="256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65" name="Mürekkep 264">
                  <a:extLst>
                    <a:ext uri="{FF2B5EF4-FFF2-40B4-BE49-F238E27FC236}">
                      <a16:creationId xmlns:a16="http://schemas.microsoft.com/office/drawing/2014/main" id="{338189C7-FA82-F3A0-DDA6-2BC7AC625324}"/>
                    </a:ext>
                  </a:extLst>
                </p14:cNvPr>
                <p14:cNvContentPartPr/>
                <p14:nvPr/>
              </p14:nvContentPartPr>
              <p14:xfrm>
                <a:off x="1143684" y="3929031"/>
                <a:ext cx="103708" cy="110896"/>
              </p14:xfrm>
            </p:contentPart>
          </mc:Choice>
          <mc:Fallback xmlns="">
            <p:pic>
              <p:nvPicPr>
                <p:cNvPr id="265" name="Mürekkep 264">
                  <a:extLst>
                    <a:ext uri="{FF2B5EF4-FFF2-40B4-BE49-F238E27FC236}">
                      <a16:creationId xmlns:a16="http://schemas.microsoft.com/office/drawing/2014/main" id="{338189C7-FA82-F3A0-DDA6-2BC7AC62532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7799" y="3893142"/>
                  <a:ext cx="175119" cy="182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66" name="Mürekkep 265">
                  <a:extLst>
                    <a:ext uri="{FF2B5EF4-FFF2-40B4-BE49-F238E27FC236}">
                      <a16:creationId xmlns:a16="http://schemas.microsoft.com/office/drawing/2014/main" id="{487E5D32-2343-0C9B-2CBF-97E20711B97C}"/>
                    </a:ext>
                  </a:extLst>
                </p14:cNvPr>
                <p14:cNvContentPartPr/>
                <p14:nvPr/>
              </p14:nvContentPartPr>
              <p14:xfrm>
                <a:off x="1247136" y="3899510"/>
                <a:ext cx="140160" cy="174302"/>
              </p14:xfrm>
            </p:contentPart>
          </mc:Choice>
          <mc:Fallback xmlns="">
            <p:pic>
              <p:nvPicPr>
                <p:cNvPr id="266" name="Mürekkep 265">
                  <a:extLst>
                    <a:ext uri="{FF2B5EF4-FFF2-40B4-BE49-F238E27FC236}">
                      <a16:creationId xmlns:a16="http://schemas.microsoft.com/office/drawing/2014/main" id="{487E5D32-2343-0C9B-2CBF-97E20711B97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11105" y="3863857"/>
                  <a:ext cx="211861" cy="2459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67" name="Mürekkep 266">
                  <a:extLst>
                    <a:ext uri="{FF2B5EF4-FFF2-40B4-BE49-F238E27FC236}">
                      <a16:creationId xmlns:a16="http://schemas.microsoft.com/office/drawing/2014/main" id="{1A18E143-80B9-2124-EB92-D30B6C549B8F}"/>
                    </a:ext>
                  </a:extLst>
                </p14:cNvPr>
                <p14:cNvContentPartPr/>
                <p14:nvPr/>
              </p14:nvContentPartPr>
              <p14:xfrm>
                <a:off x="1399874" y="3948027"/>
                <a:ext cx="31318" cy="84969"/>
              </p14:xfrm>
            </p:contentPart>
          </mc:Choice>
          <mc:Fallback xmlns="">
            <p:pic>
              <p:nvPicPr>
                <p:cNvPr id="267" name="Mürekkep 266">
                  <a:extLst>
                    <a:ext uri="{FF2B5EF4-FFF2-40B4-BE49-F238E27FC236}">
                      <a16:creationId xmlns:a16="http://schemas.microsoft.com/office/drawing/2014/main" id="{1A18E143-80B9-2124-EB92-D30B6C549B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63876" y="3912023"/>
                  <a:ext cx="102953" cy="156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68" name="Mürekkep 267">
                  <a:extLst>
                    <a:ext uri="{FF2B5EF4-FFF2-40B4-BE49-F238E27FC236}">
                      <a16:creationId xmlns:a16="http://schemas.microsoft.com/office/drawing/2014/main" id="{D2E69385-0A83-DC2A-6CD9-304E1ED0EDDB}"/>
                    </a:ext>
                  </a:extLst>
                </p14:cNvPr>
                <p14:cNvContentPartPr/>
                <p14:nvPr/>
              </p14:nvContentPartPr>
              <p14:xfrm>
                <a:off x="1314392" y="3892835"/>
                <a:ext cx="64946" cy="41073"/>
              </p14:xfrm>
            </p:contentPart>
          </mc:Choice>
          <mc:Fallback xmlns="">
            <p:pic>
              <p:nvPicPr>
                <p:cNvPr id="268" name="Mürekkep 267">
                  <a:extLst>
                    <a:ext uri="{FF2B5EF4-FFF2-40B4-BE49-F238E27FC236}">
                      <a16:creationId xmlns:a16="http://schemas.microsoft.com/office/drawing/2014/main" id="{D2E69385-0A83-DC2A-6CD9-304E1ED0ED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78510" y="3856806"/>
                  <a:ext cx="136351" cy="112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69" name="Mürekkep 268">
                  <a:extLst>
                    <a:ext uri="{FF2B5EF4-FFF2-40B4-BE49-F238E27FC236}">
                      <a16:creationId xmlns:a16="http://schemas.microsoft.com/office/drawing/2014/main" id="{F33A47D0-DC0B-4D53-FD31-BFC0E09D7DD9}"/>
                    </a:ext>
                  </a:extLst>
                </p14:cNvPr>
                <p14:cNvContentPartPr/>
                <p14:nvPr/>
              </p14:nvContentPartPr>
              <p14:xfrm>
                <a:off x="1459430" y="3962659"/>
                <a:ext cx="175329" cy="121934"/>
              </p14:xfrm>
            </p:contentPart>
          </mc:Choice>
          <mc:Fallback xmlns="">
            <p:pic>
              <p:nvPicPr>
                <p:cNvPr id="269" name="Mürekkep 268">
                  <a:extLst>
                    <a:ext uri="{FF2B5EF4-FFF2-40B4-BE49-F238E27FC236}">
                      <a16:creationId xmlns:a16="http://schemas.microsoft.com/office/drawing/2014/main" id="{F33A47D0-DC0B-4D53-FD31-BFC0E09D7DD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23428" y="3926690"/>
                  <a:ext cx="246973" cy="193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70" name="Mürekkep 269">
                  <a:extLst>
                    <a:ext uri="{FF2B5EF4-FFF2-40B4-BE49-F238E27FC236}">
                      <a16:creationId xmlns:a16="http://schemas.microsoft.com/office/drawing/2014/main" id="{7673830B-79CE-0125-A732-BD5DB37896C4}"/>
                    </a:ext>
                  </a:extLst>
                </p14:cNvPr>
                <p14:cNvContentPartPr/>
                <p14:nvPr/>
              </p14:nvContentPartPr>
              <p14:xfrm>
                <a:off x="1681992" y="3852019"/>
                <a:ext cx="163264" cy="17713"/>
              </p14:xfrm>
            </p:contentPart>
          </mc:Choice>
          <mc:Fallback xmlns="">
            <p:pic>
              <p:nvPicPr>
                <p:cNvPr id="270" name="Mürekkep 269">
                  <a:extLst>
                    <a:ext uri="{FF2B5EF4-FFF2-40B4-BE49-F238E27FC236}">
                      <a16:creationId xmlns:a16="http://schemas.microsoft.com/office/drawing/2014/main" id="{7673830B-79CE-0125-A732-BD5DB37896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46031" y="3816593"/>
                  <a:ext cx="234827" cy="882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71" name="Mürekkep 270">
                  <a:extLst>
                    <a:ext uri="{FF2B5EF4-FFF2-40B4-BE49-F238E27FC236}">
                      <a16:creationId xmlns:a16="http://schemas.microsoft.com/office/drawing/2014/main" id="{43100122-94A2-47D4-5141-75865D6B9B30}"/>
                    </a:ext>
                  </a:extLst>
                </p14:cNvPr>
                <p14:cNvContentPartPr/>
                <p14:nvPr/>
              </p14:nvContentPartPr>
              <p14:xfrm>
                <a:off x="1694827" y="3921843"/>
                <a:ext cx="145294" cy="19253"/>
              </p14:xfrm>
            </p:contentPart>
          </mc:Choice>
          <mc:Fallback xmlns="">
            <p:pic>
              <p:nvPicPr>
                <p:cNvPr id="271" name="Mürekkep 270">
                  <a:extLst>
                    <a:ext uri="{FF2B5EF4-FFF2-40B4-BE49-F238E27FC236}">
                      <a16:creationId xmlns:a16="http://schemas.microsoft.com/office/drawing/2014/main" id="{43100122-94A2-47D4-5141-75865D6B9B3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658863" y="3886189"/>
                  <a:ext cx="216862" cy="902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up 363">
            <a:extLst>
              <a:ext uri="{FF2B5EF4-FFF2-40B4-BE49-F238E27FC236}">
                <a16:creationId xmlns:a16="http://schemas.microsoft.com/office/drawing/2014/main" id="{7B78884B-F02C-B7FB-DDFB-804976C4E1DD}"/>
              </a:ext>
            </a:extLst>
          </p:cNvPr>
          <p:cNvGrpSpPr/>
          <p:nvPr/>
        </p:nvGrpSpPr>
        <p:grpSpPr>
          <a:xfrm>
            <a:off x="389448" y="4430160"/>
            <a:ext cx="799292" cy="372417"/>
            <a:chOff x="389448" y="4430160"/>
            <a:chExt cx="799292" cy="37241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41" name="Mürekkep 340">
                  <a:extLst>
                    <a:ext uri="{FF2B5EF4-FFF2-40B4-BE49-F238E27FC236}">
                      <a16:creationId xmlns:a16="http://schemas.microsoft.com/office/drawing/2014/main" id="{C147842E-8742-A9C7-AB16-2FF36A9A9ADD}"/>
                    </a:ext>
                  </a:extLst>
                </p14:cNvPr>
                <p14:cNvContentPartPr/>
                <p14:nvPr/>
              </p14:nvContentPartPr>
              <p14:xfrm>
                <a:off x="389448" y="4442032"/>
                <a:ext cx="21421" cy="185305"/>
              </p14:xfrm>
            </p:contentPart>
          </mc:Choice>
          <mc:Fallback xmlns="">
            <p:pic>
              <p:nvPicPr>
                <p:cNvPr id="341" name="Mürekkep 340">
                  <a:extLst>
                    <a:ext uri="{FF2B5EF4-FFF2-40B4-BE49-F238E27FC236}">
                      <a16:creationId xmlns:a16="http://schemas.microsoft.com/office/drawing/2014/main" id="{C147842E-8742-A9C7-AB16-2FF36A9A9AD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4103" y="4406050"/>
                  <a:ext cx="92467" cy="256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42" name="Mürekkep 341">
                  <a:extLst>
                    <a:ext uri="{FF2B5EF4-FFF2-40B4-BE49-F238E27FC236}">
                      <a16:creationId xmlns:a16="http://schemas.microsoft.com/office/drawing/2014/main" id="{8D313189-2B08-9FEC-6161-7019A1A673F0}"/>
                    </a:ext>
                  </a:extLst>
                </p14:cNvPr>
                <p14:cNvContentPartPr/>
                <p14:nvPr/>
              </p14:nvContentPartPr>
              <p14:xfrm>
                <a:off x="428419" y="4430160"/>
                <a:ext cx="47488" cy="137818"/>
              </p14:xfrm>
            </p:contentPart>
          </mc:Choice>
          <mc:Fallback xmlns="">
            <p:pic>
              <p:nvPicPr>
                <p:cNvPr id="342" name="Mürekkep 341">
                  <a:extLst>
                    <a:ext uri="{FF2B5EF4-FFF2-40B4-BE49-F238E27FC236}">
                      <a16:creationId xmlns:a16="http://schemas.microsoft.com/office/drawing/2014/main" id="{8D313189-2B08-9FEC-6161-7019A1A673F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92803" y="4394536"/>
                  <a:ext cx="119080" cy="209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43" name="Mürekkep 342">
                  <a:extLst>
                    <a:ext uri="{FF2B5EF4-FFF2-40B4-BE49-F238E27FC236}">
                      <a16:creationId xmlns:a16="http://schemas.microsoft.com/office/drawing/2014/main" id="{4E16C2BA-03FC-2509-EC15-979CBD49AC51}"/>
                    </a:ext>
                  </a:extLst>
                </p14:cNvPr>
                <p14:cNvContentPartPr/>
                <p14:nvPr/>
              </p14:nvContentPartPr>
              <p14:xfrm>
                <a:off x="436678" y="4560235"/>
                <a:ext cx="107106" cy="90072"/>
              </p14:xfrm>
            </p:contentPart>
          </mc:Choice>
          <mc:Fallback xmlns="">
            <p:pic>
              <p:nvPicPr>
                <p:cNvPr id="343" name="Mürekkep 342">
                  <a:extLst>
                    <a:ext uri="{FF2B5EF4-FFF2-40B4-BE49-F238E27FC236}">
                      <a16:creationId xmlns:a16="http://schemas.microsoft.com/office/drawing/2014/main" id="{4E16C2BA-03FC-2509-EC15-979CBD49AC5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00976" y="4524206"/>
                  <a:ext cx="178871" cy="161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44" name="Mürekkep 343">
                  <a:extLst>
                    <a:ext uri="{FF2B5EF4-FFF2-40B4-BE49-F238E27FC236}">
                      <a16:creationId xmlns:a16="http://schemas.microsoft.com/office/drawing/2014/main" id="{5278FE4D-2F0F-FDA1-C7DF-CD22F226D146}"/>
                    </a:ext>
                  </a:extLst>
                </p14:cNvPr>
                <p14:cNvContentPartPr/>
                <p14:nvPr/>
              </p14:nvContentPartPr>
              <p14:xfrm>
                <a:off x="535525" y="4463969"/>
                <a:ext cx="125172" cy="45681"/>
              </p14:xfrm>
            </p:contentPart>
          </mc:Choice>
          <mc:Fallback xmlns="">
            <p:pic>
              <p:nvPicPr>
                <p:cNvPr id="344" name="Mürekkep 343">
                  <a:extLst>
                    <a:ext uri="{FF2B5EF4-FFF2-40B4-BE49-F238E27FC236}">
                      <a16:creationId xmlns:a16="http://schemas.microsoft.com/office/drawing/2014/main" id="{5278FE4D-2F0F-FDA1-C7DF-CD22F226D1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9916" y="4428359"/>
                  <a:ext cx="196750" cy="117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45" name="Mürekkep 344">
                  <a:extLst>
                    <a:ext uri="{FF2B5EF4-FFF2-40B4-BE49-F238E27FC236}">
                      <a16:creationId xmlns:a16="http://schemas.microsoft.com/office/drawing/2014/main" id="{39FB5BA0-B989-E762-45A1-3A383B915436}"/>
                    </a:ext>
                  </a:extLst>
                </p14:cNvPr>
                <p14:cNvContentPartPr/>
                <p14:nvPr/>
              </p14:nvContentPartPr>
              <p14:xfrm>
                <a:off x="595400" y="4505004"/>
                <a:ext cx="34842" cy="171369"/>
              </p14:xfrm>
            </p:contentPart>
          </mc:Choice>
          <mc:Fallback xmlns="">
            <p:pic>
              <p:nvPicPr>
                <p:cNvPr id="345" name="Mürekkep 344">
                  <a:extLst>
                    <a:ext uri="{FF2B5EF4-FFF2-40B4-BE49-F238E27FC236}">
                      <a16:creationId xmlns:a16="http://schemas.microsoft.com/office/drawing/2014/main" id="{39FB5BA0-B989-E762-45A1-3A383B91543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9480" y="4469078"/>
                  <a:ext cx="106322" cy="242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46" name="Mürekkep 345">
                  <a:extLst>
                    <a:ext uri="{FF2B5EF4-FFF2-40B4-BE49-F238E27FC236}">
                      <a16:creationId xmlns:a16="http://schemas.microsoft.com/office/drawing/2014/main" id="{8EFE2827-BB18-3D2A-6F76-AA52279A963D}"/>
                    </a:ext>
                  </a:extLst>
                </p14:cNvPr>
                <p14:cNvContentPartPr/>
                <p14:nvPr/>
              </p14:nvContentPartPr>
              <p14:xfrm>
                <a:off x="720314" y="4627853"/>
                <a:ext cx="21163" cy="166981"/>
              </p14:xfrm>
            </p:contentPart>
          </mc:Choice>
          <mc:Fallback xmlns="">
            <p:pic>
              <p:nvPicPr>
                <p:cNvPr id="346" name="Mürekkep 345">
                  <a:extLst>
                    <a:ext uri="{FF2B5EF4-FFF2-40B4-BE49-F238E27FC236}">
                      <a16:creationId xmlns:a16="http://schemas.microsoft.com/office/drawing/2014/main" id="{8EFE2827-BB18-3D2A-6F76-AA52279A963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4445" y="4592226"/>
                  <a:ext cx="92543" cy="238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47" name="Mürekkep 346">
                  <a:extLst>
                    <a:ext uri="{FF2B5EF4-FFF2-40B4-BE49-F238E27FC236}">
                      <a16:creationId xmlns:a16="http://schemas.microsoft.com/office/drawing/2014/main" id="{400F3577-5884-CDA5-6F20-E53F559F64B1}"/>
                    </a:ext>
                  </a:extLst>
                </p14:cNvPr>
                <p14:cNvContentPartPr/>
                <p14:nvPr/>
              </p14:nvContentPartPr>
              <p14:xfrm>
                <a:off x="787932" y="4609013"/>
                <a:ext cx="31486" cy="171369"/>
              </p14:xfrm>
            </p:contentPart>
          </mc:Choice>
          <mc:Fallback xmlns="">
            <p:pic>
              <p:nvPicPr>
                <p:cNvPr id="347" name="Mürekkep 346">
                  <a:extLst>
                    <a:ext uri="{FF2B5EF4-FFF2-40B4-BE49-F238E27FC236}">
                      <a16:creationId xmlns:a16="http://schemas.microsoft.com/office/drawing/2014/main" id="{400F3577-5884-CDA5-6F20-E53F559F64B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2152" y="4573087"/>
                  <a:ext cx="102687" cy="242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48" name="Mürekkep 347">
                  <a:extLst>
                    <a:ext uri="{FF2B5EF4-FFF2-40B4-BE49-F238E27FC236}">
                      <a16:creationId xmlns:a16="http://schemas.microsoft.com/office/drawing/2014/main" id="{DF241A73-E8A1-B9BB-0304-30496C0E5D60}"/>
                    </a:ext>
                  </a:extLst>
                </p14:cNvPr>
                <p14:cNvContentPartPr/>
                <p14:nvPr/>
              </p14:nvContentPartPr>
              <p14:xfrm>
                <a:off x="728057" y="4720248"/>
                <a:ext cx="99105" cy="33809"/>
              </p14:xfrm>
            </p:contentPart>
          </mc:Choice>
          <mc:Fallback xmlns="">
            <p:pic>
              <p:nvPicPr>
                <p:cNvPr id="348" name="Mürekkep 347">
                  <a:extLst>
                    <a:ext uri="{FF2B5EF4-FFF2-40B4-BE49-F238E27FC236}">
                      <a16:creationId xmlns:a16="http://schemas.microsoft.com/office/drawing/2014/main" id="{DF241A73-E8A1-B9BB-0304-30496C0E5D6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2508" y="4684281"/>
                  <a:ext cx="170561" cy="105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49" name="Mürekkep 348">
                  <a:extLst>
                    <a:ext uri="{FF2B5EF4-FFF2-40B4-BE49-F238E27FC236}">
                      <a16:creationId xmlns:a16="http://schemas.microsoft.com/office/drawing/2014/main" id="{1E197B27-5EB8-BBA3-E850-812FC77A14D0}"/>
                    </a:ext>
                  </a:extLst>
                </p14:cNvPr>
                <p14:cNvContentPartPr/>
                <p14:nvPr/>
              </p14:nvContentPartPr>
              <p14:xfrm>
                <a:off x="845227" y="4687729"/>
                <a:ext cx="140657" cy="104525"/>
              </p14:xfrm>
            </p:contentPart>
          </mc:Choice>
          <mc:Fallback xmlns="">
            <p:pic>
              <p:nvPicPr>
                <p:cNvPr id="349" name="Mürekkep 348">
                  <a:extLst>
                    <a:ext uri="{FF2B5EF4-FFF2-40B4-BE49-F238E27FC236}">
                      <a16:creationId xmlns:a16="http://schemas.microsoft.com/office/drawing/2014/main" id="{1E197B27-5EB8-BBA3-E850-812FC77A14D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09253" y="4651686"/>
                  <a:ext cx="212245" cy="176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50" name="Mürekkep 349">
                  <a:extLst>
                    <a:ext uri="{FF2B5EF4-FFF2-40B4-BE49-F238E27FC236}">
                      <a16:creationId xmlns:a16="http://schemas.microsoft.com/office/drawing/2014/main" id="{A1DF0CA0-3C63-184F-5E1D-C0C55FA3952C}"/>
                    </a:ext>
                  </a:extLst>
                </p14:cNvPr>
                <p14:cNvContentPartPr/>
                <p14:nvPr/>
              </p14:nvContentPartPr>
              <p14:xfrm>
                <a:off x="972722" y="4587076"/>
                <a:ext cx="40003" cy="205178"/>
              </p14:xfrm>
            </p:contentPart>
          </mc:Choice>
          <mc:Fallback xmlns="">
            <p:pic>
              <p:nvPicPr>
                <p:cNvPr id="350" name="Mürekkep 349">
                  <a:extLst>
                    <a:ext uri="{FF2B5EF4-FFF2-40B4-BE49-F238E27FC236}">
                      <a16:creationId xmlns:a16="http://schemas.microsoft.com/office/drawing/2014/main" id="{A1DF0CA0-3C63-184F-5E1D-C0C55FA3952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6683" y="4551080"/>
                  <a:ext cx="111720" cy="276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51" name="Mürekkep 350">
                  <a:extLst>
                    <a:ext uri="{FF2B5EF4-FFF2-40B4-BE49-F238E27FC236}">
                      <a16:creationId xmlns:a16="http://schemas.microsoft.com/office/drawing/2014/main" id="{1B62A80E-BA30-3941-02AF-450D320EEAD1}"/>
                    </a:ext>
                  </a:extLst>
                </p14:cNvPr>
                <p14:cNvContentPartPr/>
                <p14:nvPr/>
              </p14:nvContentPartPr>
              <p14:xfrm>
                <a:off x="951817" y="4724635"/>
                <a:ext cx="86201" cy="19614"/>
              </p14:xfrm>
            </p:contentPart>
          </mc:Choice>
          <mc:Fallback xmlns="">
            <p:pic>
              <p:nvPicPr>
                <p:cNvPr id="351" name="Mürekkep 350">
                  <a:extLst>
                    <a:ext uri="{FF2B5EF4-FFF2-40B4-BE49-F238E27FC236}">
                      <a16:creationId xmlns:a16="http://schemas.microsoft.com/office/drawing/2014/main" id="{1B62A80E-BA30-3941-02AF-450D320EEAD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15750" y="4688973"/>
                  <a:ext cx="157975" cy="90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52" name="Mürekkep 351">
                  <a:extLst>
                    <a:ext uri="{FF2B5EF4-FFF2-40B4-BE49-F238E27FC236}">
                      <a16:creationId xmlns:a16="http://schemas.microsoft.com/office/drawing/2014/main" id="{974D262C-F0AC-3C1E-57DD-2D9849AFEBC1}"/>
                    </a:ext>
                  </a:extLst>
                </p14:cNvPr>
                <p14:cNvContentPartPr/>
                <p14:nvPr/>
              </p14:nvContentPartPr>
              <p14:xfrm>
                <a:off x="1063310" y="4705021"/>
                <a:ext cx="125430" cy="97556"/>
              </p14:xfrm>
            </p:contentPart>
          </mc:Choice>
          <mc:Fallback xmlns="">
            <p:pic>
              <p:nvPicPr>
                <p:cNvPr id="352" name="Mürekkep 351">
                  <a:extLst>
                    <a:ext uri="{FF2B5EF4-FFF2-40B4-BE49-F238E27FC236}">
                      <a16:creationId xmlns:a16="http://schemas.microsoft.com/office/drawing/2014/main" id="{974D262C-F0AC-3C1E-57DD-2D9849AFEBC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7730" y="4669022"/>
                  <a:ext cx="196950" cy="16919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up 377">
            <a:extLst>
              <a:ext uri="{FF2B5EF4-FFF2-40B4-BE49-F238E27FC236}">
                <a16:creationId xmlns:a16="http://schemas.microsoft.com/office/drawing/2014/main" id="{596CB568-0A27-3086-7CF7-72D3F932AE34}"/>
              </a:ext>
            </a:extLst>
          </p:cNvPr>
          <p:cNvGrpSpPr/>
          <p:nvPr/>
        </p:nvGrpSpPr>
        <p:grpSpPr>
          <a:xfrm>
            <a:off x="1090008" y="4520557"/>
            <a:ext cx="174960" cy="67680"/>
            <a:chOff x="1090008" y="4520557"/>
            <a:chExt cx="17496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76" name="Mürekkep 375">
                  <a:extLst>
                    <a:ext uri="{FF2B5EF4-FFF2-40B4-BE49-F238E27FC236}">
                      <a16:creationId xmlns:a16="http://schemas.microsoft.com/office/drawing/2014/main" id="{4A2F9D14-226A-E84F-9BC9-1D9E0A8EE2DD}"/>
                    </a:ext>
                  </a:extLst>
                </p14:cNvPr>
                <p14:cNvContentPartPr/>
                <p14:nvPr/>
              </p14:nvContentPartPr>
              <p14:xfrm>
                <a:off x="1090008" y="4520557"/>
                <a:ext cx="156960" cy="6480"/>
              </p14:xfrm>
            </p:contentPart>
          </mc:Choice>
          <mc:Fallback xmlns="">
            <p:pic>
              <p:nvPicPr>
                <p:cNvPr id="376" name="Mürekkep 375">
                  <a:extLst>
                    <a:ext uri="{FF2B5EF4-FFF2-40B4-BE49-F238E27FC236}">
                      <a16:creationId xmlns:a16="http://schemas.microsoft.com/office/drawing/2014/main" id="{4A2F9D14-226A-E84F-9BC9-1D9E0A8EE2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4008" y="4484917"/>
                  <a:ext cx="228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77" name="Mürekkep 376">
                  <a:extLst>
                    <a:ext uri="{FF2B5EF4-FFF2-40B4-BE49-F238E27FC236}">
                      <a16:creationId xmlns:a16="http://schemas.microsoft.com/office/drawing/2014/main" id="{57C30A1C-E6E6-61BE-86B5-D8D1D7244AA0}"/>
                    </a:ext>
                  </a:extLst>
                </p14:cNvPr>
                <p14:cNvContentPartPr/>
                <p14:nvPr/>
              </p14:nvContentPartPr>
              <p14:xfrm>
                <a:off x="1166688" y="4587877"/>
                <a:ext cx="98280" cy="360"/>
              </p14:xfrm>
            </p:contentPart>
          </mc:Choice>
          <mc:Fallback xmlns="">
            <p:pic>
              <p:nvPicPr>
                <p:cNvPr id="377" name="Mürekkep 376">
                  <a:extLst>
                    <a:ext uri="{FF2B5EF4-FFF2-40B4-BE49-F238E27FC236}">
                      <a16:creationId xmlns:a16="http://schemas.microsoft.com/office/drawing/2014/main" id="{57C30A1C-E6E6-61BE-86B5-D8D1D7244A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1048" y="4552237"/>
                  <a:ext cx="169920" cy="72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91" name="Resim 390">
            <a:extLst>
              <a:ext uri="{FF2B5EF4-FFF2-40B4-BE49-F238E27FC236}">
                <a16:creationId xmlns:a16="http://schemas.microsoft.com/office/drawing/2014/main" id="{19B7755B-F0D5-0BFF-C6AA-C194C1882CF4}"/>
              </a:ext>
            </a:extLst>
          </p:cNvPr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5659562" y="5044534"/>
            <a:ext cx="6437934" cy="1664352"/>
          </a:xfrm>
          <a:prstGeom prst="rect">
            <a:avLst/>
          </a:prstGeom>
        </p:spPr>
      </p:pic>
      <p:grpSp>
        <p:nvGrpSpPr>
          <p:cNvPr id="423" name="Grup 422">
            <a:extLst>
              <a:ext uri="{FF2B5EF4-FFF2-40B4-BE49-F238E27FC236}">
                <a16:creationId xmlns:a16="http://schemas.microsoft.com/office/drawing/2014/main" id="{FF46C169-AFA3-29CF-883E-C0854FEA2B22}"/>
              </a:ext>
            </a:extLst>
          </p:cNvPr>
          <p:cNvGrpSpPr/>
          <p:nvPr/>
        </p:nvGrpSpPr>
        <p:grpSpPr>
          <a:xfrm>
            <a:off x="1785518" y="977793"/>
            <a:ext cx="1057705" cy="505127"/>
            <a:chOff x="1666777" y="777581"/>
            <a:chExt cx="1771200" cy="57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09" name="Mürekkep 408">
                  <a:extLst>
                    <a:ext uri="{FF2B5EF4-FFF2-40B4-BE49-F238E27FC236}">
                      <a16:creationId xmlns:a16="http://schemas.microsoft.com/office/drawing/2014/main" id="{DF154141-C146-5095-8824-E8C2FA10AE36}"/>
                    </a:ext>
                  </a:extLst>
                </p14:cNvPr>
                <p14:cNvContentPartPr/>
                <p14:nvPr/>
              </p14:nvContentPartPr>
              <p14:xfrm>
                <a:off x="1666777" y="1043261"/>
                <a:ext cx="196200" cy="206640"/>
              </p14:xfrm>
            </p:contentPart>
          </mc:Choice>
          <mc:Fallback xmlns="">
            <p:pic>
              <p:nvPicPr>
                <p:cNvPr id="409" name="Mürekkep 408">
                  <a:extLst>
                    <a:ext uri="{FF2B5EF4-FFF2-40B4-BE49-F238E27FC236}">
                      <a16:creationId xmlns:a16="http://schemas.microsoft.com/office/drawing/2014/main" id="{DF154141-C146-5095-8824-E8C2FA10AE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06593" y="1002179"/>
                  <a:ext cx="315966" cy="2883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10" name="Mürekkep 409">
                  <a:extLst>
                    <a:ext uri="{FF2B5EF4-FFF2-40B4-BE49-F238E27FC236}">
                      <a16:creationId xmlns:a16="http://schemas.microsoft.com/office/drawing/2014/main" id="{76DE81AA-E12A-42F2-C058-C70D1FF12EEC}"/>
                    </a:ext>
                  </a:extLst>
                </p14:cNvPr>
                <p14:cNvContentPartPr/>
                <p14:nvPr/>
              </p14:nvContentPartPr>
              <p14:xfrm>
                <a:off x="1887457" y="1015901"/>
                <a:ext cx="95400" cy="209880"/>
              </p14:xfrm>
            </p:contentPart>
          </mc:Choice>
          <mc:Fallback xmlns="">
            <p:pic>
              <p:nvPicPr>
                <p:cNvPr id="410" name="Mürekkep 409">
                  <a:extLst>
                    <a:ext uri="{FF2B5EF4-FFF2-40B4-BE49-F238E27FC236}">
                      <a16:creationId xmlns:a16="http://schemas.microsoft.com/office/drawing/2014/main" id="{76DE81AA-E12A-42F2-C058-C70D1FF12E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27077" y="975239"/>
                  <a:ext cx="215556" cy="291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11" name="Mürekkep 410">
                  <a:extLst>
                    <a:ext uri="{FF2B5EF4-FFF2-40B4-BE49-F238E27FC236}">
                      <a16:creationId xmlns:a16="http://schemas.microsoft.com/office/drawing/2014/main" id="{19AE8EFD-3F89-0817-D020-F3BB3DAAEB2A}"/>
                    </a:ext>
                  </a:extLst>
                </p14:cNvPr>
                <p14:cNvContentPartPr/>
                <p14:nvPr/>
              </p14:nvContentPartPr>
              <p14:xfrm>
                <a:off x="2120017" y="989981"/>
                <a:ext cx="80640" cy="245880"/>
              </p14:xfrm>
            </p:contentPart>
          </mc:Choice>
          <mc:Fallback xmlns="">
            <p:pic>
              <p:nvPicPr>
                <p:cNvPr id="411" name="Mürekkep 410">
                  <a:extLst>
                    <a:ext uri="{FF2B5EF4-FFF2-40B4-BE49-F238E27FC236}">
                      <a16:creationId xmlns:a16="http://schemas.microsoft.com/office/drawing/2014/main" id="{19AE8EFD-3F89-0817-D020-F3BB3DAAEB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59838" y="948864"/>
                  <a:ext cx="200396" cy="3277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12" name="Mürekkep 411">
                  <a:extLst>
                    <a:ext uri="{FF2B5EF4-FFF2-40B4-BE49-F238E27FC236}">
                      <a16:creationId xmlns:a16="http://schemas.microsoft.com/office/drawing/2014/main" id="{40C40932-9711-22B4-9806-34F1E490B930}"/>
                    </a:ext>
                  </a:extLst>
                </p14:cNvPr>
                <p14:cNvContentPartPr/>
                <p14:nvPr/>
              </p14:nvContentPartPr>
              <p14:xfrm>
                <a:off x="2102377" y="1121021"/>
                <a:ext cx="145440" cy="24840"/>
              </p14:xfrm>
            </p:contentPart>
          </mc:Choice>
          <mc:Fallback xmlns="">
            <p:pic>
              <p:nvPicPr>
                <p:cNvPr id="412" name="Mürekkep 411">
                  <a:extLst>
                    <a:ext uri="{FF2B5EF4-FFF2-40B4-BE49-F238E27FC236}">
                      <a16:creationId xmlns:a16="http://schemas.microsoft.com/office/drawing/2014/main" id="{40C40932-9711-22B4-9806-34F1E490B9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42278" y="1080300"/>
                  <a:ext cx="265037" cy="105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13" name="Mürekkep 412">
                  <a:extLst>
                    <a:ext uri="{FF2B5EF4-FFF2-40B4-BE49-F238E27FC236}">
                      <a16:creationId xmlns:a16="http://schemas.microsoft.com/office/drawing/2014/main" id="{55221A4D-56E2-0476-8596-7696DA3E213C}"/>
                    </a:ext>
                  </a:extLst>
                </p14:cNvPr>
                <p14:cNvContentPartPr/>
                <p14:nvPr/>
              </p14:nvContentPartPr>
              <p14:xfrm>
                <a:off x="2247097" y="777581"/>
                <a:ext cx="192960" cy="199080"/>
              </p14:xfrm>
            </p:contentPart>
          </mc:Choice>
          <mc:Fallback xmlns="">
            <p:pic>
              <p:nvPicPr>
                <p:cNvPr id="413" name="Mürekkep 412">
                  <a:extLst>
                    <a:ext uri="{FF2B5EF4-FFF2-40B4-BE49-F238E27FC236}">
                      <a16:creationId xmlns:a16="http://schemas.microsoft.com/office/drawing/2014/main" id="{55221A4D-56E2-0476-8596-7696DA3E213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86797" y="736860"/>
                  <a:ext cx="312957" cy="280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15" name="Mürekkep 414">
                  <a:extLst>
                    <a:ext uri="{FF2B5EF4-FFF2-40B4-BE49-F238E27FC236}">
                      <a16:creationId xmlns:a16="http://schemas.microsoft.com/office/drawing/2014/main" id="{F7B89A20-C181-58C8-880F-0E64BD7B9F9A}"/>
                    </a:ext>
                  </a:extLst>
                </p14:cNvPr>
                <p14:cNvContentPartPr/>
                <p14:nvPr/>
              </p14:nvContentPartPr>
              <p14:xfrm>
                <a:off x="2599537" y="1023101"/>
                <a:ext cx="7560" cy="216720"/>
              </p14:xfrm>
            </p:contentPart>
          </mc:Choice>
          <mc:Fallback xmlns="">
            <p:pic>
              <p:nvPicPr>
                <p:cNvPr id="415" name="Mürekkep 414">
                  <a:extLst>
                    <a:ext uri="{FF2B5EF4-FFF2-40B4-BE49-F238E27FC236}">
                      <a16:creationId xmlns:a16="http://schemas.microsoft.com/office/drawing/2014/main" id="{F7B89A20-C181-58C8-880F-0E64BD7B9F9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41383" y="981978"/>
                  <a:ext cx="123286" cy="298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16" name="Mürekkep 415">
                  <a:extLst>
                    <a:ext uri="{FF2B5EF4-FFF2-40B4-BE49-F238E27FC236}">
                      <a16:creationId xmlns:a16="http://schemas.microsoft.com/office/drawing/2014/main" id="{9E1BDB41-7DE7-0AB9-956F-2A0E5187079E}"/>
                    </a:ext>
                  </a:extLst>
                </p14:cNvPr>
                <p14:cNvContentPartPr/>
                <p14:nvPr/>
              </p14:nvContentPartPr>
              <p14:xfrm>
                <a:off x="2523217" y="1145501"/>
                <a:ext cx="149040" cy="6480"/>
              </p14:xfrm>
            </p:contentPart>
          </mc:Choice>
          <mc:Fallback xmlns="">
            <p:pic>
              <p:nvPicPr>
                <p:cNvPr id="416" name="Mürekkep 415">
                  <a:extLst>
                    <a:ext uri="{FF2B5EF4-FFF2-40B4-BE49-F238E27FC236}">
                      <a16:creationId xmlns:a16="http://schemas.microsoft.com/office/drawing/2014/main" id="{9E1BDB41-7DE7-0AB9-956F-2A0E5187079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63120" y="1105406"/>
                  <a:ext cx="268633" cy="87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18" name="Mürekkep 417">
                  <a:extLst>
                    <a:ext uri="{FF2B5EF4-FFF2-40B4-BE49-F238E27FC236}">
                      <a16:creationId xmlns:a16="http://schemas.microsoft.com/office/drawing/2014/main" id="{9BF68426-54BF-32FD-4317-77A1B8A84447}"/>
                    </a:ext>
                  </a:extLst>
                </p14:cNvPr>
                <p14:cNvContentPartPr/>
                <p14:nvPr/>
              </p14:nvContentPartPr>
              <p14:xfrm>
                <a:off x="2791777" y="975941"/>
                <a:ext cx="138240" cy="202320"/>
              </p14:xfrm>
            </p:contentPart>
          </mc:Choice>
          <mc:Fallback xmlns="">
            <p:pic>
              <p:nvPicPr>
                <p:cNvPr id="418" name="Mürekkep 417">
                  <a:extLst>
                    <a:ext uri="{FF2B5EF4-FFF2-40B4-BE49-F238E27FC236}">
                      <a16:creationId xmlns:a16="http://schemas.microsoft.com/office/drawing/2014/main" id="{9BF68426-54BF-32FD-4317-77A1B8A844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31673" y="935313"/>
                  <a:ext cx="257848" cy="2839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19" name="Mürekkep 418">
                  <a:extLst>
                    <a:ext uri="{FF2B5EF4-FFF2-40B4-BE49-F238E27FC236}">
                      <a16:creationId xmlns:a16="http://schemas.microsoft.com/office/drawing/2014/main" id="{FE8190F2-1299-18F4-B12E-6A6A98031513}"/>
                    </a:ext>
                  </a:extLst>
                </p14:cNvPr>
                <p14:cNvContentPartPr/>
                <p14:nvPr/>
              </p14:nvContentPartPr>
              <p14:xfrm>
                <a:off x="2958457" y="965141"/>
                <a:ext cx="127800" cy="203400"/>
              </p14:xfrm>
            </p:contentPart>
          </mc:Choice>
          <mc:Fallback xmlns="">
            <p:pic>
              <p:nvPicPr>
                <p:cNvPr id="419" name="Mürekkep 418">
                  <a:extLst>
                    <a:ext uri="{FF2B5EF4-FFF2-40B4-BE49-F238E27FC236}">
                      <a16:creationId xmlns:a16="http://schemas.microsoft.com/office/drawing/2014/main" id="{FE8190F2-1299-18F4-B12E-6A6A9803151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98457" y="924050"/>
                  <a:ext cx="247200" cy="2851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20" name="Mürekkep 419">
                  <a:extLst>
                    <a:ext uri="{FF2B5EF4-FFF2-40B4-BE49-F238E27FC236}">
                      <a16:creationId xmlns:a16="http://schemas.microsoft.com/office/drawing/2014/main" id="{CAB50249-12BA-A840-915B-58AD7EA56478}"/>
                    </a:ext>
                  </a:extLst>
                </p14:cNvPr>
                <p14:cNvContentPartPr/>
                <p14:nvPr/>
              </p14:nvContentPartPr>
              <p14:xfrm>
                <a:off x="3115777" y="995741"/>
                <a:ext cx="126000" cy="197280"/>
              </p14:xfrm>
            </p:contentPart>
          </mc:Choice>
          <mc:Fallback xmlns="">
            <p:pic>
              <p:nvPicPr>
                <p:cNvPr id="420" name="Mürekkep 419">
                  <a:extLst>
                    <a:ext uri="{FF2B5EF4-FFF2-40B4-BE49-F238E27FC236}">
                      <a16:creationId xmlns:a16="http://schemas.microsoft.com/office/drawing/2014/main" id="{CAB50249-12BA-A840-915B-58AD7EA564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56377" y="954641"/>
                  <a:ext cx="245400" cy="279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21" name="Mürekkep 420">
                  <a:extLst>
                    <a:ext uri="{FF2B5EF4-FFF2-40B4-BE49-F238E27FC236}">
                      <a16:creationId xmlns:a16="http://schemas.microsoft.com/office/drawing/2014/main" id="{17280F5D-B867-60FC-B2CA-147DE40AD80E}"/>
                    </a:ext>
                  </a:extLst>
                </p14:cNvPr>
                <p14:cNvContentPartPr/>
                <p14:nvPr/>
              </p14:nvContentPartPr>
              <p14:xfrm>
                <a:off x="3241777" y="783701"/>
                <a:ext cx="196200" cy="223920"/>
              </p14:xfrm>
            </p:contentPart>
          </mc:Choice>
          <mc:Fallback xmlns="">
            <p:pic>
              <p:nvPicPr>
                <p:cNvPr id="421" name="Mürekkep 420">
                  <a:extLst>
                    <a:ext uri="{FF2B5EF4-FFF2-40B4-BE49-F238E27FC236}">
                      <a16:creationId xmlns:a16="http://schemas.microsoft.com/office/drawing/2014/main" id="{17280F5D-B867-60FC-B2CA-147DE40AD80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81593" y="742615"/>
                  <a:ext cx="315966" cy="3056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22" name="Mürekkep 421">
                  <a:extLst>
                    <a:ext uri="{FF2B5EF4-FFF2-40B4-BE49-F238E27FC236}">
                      <a16:creationId xmlns:a16="http://schemas.microsoft.com/office/drawing/2014/main" id="{367E895D-C6BD-1117-018F-5ACF61B5CDBA}"/>
                    </a:ext>
                  </a:extLst>
                </p14:cNvPr>
                <p14:cNvContentPartPr/>
                <p14:nvPr/>
              </p14:nvContentPartPr>
              <p14:xfrm>
                <a:off x="1721137" y="1270061"/>
                <a:ext cx="1687680" cy="84240"/>
              </p14:xfrm>
            </p:contentPart>
          </mc:Choice>
          <mc:Fallback xmlns="">
            <p:pic>
              <p:nvPicPr>
                <p:cNvPr id="422" name="Mürekkep 421">
                  <a:extLst>
                    <a:ext uri="{FF2B5EF4-FFF2-40B4-BE49-F238E27FC236}">
                      <a16:creationId xmlns:a16="http://schemas.microsoft.com/office/drawing/2014/main" id="{367E895D-C6BD-1117-018F-5ACF61B5CDB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60863" y="1228968"/>
                  <a:ext cx="1807626" cy="16601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24" name="Mürekkep 423">
                <a:extLst>
                  <a:ext uri="{FF2B5EF4-FFF2-40B4-BE49-F238E27FC236}">
                    <a16:creationId xmlns:a16="http://schemas.microsoft.com/office/drawing/2014/main" id="{28C1EE65-FF7D-12B8-07BE-CB41862BB1B0}"/>
                  </a:ext>
                </a:extLst>
              </p14:cNvPr>
              <p14:cNvContentPartPr/>
              <p14:nvPr/>
            </p14:nvContentPartPr>
            <p14:xfrm>
              <a:off x="2275244" y="1568369"/>
              <a:ext cx="110715" cy="118557"/>
            </p14:xfrm>
          </p:contentPart>
        </mc:Choice>
        <mc:Fallback xmlns="">
          <p:pic>
            <p:nvPicPr>
              <p:cNvPr id="424" name="Mürekkep 423">
                <a:extLst>
                  <a:ext uri="{FF2B5EF4-FFF2-40B4-BE49-F238E27FC236}">
                    <a16:creationId xmlns:a16="http://schemas.microsoft.com/office/drawing/2014/main" id="{28C1EE65-FF7D-12B8-07BE-CB41862BB1B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239298" y="1532333"/>
                <a:ext cx="182248" cy="190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25" name="Mürekkep 424">
                <a:extLst>
                  <a:ext uri="{FF2B5EF4-FFF2-40B4-BE49-F238E27FC236}">
                    <a16:creationId xmlns:a16="http://schemas.microsoft.com/office/drawing/2014/main" id="{666AD330-34CD-0369-FA36-5662DCE9F94B}"/>
                  </a:ext>
                </a:extLst>
              </p14:cNvPr>
              <p14:cNvContentPartPr/>
              <p14:nvPr/>
            </p14:nvContentPartPr>
            <p14:xfrm>
              <a:off x="2990269" y="1396525"/>
              <a:ext cx="100181" cy="21756"/>
            </p14:xfrm>
          </p:contentPart>
        </mc:Choice>
        <mc:Fallback xmlns="">
          <p:pic>
            <p:nvPicPr>
              <p:cNvPr id="425" name="Mürekkep 424">
                <a:extLst>
                  <a:ext uri="{FF2B5EF4-FFF2-40B4-BE49-F238E27FC236}">
                    <a16:creationId xmlns:a16="http://schemas.microsoft.com/office/drawing/2014/main" id="{666AD330-34CD-0369-FA36-5662DCE9F94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954233" y="1361216"/>
                <a:ext cx="171893" cy="92730"/>
              </a:xfrm>
              <a:prstGeom prst="rect">
                <a:avLst/>
              </a:prstGeom>
            </p:spPr>
          </p:pic>
        </mc:Fallback>
      </mc:AlternateContent>
      <p:grpSp>
        <p:nvGrpSpPr>
          <p:cNvPr id="498" name="Grup 497">
            <a:extLst>
              <a:ext uri="{FF2B5EF4-FFF2-40B4-BE49-F238E27FC236}">
                <a16:creationId xmlns:a16="http://schemas.microsoft.com/office/drawing/2014/main" id="{3E7B325C-6A71-5166-4F3A-BF48AADA1FDA}"/>
              </a:ext>
            </a:extLst>
          </p:cNvPr>
          <p:cNvGrpSpPr/>
          <p:nvPr/>
        </p:nvGrpSpPr>
        <p:grpSpPr>
          <a:xfrm>
            <a:off x="438136" y="1137151"/>
            <a:ext cx="1086970" cy="374660"/>
            <a:chOff x="182497" y="1043621"/>
            <a:chExt cx="14590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81" name="Mürekkep 480">
                  <a:extLst>
                    <a:ext uri="{FF2B5EF4-FFF2-40B4-BE49-F238E27FC236}">
                      <a16:creationId xmlns:a16="http://schemas.microsoft.com/office/drawing/2014/main" id="{F79BF113-5DCD-0252-04A3-63F76F1782EC}"/>
                    </a:ext>
                  </a:extLst>
                </p14:cNvPr>
                <p14:cNvContentPartPr/>
                <p14:nvPr/>
              </p14:nvContentPartPr>
              <p14:xfrm>
                <a:off x="182497" y="1124981"/>
                <a:ext cx="58680" cy="390240"/>
              </p14:xfrm>
            </p:contentPart>
          </mc:Choice>
          <mc:Fallback xmlns="">
            <p:pic>
              <p:nvPicPr>
                <p:cNvPr id="481" name="Mürekkep 480">
                  <a:extLst>
                    <a:ext uri="{FF2B5EF4-FFF2-40B4-BE49-F238E27FC236}">
                      <a16:creationId xmlns:a16="http://schemas.microsoft.com/office/drawing/2014/main" id="{F79BF113-5DCD-0252-04A3-63F76F1782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4001" y="1077167"/>
                  <a:ext cx="155187" cy="486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82" name="Mürekkep 481">
                  <a:extLst>
                    <a:ext uri="{FF2B5EF4-FFF2-40B4-BE49-F238E27FC236}">
                      <a16:creationId xmlns:a16="http://schemas.microsoft.com/office/drawing/2014/main" id="{AC748443-0BBC-933A-504A-177A2294F521}"/>
                    </a:ext>
                  </a:extLst>
                </p14:cNvPr>
                <p14:cNvContentPartPr/>
                <p14:nvPr/>
              </p14:nvContentPartPr>
              <p14:xfrm>
                <a:off x="265297" y="1043621"/>
                <a:ext cx="104040" cy="319680"/>
              </p14:xfrm>
            </p:contentPart>
          </mc:Choice>
          <mc:Fallback xmlns="">
            <p:pic>
              <p:nvPicPr>
                <p:cNvPr id="482" name="Mürekkep 481">
                  <a:extLst>
                    <a:ext uri="{FF2B5EF4-FFF2-40B4-BE49-F238E27FC236}">
                      <a16:creationId xmlns:a16="http://schemas.microsoft.com/office/drawing/2014/main" id="{AC748443-0BBC-933A-504A-177A2294F5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7390" y="995258"/>
                  <a:ext cx="200337" cy="415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83" name="Mürekkep 482">
                  <a:extLst>
                    <a:ext uri="{FF2B5EF4-FFF2-40B4-BE49-F238E27FC236}">
                      <a16:creationId xmlns:a16="http://schemas.microsoft.com/office/drawing/2014/main" id="{717EB152-5F7B-1392-D44A-E973CC085646}"/>
                    </a:ext>
                  </a:extLst>
                </p14:cNvPr>
                <p14:cNvContentPartPr/>
                <p14:nvPr/>
              </p14:nvContentPartPr>
              <p14:xfrm>
                <a:off x="284017" y="1347101"/>
                <a:ext cx="160200" cy="131400"/>
              </p14:xfrm>
            </p:contentPart>
          </mc:Choice>
          <mc:Fallback xmlns="">
            <p:pic>
              <p:nvPicPr>
                <p:cNvPr id="483" name="Mürekkep 482">
                  <a:extLst>
                    <a:ext uri="{FF2B5EF4-FFF2-40B4-BE49-F238E27FC236}">
                      <a16:creationId xmlns:a16="http://schemas.microsoft.com/office/drawing/2014/main" id="{717EB152-5F7B-1392-D44A-E973CC0856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6102" y="1298792"/>
                  <a:ext cx="256514" cy="227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84" name="Mürekkep 483">
                  <a:extLst>
                    <a:ext uri="{FF2B5EF4-FFF2-40B4-BE49-F238E27FC236}">
                      <a16:creationId xmlns:a16="http://schemas.microsoft.com/office/drawing/2014/main" id="{188F4551-7AAF-70EC-FBBE-C74C3416F540}"/>
                    </a:ext>
                  </a:extLst>
                </p14:cNvPr>
                <p14:cNvContentPartPr/>
                <p14:nvPr/>
              </p14:nvContentPartPr>
              <p14:xfrm>
                <a:off x="469057" y="1104821"/>
                <a:ext cx="196200" cy="47160"/>
              </p14:xfrm>
            </p:contentPart>
          </mc:Choice>
          <mc:Fallback xmlns="">
            <p:pic>
              <p:nvPicPr>
                <p:cNvPr id="484" name="Mürekkep 483">
                  <a:extLst>
                    <a:ext uri="{FF2B5EF4-FFF2-40B4-BE49-F238E27FC236}">
                      <a16:creationId xmlns:a16="http://schemas.microsoft.com/office/drawing/2014/main" id="{188F4551-7AAF-70EC-FBBE-C74C3416F54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1333" y="1056699"/>
                  <a:ext cx="292131" cy="142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85" name="Mürekkep 484">
                  <a:extLst>
                    <a:ext uri="{FF2B5EF4-FFF2-40B4-BE49-F238E27FC236}">
                      <a16:creationId xmlns:a16="http://schemas.microsoft.com/office/drawing/2014/main" id="{B95C587E-36B9-AD2C-7DA9-0A335FB35902}"/>
                    </a:ext>
                  </a:extLst>
                </p14:cNvPr>
                <p14:cNvContentPartPr/>
                <p14:nvPr/>
              </p14:nvContentPartPr>
              <p14:xfrm>
                <a:off x="570937" y="1121021"/>
                <a:ext cx="18720" cy="263160"/>
              </p14:xfrm>
            </p:contentPart>
          </mc:Choice>
          <mc:Fallback xmlns="">
            <p:pic>
              <p:nvPicPr>
                <p:cNvPr id="485" name="Mürekkep 484">
                  <a:extLst>
                    <a:ext uri="{FF2B5EF4-FFF2-40B4-BE49-F238E27FC236}">
                      <a16:creationId xmlns:a16="http://schemas.microsoft.com/office/drawing/2014/main" id="{B95C587E-36B9-AD2C-7DA9-0A335FB359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2937" y="1072735"/>
                  <a:ext cx="114240" cy="3592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87" name="Mürekkep 486">
                  <a:extLst>
                    <a:ext uri="{FF2B5EF4-FFF2-40B4-BE49-F238E27FC236}">
                      <a16:creationId xmlns:a16="http://schemas.microsoft.com/office/drawing/2014/main" id="{E711F9D5-28AF-64C6-4440-D2D33D66A5A8}"/>
                    </a:ext>
                  </a:extLst>
                </p14:cNvPr>
                <p14:cNvContentPartPr/>
                <p14:nvPr/>
              </p14:nvContentPartPr>
              <p14:xfrm>
                <a:off x="606577" y="1390661"/>
                <a:ext cx="11880" cy="98280"/>
              </p14:xfrm>
            </p:contentPart>
          </mc:Choice>
          <mc:Fallback xmlns="">
            <p:pic>
              <p:nvPicPr>
                <p:cNvPr id="487" name="Mürekkep 486">
                  <a:extLst>
                    <a:ext uri="{FF2B5EF4-FFF2-40B4-BE49-F238E27FC236}">
                      <a16:creationId xmlns:a16="http://schemas.microsoft.com/office/drawing/2014/main" id="{E711F9D5-28AF-64C6-4440-D2D33D66A5A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9057" y="1342485"/>
                  <a:ext cx="106445" cy="1941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88" name="Mürekkep 487">
                  <a:extLst>
                    <a:ext uri="{FF2B5EF4-FFF2-40B4-BE49-F238E27FC236}">
                      <a16:creationId xmlns:a16="http://schemas.microsoft.com/office/drawing/2014/main" id="{80EB25DE-0211-B989-C20A-073D88597CC7}"/>
                    </a:ext>
                  </a:extLst>
                </p14:cNvPr>
                <p14:cNvContentPartPr/>
                <p14:nvPr/>
              </p14:nvContentPartPr>
              <p14:xfrm>
                <a:off x="671737" y="1415141"/>
                <a:ext cx="174960" cy="104400"/>
              </p14:xfrm>
            </p:contentPart>
          </mc:Choice>
          <mc:Fallback xmlns="">
            <p:pic>
              <p:nvPicPr>
                <p:cNvPr id="488" name="Mürekkep 487">
                  <a:extLst>
                    <a:ext uri="{FF2B5EF4-FFF2-40B4-BE49-F238E27FC236}">
                      <a16:creationId xmlns:a16="http://schemas.microsoft.com/office/drawing/2014/main" id="{80EB25DE-0211-B989-C20A-073D88597CC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4021" y="1366808"/>
                  <a:ext cx="270875" cy="200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89" name="Mürekkep 488">
                  <a:extLst>
                    <a:ext uri="{FF2B5EF4-FFF2-40B4-BE49-F238E27FC236}">
                      <a16:creationId xmlns:a16="http://schemas.microsoft.com/office/drawing/2014/main" id="{ED026BB3-CF71-62BD-F6E6-16F171BBD0C7}"/>
                    </a:ext>
                  </a:extLst>
                </p14:cNvPr>
                <p14:cNvContentPartPr/>
                <p14:nvPr/>
              </p14:nvContentPartPr>
              <p14:xfrm>
                <a:off x="857497" y="1414781"/>
                <a:ext cx="127440" cy="110880"/>
              </p14:xfrm>
            </p:contentPart>
          </mc:Choice>
          <mc:Fallback xmlns="">
            <p:pic>
              <p:nvPicPr>
                <p:cNvPr id="489" name="Mürekkep 488">
                  <a:extLst>
                    <a:ext uri="{FF2B5EF4-FFF2-40B4-BE49-F238E27FC236}">
                      <a16:creationId xmlns:a16="http://schemas.microsoft.com/office/drawing/2014/main" id="{ED026BB3-CF71-62BD-F6E6-16F171BBD0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9224" y="1367054"/>
                  <a:ext cx="223503" cy="2068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90" name="Mürekkep 489">
                  <a:extLst>
                    <a:ext uri="{FF2B5EF4-FFF2-40B4-BE49-F238E27FC236}">
                      <a16:creationId xmlns:a16="http://schemas.microsoft.com/office/drawing/2014/main" id="{E676756E-EACE-4B4F-E40A-DF7FD58C1C02}"/>
                    </a:ext>
                  </a:extLst>
                </p14:cNvPr>
                <p14:cNvContentPartPr/>
                <p14:nvPr/>
              </p14:nvContentPartPr>
              <p14:xfrm>
                <a:off x="1013377" y="1437461"/>
                <a:ext cx="101880" cy="82080"/>
              </p14:xfrm>
            </p:contentPart>
          </mc:Choice>
          <mc:Fallback xmlns="">
            <p:pic>
              <p:nvPicPr>
                <p:cNvPr id="490" name="Mürekkep 489">
                  <a:extLst>
                    <a:ext uri="{FF2B5EF4-FFF2-40B4-BE49-F238E27FC236}">
                      <a16:creationId xmlns:a16="http://schemas.microsoft.com/office/drawing/2014/main" id="{E676756E-EACE-4B4F-E40A-DF7FD58C1C0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5575" y="1389179"/>
                  <a:ext cx="197966" cy="1781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91" name="Mürekkep 490">
                  <a:extLst>
                    <a:ext uri="{FF2B5EF4-FFF2-40B4-BE49-F238E27FC236}">
                      <a16:creationId xmlns:a16="http://schemas.microsoft.com/office/drawing/2014/main" id="{BC107CBB-E43C-403A-4E7D-DEA1B247E3C6}"/>
                    </a:ext>
                  </a:extLst>
                </p14:cNvPr>
                <p14:cNvContentPartPr/>
                <p14:nvPr/>
              </p14:nvContentPartPr>
              <p14:xfrm>
                <a:off x="1121737" y="1420181"/>
                <a:ext cx="131760" cy="120240"/>
              </p14:xfrm>
            </p:contentPart>
          </mc:Choice>
          <mc:Fallback xmlns="">
            <p:pic>
              <p:nvPicPr>
                <p:cNvPr id="491" name="Mürekkep 490">
                  <a:extLst>
                    <a:ext uri="{FF2B5EF4-FFF2-40B4-BE49-F238E27FC236}">
                      <a16:creationId xmlns:a16="http://schemas.microsoft.com/office/drawing/2014/main" id="{BC107CBB-E43C-403A-4E7D-DEA1B247E3C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3473" y="1371892"/>
                  <a:ext cx="227805" cy="216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3" name="Mürekkep 492">
                  <a:extLst>
                    <a:ext uri="{FF2B5EF4-FFF2-40B4-BE49-F238E27FC236}">
                      <a16:creationId xmlns:a16="http://schemas.microsoft.com/office/drawing/2014/main" id="{9CC5864D-0CCB-BDC0-58D6-6814C305056B}"/>
                    </a:ext>
                  </a:extLst>
                </p14:cNvPr>
                <p14:cNvContentPartPr/>
                <p14:nvPr/>
              </p14:nvContentPartPr>
              <p14:xfrm>
                <a:off x="1271137" y="1431341"/>
                <a:ext cx="120600" cy="77400"/>
              </p14:xfrm>
            </p:contentPart>
          </mc:Choice>
          <mc:Fallback xmlns="">
            <p:pic>
              <p:nvPicPr>
                <p:cNvPr id="493" name="Mürekkep 492">
                  <a:extLst>
                    <a:ext uri="{FF2B5EF4-FFF2-40B4-BE49-F238E27FC236}">
                      <a16:creationId xmlns:a16="http://schemas.microsoft.com/office/drawing/2014/main" id="{9CC5864D-0CCB-BDC0-58D6-6814C30505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22897" y="1382966"/>
                  <a:ext cx="216598" cy="1736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94" name="Mürekkep 493">
                  <a:extLst>
                    <a:ext uri="{FF2B5EF4-FFF2-40B4-BE49-F238E27FC236}">
                      <a16:creationId xmlns:a16="http://schemas.microsoft.com/office/drawing/2014/main" id="{CF951074-5A2D-A386-AB35-6529E56F7E04}"/>
                    </a:ext>
                  </a:extLst>
                </p14:cNvPr>
                <p14:cNvContentPartPr/>
                <p14:nvPr/>
              </p14:nvContentPartPr>
              <p14:xfrm>
                <a:off x="1427377" y="1431341"/>
                <a:ext cx="94680" cy="115200"/>
              </p14:xfrm>
            </p:contentPart>
          </mc:Choice>
          <mc:Fallback xmlns="">
            <p:pic>
              <p:nvPicPr>
                <p:cNvPr id="494" name="Mürekkep 493">
                  <a:extLst>
                    <a:ext uri="{FF2B5EF4-FFF2-40B4-BE49-F238E27FC236}">
                      <a16:creationId xmlns:a16="http://schemas.microsoft.com/office/drawing/2014/main" id="{CF951074-5A2D-A386-AB35-6529E56F7E0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9071" y="1383140"/>
                  <a:ext cx="190809" cy="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95" name="Mürekkep 494">
                  <a:extLst>
                    <a:ext uri="{FF2B5EF4-FFF2-40B4-BE49-F238E27FC236}">
                      <a16:creationId xmlns:a16="http://schemas.microsoft.com/office/drawing/2014/main" id="{DCF5C75D-C0D2-464B-046F-C5FF9BDB6A6A}"/>
                    </a:ext>
                  </a:extLst>
                </p14:cNvPr>
                <p14:cNvContentPartPr/>
                <p14:nvPr/>
              </p14:nvContentPartPr>
              <p14:xfrm>
                <a:off x="1528897" y="1311821"/>
                <a:ext cx="83880" cy="5400"/>
              </p14:xfrm>
            </p:contentPart>
          </mc:Choice>
          <mc:Fallback xmlns="">
            <p:pic>
              <p:nvPicPr>
                <p:cNvPr id="495" name="Mürekkep 494">
                  <a:extLst>
                    <a:ext uri="{FF2B5EF4-FFF2-40B4-BE49-F238E27FC236}">
                      <a16:creationId xmlns:a16="http://schemas.microsoft.com/office/drawing/2014/main" id="{DCF5C75D-C0D2-464B-046F-C5FF9BDB6A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80690" y="1267271"/>
                  <a:ext cx="179812" cy="94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97" name="Mürekkep 496">
                  <a:extLst>
                    <a:ext uri="{FF2B5EF4-FFF2-40B4-BE49-F238E27FC236}">
                      <a16:creationId xmlns:a16="http://schemas.microsoft.com/office/drawing/2014/main" id="{9AA9FBE6-2017-5EEE-AAE0-1BD0BE9BEFB7}"/>
                    </a:ext>
                  </a:extLst>
                </p14:cNvPr>
                <p14:cNvContentPartPr/>
                <p14:nvPr/>
              </p14:nvContentPartPr>
              <p14:xfrm>
                <a:off x="1557697" y="1380221"/>
                <a:ext cx="83880" cy="10440"/>
              </p14:xfrm>
            </p:contentPart>
          </mc:Choice>
          <mc:Fallback xmlns="">
            <p:pic>
              <p:nvPicPr>
                <p:cNvPr id="497" name="Mürekkep 496">
                  <a:extLst>
                    <a:ext uri="{FF2B5EF4-FFF2-40B4-BE49-F238E27FC236}">
                      <a16:creationId xmlns:a16="http://schemas.microsoft.com/office/drawing/2014/main" id="{9AA9FBE6-2017-5EEE-AAE0-1BD0BE9BEF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09490" y="1333241"/>
                  <a:ext cx="179812" cy="1048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Grup 501">
            <a:extLst>
              <a:ext uri="{FF2B5EF4-FFF2-40B4-BE49-F238E27FC236}">
                <a16:creationId xmlns:a16="http://schemas.microsoft.com/office/drawing/2014/main" id="{9965322F-51BA-96E4-C819-1B9F02232AE3}"/>
              </a:ext>
            </a:extLst>
          </p:cNvPr>
          <p:cNvGrpSpPr/>
          <p:nvPr/>
        </p:nvGrpSpPr>
        <p:grpSpPr>
          <a:xfrm>
            <a:off x="3250396" y="800904"/>
            <a:ext cx="522618" cy="854491"/>
            <a:chOff x="3250396" y="800904"/>
            <a:chExt cx="522618" cy="85449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37" name="Mürekkep 436">
                  <a:extLst>
                    <a:ext uri="{FF2B5EF4-FFF2-40B4-BE49-F238E27FC236}">
                      <a16:creationId xmlns:a16="http://schemas.microsoft.com/office/drawing/2014/main" id="{4B6CA2BA-E20E-77C1-AC8D-773D31215E32}"/>
                    </a:ext>
                  </a:extLst>
                </p14:cNvPr>
                <p14:cNvContentPartPr/>
                <p14:nvPr/>
              </p14:nvContentPartPr>
              <p14:xfrm>
                <a:off x="3261360" y="1064188"/>
                <a:ext cx="95451" cy="23648"/>
              </p14:xfrm>
            </p:contentPart>
          </mc:Choice>
          <mc:Fallback xmlns="">
            <p:pic>
              <p:nvPicPr>
                <p:cNvPr id="437" name="Mürekkep 436">
                  <a:extLst>
                    <a:ext uri="{FF2B5EF4-FFF2-40B4-BE49-F238E27FC236}">
                      <a16:creationId xmlns:a16="http://schemas.microsoft.com/office/drawing/2014/main" id="{4B6CA2BA-E20E-77C1-AC8D-773D31215E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25341" y="1028358"/>
                  <a:ext cx="167129" cy="94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38" name="Mürekkep 437">
                  <a:extLst>
                    <a:ext uri="{FF2B5EF4-FFF2-40B4-BE49-F238E27FC236}">
                      <a16:creationId xmlns:a16="http://schemas.microsoft.com/office/drawing/2014/main" id="{16684799-48A9-DA59-0845-74F97CC54920}"/>
                    </a:ext>
                  </a:extLst>
                </p14:cNvPr>
                <p14:cNvContentPartPr/>
                <p14:nvPr/>
              </p14:nvContentPartPr>
              <p14:xfrm>
                <a:off x="3272109" y="1105178"/>
                <a:ext cx="65569" cy="159547"/>
              </p14:xfrm>
            </p:contentPart>
          </mc:Choice>
          <mc:Fallback xmlns="">
            <p:pic>
              <p:nvPicPr>
                <p:cNvPr id="438" name="Mürekkep 437">
                  <a:extLst>
                    <a:ext uri="{FF2B5EF4-FFF2-40B4-BE49-F238E27FC236}">
                      <a16:creationId xmlns:a16="http://schemas.microsoft.com/office/drawing/2014/main" id="{16684799-48A9-DA59-0845-74F97CC549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236279" y="1069163"/>
                  <a:ext cx="136871" cy="231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39" name="Mürekkep 438">
                  <a:extLst>
                    <a:ext uri="{FF2B5EF4-FFF2-40B4-BE49-F238E27FC236}">
                      <a16:creationId xmlns:a16="http://schemas.microsoft.com/office/drawing/2014/main" id="{80037C17-329E-EBE3-92A4-FFAFBBF5AE18}"/>
                    </a:ext>
                  </a:extLst>
                </p14:cNvPr>
                <p14:cNvContentPartPr/>
                <p14:nvPr/>
              </p14:nvContentPartPr>
              <p14:xfrm>
                <a:off x="3426035" y="1068917"/>
                <a:ext cx="86852" cy="186979"/>
              </p14:xfrm>
            </p:contentPart>
          </mc:Choice>
          <mc:Fallback xmlns="">
            <p:pic>
              <p:nvPicPr>
                <p:cNvPr id="439" name="Mürekkep 438">
                  <a:extLst>
                    <a:ext uri="{FF2B5EF4-FFF2-40B4-BE49-F238E27FC236}">
                      <a16:creationId xmlns:a16="http://schemas.microsoft.com/office/drawing/2014/main" id="{80037C17-329E-EBE3-92A4-FFAFBBF5AE1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90146" y="1033319"/>
                  <a:ext cx="158272" cy="258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40" name="Mürekkep 439">
                  <a:extLst>
                    <a:ext uri="{FF2B5EF4-FFF2-40B4-BE49-F238E27FC236}">
                      <a16:creationId xmlns:a16="http://schemas.microsoft.com/office/drawing/2014/main" id="{30D741F4-1E71-53FE-F75A-4E1E619C9DE6}"/>
                    </a:ext>
                  </a:extLst>
                </p14:cNvPr>
                <p14:cNvContentPartPr/>
                <p14:nvPr/>
              </p14:nvContentPartPr>
              <p14:xfrm>
                <a:off x="3558033" y="1017522"/>
                <a:ext cx="64279" cy="29009"/>
              </p14:xfrm>
            </p:contentPart>
          </mc:Choice>
          <mc:Fallback xmlns="">
            <p:pic>
              <p:nvPicPr>
                <p:cNvPr id="440" name="Mürekkep 439">
                  <a:extLst>
                    <a:ext uri="{FF2B5EF4-FFF2-40B4-BE49-F238E27FC236}">
                      <a16:creationId xmlns:a16="http://schemas.microsoft.com/office/drawing/2014/main" id="{30D741F4-1E71-53FE-F75A-4E1E619C9D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22123" y="981708"/>
                  <a:ext cx="135740" cy="100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41" name="Mürekkep 440">
                  <a:extLst>
                    <a:ext uri="{FF2B5EF4-FFF2-40B4-BE49-F238E27FC236}">
                      <a16:creationId xmlns:a16="http://schemas.microsoft.com/office/drawing/2014/main" id="{0CA4D473-0C6B-293F-245D-3E696E43CFA8}"/>
                    </a:ext>
                  </a:extLst>
                </p14:cNvPr>
                <p14:cNvContentPartPr/>
                <p14:nvPr/>
              </p14:nvContentPartPr>
              <p14:xfrm>
                <a:off x="3547284" y="1055044"/>
                <a:ext cx="71804" cy="200852"/>
              </p14:xfrm>
            </p:contentPart>
          </mc:Choice>
          <mc:Fallback xmlns="">
            <p:pic>
              <p:nvPicPr>
                <p:cNvPr id="441" name="Mürekkep 440">
                  <a:extLst>
                    <a:ext uri="{FF2B5EF4-FFF2-40B4-BE49-F238E27FC236}">
                      <a16:creationId xmlns:a16="http://schemas.microsoft.com/office/drawing/2014/main" id="{0CA4D473-0C6B-293F-245D-3E696E43CFA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11741" y="1019409"/>
                  <a:ext cx="143249" cy="2724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42" name="Mürekkep 441">
                  <a:extLst>
                    <a:ext uri="{FF2B5EF4-FFF2-40B4-BE49-F238E27FC236}">
                      <a16:creationId xmlns:a16="http://schemas.microsoft.com/office/drawing/2014/main" id="{74E28000-5496-CBCB-9A95-8759E578F4F4}"/>
                    </a:ext>
                  </a:extLst>
                </p14:cNvPr>
                <p14:cNvContentPartPr/>
                <p14:nvPr/>
              </p14:nvContentPartPr>
              <p14:xfrm>
                <a:off x="3694761" y="800904"/>
                <a:ext cx="78253" cy="183510"/>
              </p14:xfrm>
            </p:contentPart>
          </mc:Choice>
          <mc:Fallback xmlns="">
            <p:pic>
              <p:nvPicPr>
                <p:cNvPr id="442" name="Mürekkep 441">
                  <a:extLst>
                    <a:ext uri="{FF2B5EF4-FFF2-40B4-BE49-F238E27FC236}">
                      <a16:creationId xmlns:a16="http://schemas.microsoft.com/office/drawing/2014/main" id="{74E28000-5496-CBCB-9A95-8759E578F4F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58865" y="764922"/>
                  <a:ext cx="149686" cy="255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44" name="Mürekkep 443">
                  <a:extLst>
                    <a:ext uri="{FF2B5EF4-FFF2-40B4-BE49-F238E27FC236}">
                      <a16:creationId xmlns:a16="http://schemas.microsoft.com/office/drawing/2014/main" id="{34193A9A-D882-0ABF-A990-6E29FFF7F48E}"/>
                    </a:ext>
                  </a:extLst>
                </p14:cNvPr>
                <p14:cNvContentPartPr/>
                <p14:nvPr/>
              </p14:nvContentPartPr>
              <p14:xfrm>
                <a:off x="3250396" y="1359003"/>
                <a:ext cx="444580" cy="32792"/>
              </p14:xfrm>
            </p:contentPart>
          </mc:Choice>
          <mc:Fallback xmlns="">
            <p:pic>
              <p:nvPicPr>
                <p:cNvPr id="444" name="Mürekkep 443">
                  <a:extLst>
                    <a:ext uri="{FF2B5EF4-FFF2-40B4-BE49-F238E27FC236}">
                      <a16:creationId xmlns:a16="http://schemas.microsoft.com/office/drawing/2014/main" id="{34193A9A-D882-0ABF-A990-6E29FFF7F4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14398" y="1323328"/>
                  <a:ext cx="516217" cy="104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45" name="Mürekkep 444">
                  <a:extLst>
                    <a:ext uri="{FF2B5EF4-FFF2-40B4-BE49-F238E27FC236}">
                      <a16:creationId xmlns:a16="http://schemas.microsoft.com/office/drawing/2014/main" id="{9838FA4A-E12C-83E8-008C-6C1722D529AB}"/>
                    </a:ext>
                  </a:extLst>
                </p14:cNvPr>
                <p14:cNvContentPartPr/>
                <p14:nvPr/>
              </p14:nvContentPartPr>
              <p14:xfrm>
                <a:off x="3408622" y="1481344"/>
                <a:ext cx="132428" cy="174051"/>
              </p14:xfrm>
            </p:contentPart>
          </mc:Choice>
          <mc:Fallback xmlns="">
            <p:pic>
              <p:nvPicPr>
                <p:cNvPr id="445" name="Mürekkep 444">
                  <a:extLst>
                    <a:ext uri="{FF2B5EF4-FFF2-40B4-BE49-F238E27FC236}">
                      <a16:creationId xmlns:a16="http://schemas.microsoft.com/office/drawing/2014/main" id="{9838FA4A-E12C-83E8-008C-6C1722D529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72636" y="1445743"/>
                  <a:ext cx="204040" cy="24561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Grup 504">
            <a:extLst>
              <a:ext uri="{FF2B5EF4-FFF2-40B4-BE49-F238E27FC236}">
                <a16:creationId xmlns:a16="http://schemas.microsoft.com/office/drawing/2014/main" id="{ACAAC57C-C825-6416-41DA-FDD3966091C1}"/>
              </a:ext>
            </a:extLst>
          </p:cNvPr>
          <p:cNvGrpSpPr/>
          <p:nvPr/>
        </p:nvGrpSpPr>
        <p:grpSpPr>
          <a:xfrm>
            <a:off x="3840457" y="1266101"/>
            <a:ext cx="178200" cy="128520"/>
            <a:chOff x="3840457" y="1266101"/>
            <a:chExt cx="17820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03" name="Mürekkep 502">
                  <a:extLst>
                    <a:ext uri="{FF2B5EF4-FFF2-40B4-BE49-F238E27FC236}">
                      <a16:creationId xmlns:a16="http://schemas.microsoft.com/office/drawing/2014/main" id="{5B14AFD0-0D24-31BE-0026-1CC69394388F}"/>
                    </a:ext>
                  </a:extLst>
                </p14:cNvPr>
                <p14:cNvContentPartPr/>
                <p14:nvPr/>
              </p14:nvContentPartPr>
              <p14:xfrm>
                <a:off x="3840457" y="1266101"/>
                <a:ext cx="178200" cy="51480"/>
              </p14:xfrm>
            </p:contentPart>
          </mc:Choice>
          <mc:Fallback xmlns="">
            <p:pic>
              <p:nvPicPr>
                <p:cNvPr id="503" name="Mürekkep 502">
                  <a:extLst>
                    <a:ext uri="{FF2B5EF4-FFF2-40B4-BE49-F238E27FC236}">
                      <a16:creationId xmlns:a16="http://schemas.microsoft.com/office/drawing/2014/main" id="{5B14AFD0-0D24-31BE-0026-1CC69394388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04817" y="1230101"/>
                  <a:ext cx="249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04" name="Mürekkep 503">
                  <a:extLst>
                    <a:ext uri="{FF2B5EF4-FFF2-40B4-BE49-F238E27FC236}">
                      <a16:creationId xmlns:a16="http://schemas.microsoft.com/office/drawing/2014/main" id="{3C6F5EDB-CB9A-533C-18AE-BA198F0F2743}"/>
                    </a:ext>
                  </a:extLst>
                </p14:cNvPr>
                <p14:cNvContentPartPr/>
                <p14:nvPr/>
              </p14:nvContentPartPr>
              <p14:xfrm>
                <a:off x="3887617" y="1373741"/>
                <a:ext cx="112680" cy="20880"/>
              </p14:xfrm>
            </p:contentPart>
          </mc:Choice>
          <mc:Fallback xmlns="">
            <p:pic>
              <p:nvPicPr>
                <p:cNvPr id="504" name="Mürekkep 503">
                  <a:extLst>
                    <a:ext uri="{FF2B5EF4-FFF2-40B4-BE49-F238E27FC236}">
                      <a16:creationId xmlns:a16="http://schemas.microsoft.com/office/drawing/2014/main" id="{3C6F5EDB-CB9A-533C-18AE-BA198F0F27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51977" y="1338101"/>
                  <a:ext cx="1843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up 518">
            <a:extLst>
              <a:ext uri="{FF2B5EF4-FFF2-40B4-BE49-F238E27FC236}">
                <a16:creationId xmlns:a16="http://schemas.microsoft.com/office/drawing/2014/main" id="{93401D64-7AF5-C4BD-1930-625A48073D85}"/>
              </a:ext>
            </a:extLst>
          </p:cNvPr>
          <p:cNvGrpSpPr/>
          <p:nvPr/>
        </p:nvGrpSpPr>
        <p:grpSpPr>
          <a:xfrm>
            <a:off x="1406506" y="1977028"/>
            <a:ext cx="1303461" cy="680458"/>
            <a:chOff x="1406506" y="1977028"/>
            <a:chExt cx="1303461" cy="68045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06" name="Mürekkep 505">
                  <a:extLst>
                    <a:ext uri="{FF2B5EF4-FFF2-40B4-BE49-F238E27FC236}">
                      <a16:creationId xmlns:a16="http://schemas.microsoft.com/office/drawing/2014/main" id="{312C08EB-2496-7050-B9A1-4EE55801C8BC}"/>
                    </a:ext>
                  </a:extLst>
                </p14:cNvPr>
                <p14:cNvContentPartPr/>
                <p14:nvPr/>
              </p14:nvContentPartPr>
              <p14:xfrm>
                <a:off x="1406506" y="2217359"/>
                <a:ext cx="121955" cy="159000"/>
              </p14:xfrm>
            </p:contentPart>
          </mc:Choice>
          <mc:Fallback xmlns="">
            <p:pic>
              <p:nvPicPr>
                <p:cNvPr id="506" name="Mürekkep 505">
                  <a:extLst>
                    <a:ext uri="{FF2B5EF4-FFF2-40B4-BE49-F238E27FC236}">
                      <a16:creationId xmlns:a16="http://schemas.microsoft.com/office/drawing/2014/main" id="{312C08EB-2496-7050-B9A1-4EE55801C8B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70891" y="2181386"/>
                  <a:ext cx="193545" cy="230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07" name="Mürekkep 506">
                  <a:extLst>
                    <a:ext uri="{FF2B5EF4-FFF2-40B4-BE49-F238E27FC236}">
                      <a16:creationId xmlns:a16="http://schemas.microsoft.com/office/drawing/2014/main" id="{FD589081-FBEE-27C8-302A-9AB296E08478}"/>
                    </a:ext>
                  </a:extLst>
                </p14:cNvPr>
                <p14:cNvContentPartPr/>
                <p14:nvPr/>
              </p14:nvContentPartPr>
              <p14:xfrm>
                <a:off x="1536573" y="2224681"/>
                <a:ext cx="102654" cy="155077"/>
              </p14:xfrm>
            </p:contentPart>
          </mc:Choice>
          <mc:Fallback xmlns="">
            <p:pic>
              <p:nvPicPr>
                <p:cNvPr id="507" name="Mürekkep 506">
                  <a:extLst>
                    <a:ext uri="{FF2B5EF4-FFF2-40B4-BE49-F238E27FC236}">
                      <a16:creationId xmlns:a16="http://schemas.microsoft.com/office/drawing/2014/main" id="{FD589081-FBEE-27C8-302A-9AB296E0847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01039" y="2188700"/>
                  <a:ext cx="174081" cy="2266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08" name="Mürekkep 507">
                  <a:extLst>
                    <a:ext uri="{FF2B5EF4-FFF2-40B4-BE49-F238E27FC236}">
                      <a16:creationId xmlns:a16="http://schemas.microsoft.com/office/drawing/2014/main" id="{E0C3768D-B1FB-36B9-4D62-E1F4406CFD08}"/>
                    </a:ext>
                  </a:extLst>
                </p14:cNvPr>
                <p14:cNvContentPartPr/>
                <p14:nvPr/>
              </p14:nvContentPartPr>
              <p14:xfrm>
                <a:off x="1643702" y="2228866"/>
                <a:ext cx="135661" cy="147755"/>
              </p14:xfrm>
            </p:contentPart>
          </mc:Choice>
          <mc:Fallback xmlns="">
            <p:pic>
              <p:nvPicPr>
                <p:cNvPr id="508" name="Mürekkep 507">
                  <a:extLst>
                    <a:ext uri="{FF2B5EF4-FFF2-40B4-BE49-F238E27FC236}">
                      <a16:creationId xmlns:a16="http://schemas.microsoft.com/office/drawing/2014/main" id="{E0C3768D-B1FB-36B9-4D62-E1F4406CFD0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07718" y="2193275"/>
                  <a:ext cx="207270" cy="219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09" name="Mürekkep 508">
                  <a:extLst>
                    <a:ext uri="{FF2B5EF4-FFF2-40B4-BE49-F238E27FC236}">
                      <a16:creationId xmlns:a16="http://schemas.microsoft.com/office/drawing/2014/main" id="{8DDE85DC-AB5E-9E84-3DEA-1FB17976FBF1}"/>
                    </a:ext>
                  </a:extLst>
                </p14:cNvPr>
                <p14:cNvContentPartPr/>
                <p14:nvPr/>
              </p14:nvContentPartPr>
              <p14:xfrm>
                <a:off x="1680065" y="2074311"/>
                <a:ext cx="164191" cy="135987"/>
              </p14:xfrm>
            </p:contentPart>
          </mc:Choice>
          <mc:Fallback xmlns="">
            <p:pic>
              <p:nvPicPr>
                <p:cNvPr id="509" name="Mürekkep 508">
                  <a:extLst>
                    <a:ext uri="{FF2B5EF4-FFF2-40B4-BE49-F238E27FC236}">
                      <a16:creationId xmlns:a16="http://schemas.microsoft.com/office/drawing/2014/main" id="{8DDE85DC-AB5E-9E84-3DEA-1FB17976FBF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44418" y="2038336"/>
                  <a:ext cx="235845" cy="2075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10" name="Mürekkep 509">
                  <a:extLst>
                    <a:ext uri="{FF2B5EF4-FFF2-40B4-BE49-F238E27FC236}">
                      <a16:creationId xmlns:a16="http://schemas.microsoft.com/office/drawing/2014/main" id="{234DB113-AF1E-81D1-FA89-846B6C074539}"/>
                    </a:ext>
                  </a:extLst>
                </p14:cNvPr>
                <p14:cNvContentPartPr/>
                <p14:nvPr/>
              </p14:nvContentPartPr>
              <p14:xfrm>
                <a:off x="1987749" y="2248479"/>
                <a:ext cx="37201" cy="142786"/>
              </p14:xfrm>
            </p:contentPart>
          </mc:Choice>
          <mc:Fallback xmlns="">
            <p:pic>
              <p:nvPicPr>
                <p:cNvPr id="510" name="Mürekkep 509">
                  <a:extLst>
                    <a:ext uri="{FF2B5EF4-FFF2-40B4-BE49-F238E27FC236}">
                      <a16:creationId xmlns:a16="http://schemas.microsoft.com/office/drawing/2014/main" id="{234DB113-AF1E-81D1-FA89-846B6C07453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52337" y="2212513"/>
                  <a:ext cx="108384" cy="2143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11" name="Mürekkep 510">
                  <a:extLst>
                    <a:ext uri="{FF2B5EF4-FFF2-40B4-BE49-F238E27FC236}">
                      <a16:creationId xmlns:a16="http://schemas.microsoft.com/office/drawing/2014/main" id="{8C793EB1-1E0B-1C19-D4F1-363E459F2B00}"/>
                    </a:ext>
                  </a:extLst>
                </p14:cNvPr>
                <p14:cNvContentPartPr/>
                <p14:nvPr/>
              </p14:nvContentPartPr>
              <p14:xfrm>
                <a:off x="1945512" y="2300259"/>
                <a:ext cx="158318" cy="22490"/>
              </p14:xfrm>
            </p:contentPart>
          </mc:Choice>
          <mc:Fallback xmlns="">
            <p:pic>
              <p:nvPicPr>
                <p:cNvPr id="511" name="Mürekkep 510">
                  <a:extLst>
                    <a:ext uri="{FF2B5EF4-FFF2-40B4-BE49-F238E27FC236}">
                      <a16:creationId xmlns:a16="http://schemas.microsoft.com/office/drawing/2014/main" id="{8C793EB1-1E0B-1C19-D4F1-363E459F2B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09531" y="2264918"/>
                  <a:ext cx="229921" cy="93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12" name="Mürekkep 511">
                  <a:extLst>
                    <a:ext uri="{FF2B5EF4-FFF2-40B4-BE49-F238E27FC236}">
                      <a16:creationId xmlns:a16="http://schemas.microsoft.com/office/drawing/2014/main" id="{FA2E7B23-2F7C-F03B-CDE7-C44BDDEAB870}"/>
                    </a:ext>
                  </a:extLst>
                </p14:cNvPr>
                <p14:cNvContentPartPr/>
                <p14:nvPr/>
              </p14:nvContentPartPr>
              <p14:xfrm>
                <a:off x="2202009" y="2191208"/>
                <a:ext cx="144052" cy="155339"/>
              </p14:xfrm>
            </p:contentPart>
          </mc:Choice>
          <mc:Fallback xmlns="">
            <p:pic>
              <p:nvPicPr>
                <p:cNvPr id="512" name="Mürekkep 511">
                  <a:extLst>
                    <a:ext uri="{FF2B5EF4-FFF2-40B4-BE49-F238E27FC236}">
                      <a16:creationId xmlns:a16="http://schemas.microsoft.com/office/drawing/2014/main" id="{FA2E7B23-2F7C-F03B-CDE7-C44BDDEAB87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66356" y="2155609"/>
                  <a:ext cx="215718" cy="2268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13" name="Mürekkep 512">
                  <a:extLst>
                    <a:ext uri="{FF2B5EF4-FFF2-40B4-BE49-F238E27FC236}">
                      <a16:creationId xmlns:a16="http://schemas.microsoft.com/office/drawing/2014/main" id="{0D43992A-72AC-28D4-C24E-700AEB2DD2D6}"/>
                    </a:ext>
                  </a:extLst>
                </p14:cNvPr>
                <p14:cNvContentPartPr/>
                <p14:nvPr/>
              </p14:nvContentPartPr>
              <p14:xfrm>
                <a:off x="2374032" y="2168456"/>
                <a:ext cx="70767" cy="178352"/>
              </p14:xfrm>
            </p:contentPart>
          </mc:Choice>
          <mc:Fallback xmlns="">
            <p:pic>
              <p:nvPicPr>
                <p:cNvPr id="513" name="Mürekkep 512">
                  <a:extLst>
                    <a:ext uri="{FF2B5EF4-FFF2-40B4-BE49-F238E27FC236}">
                      <a16:creationId xmlns:a16="http://schemas.microsoft.com/office/drawing/2014/main" id="{0D43992A-72AC-28D4-C24E-700AEB2DD2D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38469" y="2132498"/>
                  <a:ext cx="142252" cy="249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14" name="Mürekkep 513">
                  <a:extLst>
                    <a:ext uri="{FF2B5EF4-FFF2-40B4-BE49-F238E27FC236}">
                      <a16:creationId xmlns:a16="http://schemas.microsoft.com/office/drawing/2014/main" id="{68710C33-4BA8-53F9-5458-ACF445516BF4}"/>
                    </a:ext>
                  </a:extLst>
                </p14:cNvPr>
                <p14:cNvContentPartPr/>
                <p14:nvPr/>
              </p14:nvContentPartPr>
              <p14:xfrm>
                <a:off x="2461582" y="2153288"/>
                <a:ext cx="113003" cy="193781"/>
              </p14:xfrm>
            </p:contentPart>
          </mc:Choice>
          <mc:Fallback xmlns="">
            <p:pic>
              <p:nvPicPr>
                <p:cNvPr id="514" name="Mürekkep 513">
                  <a:extLst>
                    <a:ext uri="{FF2B5EF4-FFF2-40B4-BE49-F238E27FC236}">
                      <a16:creationId xmlns:a16="http://schemas.microsoft.com/office/drawing/2014/main" id="{68710C33-4BA8-53F9-5458-ACF445516B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25594" y="2117269"/>
                  <a:ext cx="184620" cy="265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15" name="Mürekkep 514">
                  <a:extLst>
                    <a:ext uri="{FF2B5EF4-FFF2-40B4-BE49-F238E27FC236}">
                      <a16:creationId xmlns:a16="http://schemas.microsoft.com/office/drawing/2014/main" id="{3D50670D-40EA-1BD3-196B-75F12F6E17CE}"/>
                    </a:ext>
                  </a:extLst>
                </p14:cNvPr>
                <p14:cNvContentPartPr/>
                <p14:nvPr/>
              </p14:nvContentPartPr>
              <p14:xfrm>
                <a:off x="2523678" y="1977028"/>
                <a:ext cx="186289" cy="143309"/>
              </p14:xfrm>
            </p:contentPart>
          </mc:Choice>
          <mc:Fallback xmlns="">
            <p:pic>
              <p:nvPicPr>
                <p:cNvPr id="515" name="Mürekkep 514">
                  <a:extLst>
                    <a:ext uri="{FF2B5EF4-FFF2-40B4-BE49-F238E27FC236}">
                      <a16:creationId xmlns:a16="http://schemas.microsoft.com/office/drawing/2014/main" id="{3D50670D-40EA-1BD3-196B-75F12F6E17C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87715" y="1941021"/>
                  <a:ext cx="257856" cy="2149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17" name="Mürekkep 516">
                  <a:extLst>
                    <a:ext uri="{FF2B5EF4-FFF2-40B4-BE49-F238E27FC236}">
                      <a16:creationId xmlns:a16="http://schemas.microsoft.com/office/drawing/2014/main" id="{2A2051C0-7713-F8CB-E7F9-F186619B3E9A}"/>
                    </a:ext>
                  </a:extLst>
                </p14:cNvPr>
                <p14:cNvContentPartPr/>
                <p14:nvPr/>
              </p14:nvContentPartPr>
              <p14:xfrm>
                <a:off x="1457693" y="2387866"/>
                <a:ext cx="1232414" cy="78977"/>
              </p14:xfrm>
            </p:contentPart>
          </mc:Choice>
          <mc:Fallback xmlns="">
            <p:pic>
              <p:nvPicPr>
                <p:cNvPr id="517" name="Mürekkep 516">
                  <a:extLst>
                    <a:ext uri="{FF2B5EF4-FFF2-40B4-BE49-F238E27FC236}">
                      <a16:creationId xmlns:a16="http://schemas.microsoft.com/office/drawing/2014/main" id="{2A2051C0-7713-F8CB-E7F9-F186619B3E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21700" y="2351803"/>
                  <a:ext cx="1304041" cy="150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18" name="Mürekkep 517">
                  <a:extLst>
                    <a:ext uri="{FF2B5EF4-FFF2-40B4-BE49-F238E27FC236}">
                      <a16:creationId xmlns:a16="http://schemas.microsoft.com/office/drawing/2014/main" id="{46B3E094-FE01-2D57-5552-10C2129DFB41}"/>
                    </a:ext>
                  </a:extLst>
                </p14:cNvPr>
                <p14:cNvContentPartPr/>
                <p14:nvPr/>
              </p14:nvContentPartPr>
              <p14:xfrm>
                <a:off x="2038656" y="2518361"/>
                <a:ext cx="148248" cy="139125"/>
              </p14:xfrm>
            </p:contentPart>
          </mc:Choice>
          <mc:Fallback xmlns="">
            <p:pic>
              <p:nvPicPr>
                <p:cNvPr id="518" name="Mürekkep 517">
                  <a:extLst>
                    <a:ext uri="{FF2B5EF4-FFF2-40B4-BE49-F238E27FC236}">
                      <a16:creationId xmlns:a16="http://schemas.microsoft.com/office/drawing/2014/main" id="{46B3E094-FE01-2D57-5552-10C2129DFB4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02673" y="2482411"/>
                  <a:ext cx="219853" cy="21066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Grup 532">
            <a:extLst>
              <a:ext uri="{FF2B5EF4-FFF2-40B4-BE49-F238E27FC236}">
                <a16:creationId xmlns:a16="http://schemas.microsoft.com/office/drawing/2014/main" id="{8681B468-6236-E05F-360B-E615F6981014}"/>
              </a:ext>
            </a:extLst>
          </p:cNvPr>
          <p:cNvGrpSpPr/>
          <p:nvPr/>
        </p:nvGrpSpPr>
        <p:grpSpPr>
          <a:xfrm>
            <a:off x="3002825" y="1913219"/>
            <a:ext cx="1167801" cy="681242"/>
            <a:chOff x="3002825" y="1913219"/>
            <a:chExt cx="1167801" cy="6812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20" name="Mürekkep 519">
                  <a:extLst>
                    <a:ext uri="{FF2B5EF4-FFF2-40B4-BE49-F238E27FC236}">
                      <a16:creationId xmlns:a16="http://schemas.microsoft.com/office/drawing/2014/main" id="{59BB1EE0-2337-8FC3-93A6-D530A7DB7093}"/>
                    </a:ext>
                  </a:extLst>
                </p14:cNvPr>
                <p14:cNvContentPartPr/>
                <p14:nvPr/>
              </p14:nvContentPartPr>
              <p14:xfrm>
                <a:off x="3002825" y="2338963"/>
                <a:ext cx="130067" cy="19090"/>
              </p14:xfrm>
            </p:contentPart>
          </mc:Choice>
          <mc:Fallback xmlns="">
            <p:pic>
              <p:nvPicPr>
                <p:cNvPr id="520" name="Mürekkep 519">
                  <a:extLst>
                    <a:ext uri="{FF2B5EF4-FFF2-40B4-BE49-F238E27FC236}">
                      <a16:creationId xmlns:a16="http://schemas.microsoft.com/office/drawing/2014/main" id="{59BB1EE0-2337-8FC3-93A6-D530A7DB709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67254" y="2302944"/>
                  <a:ext cx="201568" cy="90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21" name="Mürekkep 520">
                  <a:extLst>
                    <a:ext uri="{FF2B5EF4-FFF2-40B4-BE49-F238E27FC236}">
                      <a16:creationId xmlns:a16="http://schemas.microsoft.com/office/drawing/2014/main" id="{FDD50F6E-E42F-56CF-A0D9-2EC2451F98C3}"/>
                    </a:ext>
                  </a:extLst>
                </p14:cNvPr>
                <p14:cNvContentPartPr/>
                <p14:nvPr/>
              </p14:nvContentPartPr>
              <p14:xfrm>
                <a:off x="3313027" y="2101770"/>
                <a:ext cx="79158" cy="262"/>
              </p14:xfrm>
            </p:contentPart>
          </mc:Choice>
          <mc:Fallback xmlns="">
            <p:pic>
              <p:nvPicPr>
                <p:cNvPr id="521" name="Mürekkep 520">
                  <a:extLst>
                    <a:ext uri="{FF2B5EF4-FFF2-40B4-BE49-F238E27FC236}">
                      <a16:creationId xmlns:a16="http://schemas.microsoft.com/office/drawing/2014/main" id="{FDD50F6E-E42F-56CF-A0D9-2EC2451F98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77046" y="2075570"/>
                  <a:ext cx="150760" cy="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22" name="Mürekkep 521">
                  <a:extLst>
                    <a:ext uri="{FF2B5EF4-FFF2-40B4-BE49-F238E27FC236}">
                      <a16:creationId xmlns:a16="http://schemas.microsoft.com/office/drawing/2014/main" id="{FDA19E2A-305C-9BA6-6998-A7C1D9C7BD69}"/>
                    </a:ext>
                  </a:extLst>
                </p14:cNvPr>
                <p14:cNvContentPartPr/>
                <p14:nvPr/>
              </p14:nvContentPartPr>
              <p14:xfrm>
                <a:off x="3298762" y="2126875"/>
                <a:ext cx="99857" cy="147232"/>
              </p14:xfrm>
            </p:contentPart>
          </mc:Choice>
          <mc:Fallback xmlns="">
            <p:pic>
              <p:nvPicPr>
                <p:cNvPr id="522" name="Mürekkep 521">
                  <a:extLst>
                    <a:ext uri="{FF2B5EF4-FFF2-40B4-BE49-F238E27FC236}">
                      <a16:creationId xmlns:a16="http://schemas.microsoft.com/office/drawing/2014/main" id="{FDA19E2A-305C-9BA6-6998-A7C1D9C7BD6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62842" y="2090877"/>
                  <a:ext cx="171337" cy="218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23" name="Mürekkep 522">
                  <a:extLst>
                    <a:ext uri="{FF2B5EF4-FFF2-40B4-BE49-F238E27FC236}">
                      <a16:creationId xmlns:a16="http://schemas.microsoft.com/office/drawing/2014/main" id="{3461FE9C-6927-3D4B-EB5A-E319B9D1FA5A}"/>
                    </a:ext>
                  </a:extLst>
                </p14:cNvPr>
                <p14:cNvContentPartPr/>
                <p14:nvPr/>
              </p14:nvContentPartPr>
              <p14:xfrm>
                <a:off x="3476380" y="2093925"/>
                <a:ext cx="107690" cy="218625"/>
              </p14:xfrm>
            </p:contentPart>
          </mc:Choice>
          <mc:Fallback xmlns="">
            <p:pic>
              <p:nvPicPr>
                <p:cNvPr id="523" name="Mürekkep 522">
                  <a:extLst>
                    <a:ext uri="{FF2B5EF4-FFF2-40B4-BE49-F238E27FC236}">
                      <a16:creationId xmlns:a16="http://schemas.microsoft.com/office/drawing/2014/main" id="{3461FE9C-6927-3D4B-EB5A-E319B9D1FA5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40363" y="2057967"/>
                  <a:ext cx="179363" cy="2901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4" name="Mürekkep 523">
                  <a:extLst>
                    <a:ext uri="{FF2B5EF4-FFF2-40B4-BE49-F238E27FC236}">
                      <a16:creationId xmlns:a16="http://schemas.microsoft.com/office/drawing/2014/main" id="{A2CCBDDF-A164-140F-F112-158C6F6375F3}"/>
                    </a:ext>
                  </a:extLst>
                </p14:cNvPr>
                <p14:cNvContentPartPr/>
                <p14:nvPr/>
              </p14:nvContentPartPr>
              <p14:xfrm>
                <a:off x="3671060" y="2069604"/>
                <a:ext cx="62375" cy="5753"/>
              </p14:xfrm>
            </p:contentPart>
          </mc:Choice>
          <mc:Fallback xmlns="">
            <p:pic>
              <p:nvPicPr>
                <p:cNvPr id="524" name="Mürekkep 523">
                  <a:extLst>
                    <a:ext uri="{FF2B5EF4-FFF2-40B4-BE49-F238E27FC236}">
                      <a16:creationId xmlns:a16="http://schemas.microsoft.com/office/drawing/2014/main" id="{A2CCBDDF-A164-140F-F112-158C6F6375F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35366" y="2033648"/>
                  <a:ext cx="134124" cy="77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25" name="Mürekkep 524">
                  <a:extLst>
                    <a:ext uri="{FF2B5EF4-FFF2-40B4-BE49-F238E27FC236}">
                      <a16:creationId xmlns:a16="http://schemas.microsoft.com/office/drawing/2014/main" id="{8FE8F194-4C26-A3CE-C594-14D2B99CDA3F}"/>
                    </a:ext>
                  </a:extLst>
                </p14:cNvPr>
                <p14:cNvContentPartPr/>
                <p14:nvPr/>
              </p14:nvContentPartPr>
              <p14:xfrm>
                <a:off x="3640011" y="2101770"/>
                <a:ext cx="124472" cy="172860"/>
              </p14:xfrm>
            </p:contentPart>
          </mc:Choice>
          <mc:Fallback xmlns="">
            <p:pic>
              <p:nvPicPr>
                <p:cNvPr id="525" name="Mürekkep 524">
                  <a:extLst>
                    <a:ext uri="{FF2B5EF4-FFF2-40B4-BE49-F238E27FC236}">
                      <a16:creationId xmlns:a16="http://schemas.microsoft.com/office/drawing/2014/main" id="{8FE8F194-4C26-A3CE-C594-14D2B99CDA3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04396" y="2065757"/>
                  <a:ext cx="196061" cy="244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26" name="Mürekkep 525">
                  <a:extLst>
                    <a:ext uri="{FF2B5EF4-FFF2-40B4-BE49-F238E27FC236}">
                      <a16:creationId xmlns:a16="http://schemas.microsoft.com/office/drawing/2014/main" id="{5C2BD9FB-88CB-C0B4-FCA6-B0AE9944CC4F}"/>
                    </a:ext>
                  </a:extLst>
                </p14:cNvPr>
                <p14:cNvContentPartPr/>
                <p14:nvPr/>
              </p14:nvContentPartPr>
              <p14:xfrm>
                <a:off x="3806440" y="1913219"/>
                <a:ext cx="134821" cy="176783"/>
              </p14:xfrm>
            </p:contentPart>
          </mc:Choice>
          <mc:Fallback xmlns="">
            <p:pic>
              <p:nvPicPr>
                <p:cNvPr id="526" name="Mürekkep 525">
                  <a:extLst>
                    <a:ext uri="{FF2B5EF4-FFF2-40B4-BE49-F238E27FC236}">
                      <a16:creationId xmlns:a16="http://schemas.microsoft.com/office/drawing/2014/main" id="{5C2BD9FB-88CB-C0B4-FCA6-B0AE9944CC4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70488" y="1877574"/>
                  <a:ext cx="206366" cy="248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27" name="Mürekkep 526">
                  <a:extLst>
                    <a:ext uri="{FF2B5EF4-FFF2-40B4-BE49-F238E27FC236}">
                      <a16:creationId xmlns:a16="http://schemas.microsoft.com/office/drawing/2014/main" id="{6471EE34-3050-D6BB-1404-AB90747333D0}"/>
                    </a:ext>
                  </a:extLst>
                </p14:cNvPr>
                <p14:cNvContentPartPr/>
                <p14:nvPr/>
              </p14:nvContentPartPr>
              <p14:xfrm>
                <a:off x="3248134" y="2338963"/>
                <a:ext cx="651730" cy="59887"/>
              </p14:xfrm>
            </p:contentPart>
          </mc:Choice>
          <mc:Fallback xmlns="">
            <p:pic>
              <p:nvPicPr>
                <p:cNvPr id="527" name="Mürekkep 526">
                  <a:extLst>
                    <a:ext uri="{FF2B5EF4-FFF2-40B4-BE49-F238E27FC236}">
                      <a16:creationId xmlns:a16="http://schemas.microsoft.com/office/drawing/2014/main" id="{6471EE34-3050-D6BB-1404-AB90747333D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12487" y="2303103"/>
                  <a:ext cx="723384" cy="131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29" name="Mürekkep 528">
                  <a:extLst>
                    <a:ext uri="{FF2B5EF4-FFF2-40B4-BE49-F238E27FC236}">
                      <a16:creationId xmlns:a16="http://schemas.microsoft.com/office/drawing/2014/main" id="{081A4C8D-16F9-C3FC-F39F-A08A86374C7F}"/>
                    </a:ext>
                  </a:extLst>
                </p14:cNvPr>
                <p14:cNvContentPartPr/>
                <p14:nvPr/>
              </p14:nvContentPartPr>
              <p14:xfrm>
                <a:off x="3439737" y="2469458"/>
                <a:ext cx="166709" cy="125003"/>
              </p14:xfrm>
            </p:contentPart>
          </mc:Choice>
          <mc:Fallback xmlns="">
            <p:pic>
              <p:nvPicPr>
                <p:cNvPr id="529" name="Mürekkep 528">
                  <a:extLst>
                    <a:ext uri="{FF2B5EF4-FFF2-40B4-BE49-F238E27FC236}">
                      <a16:creationId xmlns:a16="http://schemas.microsoft.com/office/drawing/2014/main" id="{081A4C8D-16F9-C3FC-F39F-A08A86374C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04091" y="2433434"/>
                  <a:ext cx="238361" cy="196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31" name="Mürekkep 530">
                  <a:extLst>
                    <a:ext uri="{FF2B5EF4-FFF2-40B4-BE49-F238E27FC236}">
                      <a16:creationId xmlns:a16="http://schemas.microsoft.com/office/drawing/2014/main" id="{4FE81E07-8401-C7FE-5E9D-3D6385C30176}"/>
                    </a:ext>
                  </a:extLst>
                </p14:cNvPr>
                <p14:cNvContentPartPr/>
                <p14:nvPr/>
              </p14:nvContentPartPr>
              <p14:xfrm>
                <a:off x="4043357" y="2251356"/>
                <a:ext cx="93424" cy="12291"/>
              </p14:xfrm>
            </p:contentPart>
          </mc:Choice>
          <mc:Fallback xmlns="">
            <p:pic>
              <p:nvPicPr>
                <p:cNvPr id="531" name="Mürekkep 530">
                  <a:extLst>
                    <a:ext uri="{FF2B5EF4-FFF2-40B4-BE49-F238E27FC236}">
                      <a16:creationId xmlns:a16="http://schemas.microsoft.com/office/drawing/2014/main" id="{4FE81E07-8401-C7FE-5E9D-3D6385C3017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07286" y="2215567"/>
                  <a:ext cx="165205" cy="84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32" name="Mürekkep 531">
                  <a:extLst>
                    <a:ext uri="{FF2B5EF4-FFF2-40B4-BE49-F238E27FC236}">
                      <a16:creationId xmlns:a16="http://schemas.microsoft.com/office/drawing/2014/main" id="{39C9C757-8318-9E02-AE10-D08A65034C41}"/>
                    </a:ext>
                  </a:extLst>
                </p14:cNvPr>
                <p14:cNvContentPartPr/>
                <p14:nvPr/>
              </p14:nvContentPartPr>
              <p14:xfrm>
                <a:off x="4077202" y="2312288"/>
                <a:ext cx="93424" cy="15168"/>
              </p14:xfrm>
            </p:contentPart>
          </mc:Choice>
          <mc:Fallback xmlns="">
            <p:pic>
              <p:nvPicPr>
                <p:cNvPr id="532" name="Mürekkep 531">
                  <a:extLst>
                    <a:ext uri="{FF2B5EF4-FFF2-40B4-BE49-F238E27FC236}">
                      <a16:creationId xmlns:a16="http://schemas.microsoft.com/office/drawing/2014/main" id="{39C9C757-8318-9E02-AE10-D08A65034C4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41131" y="2276174"/>
                  <a:ext cx="165205" cy="8703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9" name="Grup 558">
            <a:extLst>
              <a:ext uri="{FF2B5EF4-FFF2-40B4-BE49-F238E27FC236}">
                <a16:creationId xmlns:a16="http://schemas.microsoft.com/office/drawing/2014/main" id="{71EF468D-FB5F-3155-39AF-36D3A868B42D}"/>
              </a:ext>
            </a:extLst>
          </p:cNvPr>
          <p:cNvGrpSpPr/>
          <p:nvPr/>
        </p:nvGrpSpPr>
        <p:grpSpPr>
          <a:xfrm>
            <a:off x="1675755" y="2939601"/>
            <a:ext cx="1006362" cy="327811"/>
            <a:chOff x="1675755" y="2939601"/>
            <a:chExt cx="1006362" cy="32781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48" name="Mürekkep 547">
                  <a:extLst>
                    <a:ext uri="{FF2B5EF4-FFF2-40B4-BE49-F238E27FC236}">
                      <a16:creationId xmlns:a16="http://schemas.microsoft.com/office/drawing/2014/main" id="{9DA519EF-DE1A-1E8F-01D9-2ED165AC2777}"/>
                    </a:ext>
                  </a:extLst>
                </p14:cNvPr>
                <p14:cNvContentPartPr/>
                <p14:nvPr/>
              </p14:nvContentPartPr>
              <p14:xfrm>
                <a:off x="1675755" y="3016956"/>
                <a:ext cx="130520" cy="250456"/>
              </p14:xfrm>
            </p:contentPart>
          </mc:Choice>
          <mc:Fallback xmlns="">
            <p:pic>
              <p:nvPicPr>
                <p:cNvPr id="548" name="Mürekkep 547">
                  <a:extLst>
                    <a:ext uri="{FF2B5EF4-FFF2-40B4-BE49-F238E27FC236}">
                      <a16:creationId xmlns:a16="http://schemas.microsoft.com/office/drawing/2014/main" id="{9DA519EF-DE1A-1E8F-01D9-2ED165AC277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39799" y="2980971"/>
                  <a:ext cx="202072" cy="322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49" name="Mürekkep 548">
                  <a:extLst>
                    <a:ext uri="{FF2B5EF4-FFF2-40B4-BE49-F238E27FC236}">
                      <a16:creationId xmlns:a16="http://schemas.microsoft.com/office/drawing/2014/main" id="{445E5AD4-B309-D41C-89DF-C8D14B958786}"/>
                    </a:ext>
                  </a:extLst>
                </p14:cNvPr>
                <p14:cNvContentPartPr/>
                <p14:nvPr/>
              </p14:nvContentPartPr>
              <p14:xfrm>
                <a:off x="1701456" y="3118499"/>
                <a:ext cx="150174" cy="61984"/>
              </p14:xfrm>
            </p:contentPart>
          </mc:Choice>
          <mc:Fallback xmlns="">
            <p:pic>
              <p:nvPicPr>
                <p:cNvPr id="549" name="Mürekkep 548">
                  <a:extLst>
                    <a:ext uri="{FF2B5EF4-FFF2-40B4-BE49-F238E27FC236}">
                      <a16:creationId xmlns:a16="http://schemas.microsoft.com/office/drawing/2014/main" id="{445E5AD4-B309-D41C-89DF-C8D14B9587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665443" y="3082670"/>
                  <a:ext cx="221840" cy="133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50" name="Mürekkep 549">
                  <a:extLst>
                    <a:ext uri="{FF2B5EF4-FFF2-40B4-BE49-F238E27FC236}">
                      <a16:creationId xmlns:a16="http://schemas.microsoft.com/office/drawing/2014/main" id="{1E55FC8F-6166-3F9D-3DB1-C5AF006A19BA}"/>
                    </a:ext>
                  </a:extLst>
                </p14:cNvPr>
                <p14:cNvContentPartPr/>
                <p14:nvPr/>
              </p14:nvContentPartPr>
              <p14:xfrm>
                <a:off x="1851376" y="3042153"/>
                <a:ext cx="136063" cy="204094"/>
              </p14:xfrm>
            </p:contentPart>
          </mc:Choice>
          <mc:Fallback xmlns="">
            <p:pic>
              <p:nvPicPr>
                <p:cNvPr id="550" name="Mürekkep 549">
                  <a:extLst>
                    <a:ext uri="{FF2B5EF4-FFF2-40B4-BE49-F238E27FC236}">
                      <a16:creationId xmlns:a16="http://schemas.microsoft.com/office/drawing/2014/main" id="{1E55FC8F-6166-3F9D-3DB1-C5AF006A19B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815380" y="3006580"/>
                  <a:ext cx="207694" cy="2755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51" name="Mürekkep 550">
                  <a:extLst>
                    <a:ext uri="{FF2B5EF4-FFF2-40B4-BE49-F238E27FC236}">
                      <a16:creationId xmlns:a16="http://schemas.microsoft.com/office/drawing/2014/main" id="{0BE0FF4B-B01D-9FA1-B5BD-561DC07C2709}"/>
                    </a:ext>
                  </a:extLst>
                </p14:cNvPr>
                <p14:cNvContentPartPr/>
                <p14:nvPr/>
              </p14:nvContentPartPr>
              <p14:xfrm>
                <a:off x="1965519" y="2943633"/>
                <a:ext cx="104315" cy="113638"/>
              </p14:xfrm>
            </p:contentPart>
          </mc:Choice>
          <mc:Fallback xmlns="">
            <p:pic>
              <p:nvPicPr>
                <p:cNvPr id="551" name="Mürekkep 550">
                  <a:extLst>
                    <a:ext uri="{FF2B5EF4-FFF2-40B4-BE49-F238E27FC236}">
                      <a16:creationId xmlns:a16="http://schemas.microsoft.com/office/drawing/2014/main" id="{0BE0FF4B-B01D-9FA1-B5BD-561DC07C270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929908" y="2907672"/>
                  <a:ext cx="175897" cy="185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52" name="Mürekkep 551">
                  <a:extLst>
                    <a:ext uri="{FF2B5EF4-FFF2-40B4-BE49-F238E27FC236}">
                      <a16:creationId xmlns:a16="http://schemas.microsoft.com/office/drawing/2014/main" id="{80D0B74A-144D-1903-DEE6-56AC1F72E5AE}"/>
                    </a:ext>
                  </a:extLst>
                </p14:cNvPr>
                <p14:cNvContentPartPr/>
                <p14:nvPr/>
              </p14:nvContentPartPr>
              <p14:xfrm>
                <a:off x="2216983" y="3074153"/>
                <a:ext cx="20661" cy="153196"/>
              </p14:xfrm>
            </p:contentPart>
          </mc:Choice>
          <mc:Fallback xmlns="">
            <p:pic>
              <p:nvPicPr>
                <p:cNvPr id="552" name="Mürekkep 551">
                  <a:extLst>
                    <a:ext uri="{FF2B5EF4-FFF2-40B4-BE49-F238E27FC236}">
                      <a16:creationId xmlns:a16="http://schemas.microsoft.com/office/drawing/2014/main" id="{80D0B74A-144D-1903-DEE6-56AC1F72E5A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81717" y="3038191"/>
                  <a:ext cx="91550" cy="224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53" name="Mürekkep 552">
                  <a:extLst>
                    <a:ext uri="{FF2B5EF4-FFF2-40B4-BE49-F238E27FC236}">
                      <a16:creationId xmlns:a16="http://schemas.microsoft.com/office/drawing/2014/main" id="{B2311818-B90B-F2F1-DBED-C69AFFB1B9A7}"/>
                    </a:ext>
                  </a:extLst>
                </p14:cNvPr>
                <p14:cNvContentPartPr/>
                <p14:nvPr/>
              </p14:nvContentPartPr>
              <p14:xfrm>
                <a:off x="2186494" y="3129837"/>
                <a:ext cx="84158" cy="31748"/>
              </p14:xfrm>
            </p:contentPart>
          </mc:Choice>
          <mc:Fallback xmlns="">
            <p:pic>
              <p:nvPicPr>
                <p:cNvPr id="553" name="Mürekkep 552">
                  <a:extLst>
                    <a:ext uri="{FF2B5EF4-FFF2-40B4-BE49-F238E27FC236}">
                      <a16:creationId xmlns:a16="http://schemas.microsoft.com/office/drawing/2014/main" id="{B2311818-B90B-F2F1-DBED-C69AFFB1B9A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50889" y="3093760"/>
                  <a:ext cx="155728" cy="1035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54" name="Mürekkep 553">
                  <a:extLst>
                    <a:ext uri="{FF2B5EF4-FFF2-40B4-BE49-F238E27FC236}">
                      <a16:creationId xmlns:a16="http://schemas.microsoft.com/office/drawing/2014/main" id="{25244044-CC16-81D2-DB98-0FBE6629D658}"/>
                    </a:ext>
                  </a:extLst>
                </p14:cNvPr>
                <p14:cNvContentPartPr/>
                <p14:nvPr/>
              </p14:nvContentPartPr>
              <p14:xfrm>
                <a:off x="2333644" y="3009901"/>
                <a:ext cx="92473" cy="36032"/>
              </p14:xfrm>
            </p:contentPart>
          </mc:Choice>
          <mc:Fallback xmlns="">
            <p:pic>
              <p:nvPicPr>
                <p:cNvPr id="554" name="Mürekkep 553">
                  <a:extLst>
                    <a:ext uri="{FF2B5EF4-FFF2-40B4-BE49-F238E27FC236}">
                      <a16:creationId xmlns:a16="http://schemas.microsoft.com/office/drawing/2014/main" id="{25244044-CC16-81D2-DB98-0FBE6629D65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297662" y="2973869"/>
                  <a:ext cx="164077" cy="107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55" name="Mürekkep 554">
                  <a:extLst>
                    <a:ext uri="{FF2B5EF4-FFF2-40B4-BE49-F238E27FC236}">
                      <a16:creationId xmlns:a16="http://schemas.microsoft.com/office/drawing/2014/main" id="{3EFDBE55-D1CE-B7DD-2632-0FD14A44DA96}"/>
                    </a:ext>
                  </a:extLst>
                </p14:cNvPr>
                <p14:cNvContentPartPr/>
                <p14:nvPr/>
              </p14:nvContentPartPr>
              <p14:xfrm>
                <a:off x="2346495" y="3057019"/>
                <a:ext cx="96756" cy="170330"/>
              </p14:xfrm>
            </p:contentPart>
          </mc:Choice>
          <mc:Fallback xmlns="">
            <p:pic>
              <p:nvPicPr>
                <p:cNvPr id="555" name="Mürekkep 554">
                  <a:extLst>
                    <a:ext uri="{FF2B5EF4-FFF2-40B4-BE49-F238E27FC236}">
                      <a16:creationId xmlns:a16="http://schemas.microsoft.com/office/drawing/2014/main" id="{3EFDBE55-D1CE-B7DD-2632-0FD14A44DA9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310886" y="3021008"/>
                  <a:ext cx="168334" cy="2419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57" name="Mürekkep 556">
                  <a:extLst>
                    <a:ext uri="{FF2B5EF4-FFF2-40B4-BE49-F238E27FC236}">
                      <a16:creationId xmlns:a16="http://schemas.microsoft.com/office/drawing/2014/main" id="{561B4A33-453D-0536-AFBB-89C39FFE5358}"/>
                    </a:ext>
                  </a:extLst>
                </p14:cNvPr>
                <p14:cNvContentPartPr/>
                <p14:nvPr/>
              </p14:nvContentPartPr>
              <p14:xfrm>
                <a:off x="2496164" y="3038373"/>
                <a:ext cx="139339" cy="160251"/>
              </p14:xfrm>
            </p:contentPart>
          </mc:Choice>
          <mc:Fallback xmlns="">
            <p:pic>
              <p:nvPicPr>
                <p:cNvPr id="557" name="Mürekkep 556">
                  <a:extLst>
                    <a:ext uri="{FF2B5EF4-FFF2-40B4-BE49-F238E27FC236}">
                      <a16:creationId xmlns:a16="http://schemas.microsoft.com/office/drawing/2014/main" id="{561B4A33-453D-0536-AFBB-89C39FFE535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60159" y="3002362"/>
                  <a:ext cx="210989" cy="231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58" name="Mürekkep 557">
                  <a:extLst>
                    <a:ext uri="{FF2B5EF4-FFF2-40B4-BE49-F238E27FC236}">
                      <a16:creationId xmlns:a16="http://schemas.microsoft.com/office/drawing/2014/main" id="{D02EF59C-6C4D-7ECA-422A-1DCBCC3641F4}"/>
                    </a:ext>
                  </a:extLst>
                </p14:cNvPr>
                <p14:cNvContentPartPr/>
                <p14:nvPr/>
              </p14:nvContentPartPr>
              <p14:xfrm>
                <a:off x="2552353" y="2939601"/>
                <a:ext cx="129764" cy="70551"/>
              </p14:xfrm>
            </p:contentPart>
          </mc:Choice>
          <mc:Fallback xmlns="">
            <p:pic>
              <p:nvPicPr>
                <p:cNvPr id="558" name="Mürekkep 557">
                  <a:extLst>
                    <a:ext uri="{FF2B5EF4-FFF2-40B4-BE49-F238E27FC236}">
                      <a16:creationId xmlns:a16="http://schemas.microsoft.com/office/drawing/2014/main" id="{D02EF59C-6C4D-7ECA-422A-1DCBCC3641F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516407" y="2903966"/>
                  <a:ext cx="201296" cy="1421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2" name="Grup 611">
            <a:extLst>
              <a:ext uri="{FF2B5EF4-FFF2-40B4-BE49-F238E27FC236}">
                <a16:creationId xmlns:a16="http://schemas.microsoft.com/office/drawing/2014/main" id="{AA272B48-734C-369E-B5B9-4EBFF021E7A6}"/>
              </a:ext>
            </a:extLst>
          </p:cNvPr>
          <p:cNvGrpSpPr/>
          <p:nvPr/>
        </p:nvGrpSpPr>
        <p:grpSpPr>
          <a:xfrm>
            <a:off x="3288857" y="2712578"/>
            <a:ext cx="1567495" cy="548535"/>
            <a:chOff x="3288857" y="2712578"/>
            <a:chExt cx="1567495" cy="54853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95" name="Mürekkep 594">
                  <a:extLst>
                    <a:ext uri="{FF2B5EF4-FFF2-40B4-BE49-F238E27FC236}">
                      <a16:creationId xmlns:a16="http://schemas.microsoft.com/office/drawing/2014/main" id="{9BAC18E6-EF92-AD77-7E35-10FA7E2CBC3E}"/>
                    </a:ext>
                  </a:extLst>
                </p14:cNvPr>
                <p14:cNvContentPartPr/>
                <p14:nvPr/>
              </p14:nvContentPartPr>
              <p14:xfrm>
                <a:off x="3288857" y="2950940"/>
                <a:ext cx="134804" cy="276157"/>
              </p14:xfrm>
            </p:contentPart>
          </mc:Choice>
          <mc:Fallback xmlns="">
            <p:pic>
              <p:nvPicPr>
                <p:cNvPr id="595" name="Mürekkep 594">
                  <a:extLst>
                    <a:ext uri="{FF2B5EF4-FFF2-40B4-BE49-F238E27FC236}">
                      <a16:creationId xmlns:a16="http://schemas.microsoft.com/office/drawing/2014/main" id="{9BAC18E6-EF92-AD77-7E35-10FA7E2CBC3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53269" y="2914982"/>
                  <a:ext cx="206340" cy="347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96" name="Mürekkep 595">
                  <a:extLst>
                    <a:ext uri="{FF2B5EF4-FFF2-40B4-BE49-F238E27FC236}">
                      <a16:creationId xmlns:a16="http://schemas.microsoft.com/office/drawing/2014/main" id="{2889161E-2AA2-0DA0-ED51-A85B8F98891C}"/>
                    </a:ext>
                  </a:extLst>
                </p14:cNvPr>
                <p14:cNvContentPartPr/>
                <p14:nvPr/>
              </p14:nvContentPartPr>
              <p14:xfrm>
                <a:off x="3443818" y="2983948"/>
                <a:ext cx="135055" cy="196535"/>
              </p14:xfrm>
            </p:contentPart>
          </mc:Choice>
          <mc:Fallback xmlns="">
            <p:pic>
              <p:nvPicPr>
                <p:cNvPr id="596" name="Mürekkep 595">
                  <a:extLst>
                    <a:ext uri="{FF2B5EF4-FFF2-40B4-BE49-F238E27FC236}">
                      <a16:creationId xmlns:a16="http://schemas.microsoft.com/office/drawing/2014/main" id="{2889161E-2AA2-0DA0-ED51-A85B8F98891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407803" y="2948313"/>
                  <a:ext cx="206724" cy="268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98" name="Mürekkep 597">
                  <a:extLst>
                    <a:ext uri="{FF2B5EF4-FFF2-40B4-BE49-F238E27FC236}">
                      <a16:creationId xmlns:a16="http://schemas.microsoft.com/office/drawing/2014/main" id="{BA7F8B55-EF08-2F58-C339-B1DDB01E4DDF}"/>
                    </a:ext>
                  </a:extLst>
                </p14:cNvPr>
                <p14:cNvContentPartPr/>
                <p14:nvPr/>
              </p14:nvContentPartPr>
              <p14:xfrm>
                <a:off x="3565770" y="2875349"/>
                <a:ext cx="155213" cy="127496"/>
              </p14:xfrm>
            </p:contentPart>
          </mc:Choice>
          <mc:Fallback xmlns="">
            <p:pic>
              <p:nvPicPr>
                <p:cNvPr id="598" name="Mürekkep 597">
                  <a:extLst>
                    <a:ext uri="{FF2B5EF4-FFF2-40B4-BE49-F238E27FC236}">
                      <a16:creationId xmlns:a16="http://schemas.microsoft.com/office/drawing/2014/main" id="{BA7F8B55-EF08-2F58-C339-B1DDB01E4D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29758" y="2839435"/>
                  <a:ext cx="226877" cy="1989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600" name="Mürekkep 599">
                  <a:extLst>
                    <a:ext uri="{FF2B5EF4-FFF2-40B4-BE49-F238E27FC236}">
                      <a16:creationId xmlns:a16="http://schemas.microsoft.com/office/drawing/2014/main" id="{7F50347D-DD12-5325-1DB4-B8C543E3C877}"/>
                    </a:ext>
                  </a:extLst>
                </p14:cNvPr>
                <p14:cNvContentPartPr/>
                <p14:nvPr/>
              </p14:nvContentPartPr>
              <p14:xfrm>
                <a:off x="3784226" y="3071129"/>
                <a:ext cx="167810" cy="25953"/>
              </p14:xfrm>
            </p:contentPart>
          </mc:Choice>
          <mc:Fallback xmlns="">
            <p:pic>
              <p:nvPicPr>
                <p:cNvPr id="600" name="Mürekkep 599">
                  <a:extLst>
                    <a:ext uri="{FF2B5EF4-FFF2-40B4-BE49-F238E27FC236}">
                      <a16:creationId xmlns:a16="http://schemas.microsoft.com/office/drawing/2014/main" id="{7F50347D-DD12-5325-1DB4-B8C543E3C87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48292" y="3035444"/>
                  <a:ext cx="239318" cy="97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602" name="Mürekkep 601">
                  <a:extLst>
                    <a:ext uri="{FF2B5EF4-FFF2-40B4-BE49-F238E27FC236}">
                      <a16:creationId xmlns:a16="http://schemas.microsoft.com/office/drawing/2014/main" id="{D3485FB1-AE7E-559F-99F4-5839ACC7ADCC}"/>
                    </a:ext>
                  </a:extLst>
                </p14:cNvPr>
                <p14:cNvContentPartPr/>
                <p14:nvPr/>
              </p14:nvContentPartPr>
              <p14:xfrm>
                <a:off x="4076006" y="2856955"/>
                <a:ext cx="102048" cy="116410"/>
              </p14:xfrm>
            </p:contentPart>
          </mc:Choice>
          <mc:Fallback xmlns="">
            <p:pic>
              <p:nvPicPr>
                <p:cNvPr id="602" name="Mürekkep 601">
                  <a:extLst>
                    <a:ext uri="{FF2B5EF4-FFF2-40B4-BE49-F238E27FC236}">
                      <a16:creationId xmlns:a16="http://schemas.microsoft.com/office/drawing/2014/main" id="{D3485FB1-AE7E-559F-99F4-5839ACC7AD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040433" y="2821026"/>
                  <a:ext cx="173553" cy="187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03" name="Mürekkep 602">
                  <a:extLst>
                    <a:ext uri="{FF2B5EF4-FFF2-40B4-BE49-F238E27FC236}">
                      <a16:creationId xmlns:a16="http://schemas.microsoft.com/office/drawing/2014/main" id="{D26F1E98-CFC7-82B1-E3F5-45C9C64C1BF6}"/>
                    </a:ext>
                  </a:extLst>
                </p14:cNvPr>
                <p14:cNvContentPartPr/>
                <p14:nvPr/>
              </p14:nvContentPartPr>
              <p14:xfrm>
                <a:off x="4236258" y="2871066"/>
                <a:ext cx="129764" cy="91717"/>
              </p14:xfrm>
            </p:contentPart>
          </mc:Choice>
          <mc:Fallback xmlns="">
            <p:pic>
              <p:nvPicPr>
                <p:cNvPr id="603" name="Mürekkep 602">
                  <a:extLst>
                    <a:ext uri="{FF2B5EF4-FFF2-40B4-BE49-F238E27FC236}">
                      <a16:creationId xmlns:a16="http://schemas.microsoft.com/office/drawing/2014/main" id="{D26F1E98-CFC7-82B1-E3F5-45C9C64C1BF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00672" y="2835099"/>
                  <a:ext cx="201296" cy="163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04" name="Mürekkep 603">
                  <a:extLst>
                    <a:ext uri="{FF2B5EF4-FFF2-40B4-BE49-F238E27FC236}">
                      <a16:creationId xmlns:a16="http://schemas.microsoft.com/office/drawing/2014/main" id="{56D43B0D-986E-205C-AEEE-06019DE0F595}"/>
                    </a:ext>
                  </a:extLst>
                </p14:cNvPr>
                <p14:cNvContentPartPr/>
                <p14:nvPr/>
              </p14:nvContentPartPr>
              <p14:xfrm>
                <a:off x="4383660" y="2845366"/>
                <a:ext cx="91717" cy="12095"/>
              </p14:xfrm>
            </p:contentPart>
          </mc:Choice>
          <mc:Fallback xmlns="">
            <p:pic>
              <p:nvPicPr>
                <p:cNvPr id="604" name="Mürekkep 603">
                  <a:extLst>
                    <a:ext uri="{FF2B5EF4-FFF2-40B4-BE49-F238E27FC236}">
                      <a16:creationId xmlns:a16="http://schemas.microsoft.com/office/drawing/2014/main" id="{56D43B0D-986E-205C-AEEE-06019DE0F59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47693" y="2809792"/>
                  <a:ext cx="163292" cy="828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05" name="Mürekkep 604">
                  <a:extLst>
                    <a:ext uri="{FF2B5EF4-FFF2-40B4-BE49-F238E27FC236}">
                      <a16:creationId xmlns:a16="http://schemas.microsoft.com/office/drawing/2014/main" id="{111B1E10-049E-6515-6EE8-45D9662DA5E8}"/>
                    </a:ext>
                  </a:extLst>
                </p14:cNvPr>
                <p14:cNvContentPartPr/>
                <p14:nvPr/>
              </p14:nvContentPartPr>
              <p14:xfrm>
                <a:off x="4398778" y="2868294"/>
                <a:ext cx="101796" cy="97512"/>
              </p14:xfrm>
            </p:contentPart>
          </mc:Choice>
          <mc:Fallback xmlns="">
            <p:pic>
              <p:nvPicPr>
                <p:cNvPr id="605" name="Mürekkep 604">
                  <a:extLst>
                    <a:ext uri="{FF2B5EF4-FFF2-40B4-BE49-F238E27FC236}">
                      <a16:creationId xmlns:a16="http://schemas.microsoft.com/office/drawing/2014/main" id="{111B1E10-049E-6515-6EE8-45D9662DA5E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63167" y="2832312"/>
                  <a:ext cx="173377" cy="1691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06" name="Mürekkep 605">
                  <a:extLst>
                    <a:ext uri="{FF2B5EF4-FFF2-40B4-BE49-F238E27FC236}">
                      <a16:creationId xmlns:a16="http://schemas.microsoft.com/office/drawing/2014/main" id="{9C1854E0-4779-0506-C497-081BE8B080B9}"/>
                    </a:ext>
                  </a:extLst>
                </p14:cNvPr>
                <p14:cNvContentPartPr/>
                <p14:nvPr/>
              </p14:nvContentPartPr>
              <p14:xfrm>
                <a:off x="4500572" y="2712578"/>
                <a:ext cx="150174" cy="98016"/>
              </p14:xfrm>
            </p:contentPart>
          </mc:Choice>
          <mc:Fallback xmlns="">
            <p:pic>
              <p:nvPicPr>
                <p:cNvPr id="606" name="Mürekkep 605">
                  <a:extLst>
                    <a:ext uri="{FF2B5EF4-FFF2-40B4-BE49-F238E27FC236}">
                      <a16:creationId xmlns:a16="http://schemas.microsoft.com/office/drawing/2014/main" id="{9C1854E0-4779-0506-C497-081BE8B080B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64559" y="2676543"/>
                  <a:ext cx="221840" cy="1697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07" name="Mürekkep 606">
                  <a:extLst>
                    <a:ext uri="{FF2B5EF4-FFF2-40B4-BE49-F238E27FC236}">
                      <a16:creationId xmlns:a16="http://schemas.microsoft.com/office/drawing/2014/main" id="{01751507-CFA1-E554-CF6E-532787F25BE6}"/>
                    </a:ext>
                  </a:extLst>
                </p14:cNvPr>
                <p14:cNvContentPartPr/>
                <p14:nvPr/>
              </p14:nvContentPartPr>
              <p14:xfrm>
                <a:off x="4114304" y="2997806"/>
                <a:ext cx="465134" cy="33512"/>
              </p14:xfrm>
            </p:contentPart>
          </mc:Choice>
          <mc:Fallback xmlns="">
            <p:pic>
              <p:nvPicPr>
                <p:cNvPr id="607" name="Mürekkep 606">
                  <a:extLst>
                    <a:ext uri="{FF2B5EF4-FFF2-40B4-BE49-F238E27FC236}">
                      <a16:creationId xmlns:a16="http://schemas.microsoft.com/office/drawing/2014/main" id="{01751507-CFA1-E554-CF6E-532787F25BE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078663" y="2962511"/>
                  <a:ext cx="536776" cy="104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08" name="Mürekkep 607">
                  <a:extLst>
                    <a:ext uri="{FF2B5EF4-FFF2-40B4-BE49-F238E27FC236}">
                      <a16:creationId xmlns:a16="http://schemas.microsoft.com/office/drawing/2014/main" id="{E62D4013-9546-4CF5-6AC1-873670BE1D6D}"/>
                    </a:ext>
                  </a:extLst>
                </p14:cNvPr>
                <p14:cNvContentPartPr/>
                <p14:nvPr/>
              </p14:nvContentPartPr>
              <p14:xfrm>
                <a:off x="4282872" y="3081964"/>
                <a:ext cx="116662" cy="179149"/>
              </p14:xfrm>
            </p:contentPart>
          </mc:Choice>
          <mc:Fallback xmlns="">
            <p:pic>
              <p:nvPicPr>
                <p:cNvPr id="608" name="Mürekkep 607">
                  <a:extLst>
                    <a:ext uri="{FF2B5EF4-FFF2-40B4-BE49-F238E27FC236}">
                      <a16:creationId xmlns:a16="http://schemas.microsoft.com/office/drawing/2014/main" id="{E62D4013-9546-4CF5-6AC1-873670BE1D6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246865" y="3046350"/>
                  <a:ext cx="188316" cy="2507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10" name="Mürekkep 609">
                  <a:extLst>
                    <a:ext uri="{FF2B5EF4-FFF2-40B4-BE49-F238E27FC236}">
                      <a16:creationId xmlns:a16="http://schemas.microsoft.com/office/drawing/2014/main" id="{EFB9C0E4-192F-4F94-896B-6863E318C2E0}"/>
                    </a:ext>
                  </a:extLst>
                </p14:cNvPr>
                <p14:cNvContentPartPr/>
                <p14:nvPr/>
              </p14:nvContentPartPr>
              <p14:xfrm>
                <a:off x="4713738" y="2962530"/>
                <a:ext cx="134048" cy="7307"/>
              </p14:xfrm>
            </p:contentPart>
          </mc:Choice>
          <mc:Fallback xmlns="">
            <p:pic>
              <p:nvPicPr>
                <p:cNvPr id="610" name="Mürekkep 609">
                  <a:extLst>
                    <a:ext uri="{FF2B5EF4-FFF2-40B4-BE49-F238E27FC236}">
                      <a16:creationId xmlns:a16="http://schemas.microsoft.com/office/drawing/2014/main" id="{EFB9C0E4-192F-4F94-896B-6863E318C2E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78160" y="2928083"/>
                  <a:ext cx="205564" cy="76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11" name="Mürekkep 610">
                  <a:extLst>
                    <a:ext uri="{FF2B5EF4-FFF2-40B4-BE49-F238E27FC236}">
                      <a16:creationId xmlns:a16="http://schemas.microsoft.com/office/drawing/2014/main" id="{A42BBF7A-99A5-5DA3-EBA6-2602CAF60460}"/>
                    </a:ext>
                  </a:extLst>
                </p14:cNvPr>
                <p14:cNvContentPartPr/>
                <p14:nvPr/>
              </p14:nvContentPartPr>
              <p14:xfrm>
                <a:off x="4739186" y="3042657"/>
                <a:ext cx="117166" cy="3024"/>
              </p14:xfrm>
            </p:contentPart>
          </mc:Choice>
          <mc:Fallback xmlns="">
            <p:pic>
              <p:nvPicPr>
                <p:cNvPr id="611" name="Mürekkep 610">
                  <a:extLst>
                    <a:ext uri="{FF2B5EF4-FFF2-40B4-BE49-F238E27FC236}">
                      <a16:creationId xmlns:a16="http://schemas.microsoft.com/office/drawing/2014/main" id="{A42BBF7A-99A5-5DA3-EBA6-2602CAF6046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03605" y="3009057"/>
                  <a:ext cx="188688" cy="698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" name="Grup 616">
            <a:extLst>
              <a:ext uri="{FF2B5EF4-FFF2-40B4-BE49-F238E27FC236}">
                <a16:creationId xmlns:a16="http://schemas.microsoft.com/office/drawing/2014/main" id="{03332634-15BC-3814-EC1F-8D328D560B3E}"/>
              </a:ext>
            </a:extLst>
          </p:cNvPr>
          <p:cNvGrpSpPr/>
          <p:nvPr/>
        </p:nvGrpSpPr>
        <p:grpSpPr>
          <a:xfrm>
            <a:off x="2831785" y="2998310"/>
            <a:ext cx="378962" cy="185952"/>
            <a:chOff x="2831785" y="2998310"/>
            <a:chExt cx="378962" cy="18595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560" name="Mürekkep 559">
                  <a:extLst>
                    <a:ext uri="{FF2B5EF4-FFF2-40B4-BE49-F238E27FC236}">
                      <a16:creationId xmlns:a16="http://schemas.microsoft.com/office/drawing/2014/main" id="{1E733F4A-5B4B-37D5-A6A9-888BB4CC2764}"/>
                    </a:ext>
                  </a:extLst>
                </p14:cNvPr>
                <p14:cNvContentPartPr/>
                <p14:nvPr/>
              </p14:nvContentPartPr>
              <p14:xfrm>
                <a:off x="2831785" y="3132608"/>
                <a:ext cx="12850" cy="11591"/>
              </p14:xfrm>
            </p:contentPart>
          </mc:Choice>
          <mc:Fallback xmlns="">
            <p:pic>
              <p:nvPicPr>
                <p:cNvPr id="560" name="Mürekkep 559">
                  <a:extLst>
                    <a:ext uri="{FF2B5EF4-FFF2-40B4-BE49-F238E27FC236}">
                      <a16:creationId xmlns:a16="http://schemas.microsoft.com/office/drawing/2014/main" id="{1E733F4A-5B4B-37D5-A6A9-888BB4CC276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796091" y="3097484"/>
                  <a:ext cx="83882" cy="814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561" name="Mürekkep 560">
                  <a:extLst>
                    <a:ext uri="{FF2B5EF4-FFF2-40B4-BE49-F238E27FC236}">
                      <a16:creationId xmlns:a16="http://schemas.microsoft.com/office/drawing/2014/main" id="{B01B3335-3C69-D845-3609-9A76550E60EE}"/>
                    </a:ext>
                  </a:extLst>
                </p14:cNvPr>
                <p14:cNvContentPartPr/>
                <p14:nvPr/>
              </p14:nvContentPartPr>
              <p14:xfrm>
                <a:off x="2986747" y="3106909"/>
                <a:ext cx="25701" cy="23181"/>
              </p14:xfrm>
            </p:contentPart>
          </mc:Choice>
          <mc:Fallback xmlns="">
            <p:pic>
              <p:nvPicPr>
                <p:cNvPr id="561" name="Mürekkep 560">
                  <a:extLst>
                    <a:ext uri="{FF2B5EF4-FFF2-40B4-BE49-F238E27FC236}">
                      <a16:creationId xmlns:a16="http://schemas.microsoft.com/office/drawing/2014/main" id="{B01B3335-3C69-D845-3609-9A76550E60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951051" y="3070689"/>
                  <a:ext cx="96736" cy="95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562" name="Mürekkep 561">
                  <a:extLst>
                    <a:ext uri="{FF2B5EF4-FFF2-40B4-BE49-F238E27FC236}">
                      <a16:creationId xmlns:a16="http://schemas.microsoft.com/office/drawing/2014/main" id="{3B97F8B4-5E42-62CB-81DF-B374F1B88B22}"/>
                    </a:ext>
                  </a:extLst>
                </p14:cNvPr>
                <p14:cNvContentPartPr/>
                <p14:nvPr/>
              </p14:nvContentPartPr>
              <p14:xfrm>
                <a:off x="3121298" y="3096830"/>
                <a:ext cx="12850" cy="24441"/>
              </p14:xfrm>
            </p:contentPart>
          </mc:Choice>
          <mc:Fallback xmlns="">
            <p:pic>
              <p:nvPicPr>
                <p:cNvPr id="562" name="Mürekkep 561">
                  <a:extLst>
                    <a:ext uri="{FF2B5EF4-FFF2-40B4-BE49-F238E27FC236}">
                      <a16:creationId xmlns:a16="http://schemas.microsoft.com/office/drawing/2014/main" id="{3B97F8B4-5E42-62CB-81DF-B374F1B88B2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85604" y="3061247"/>
                  <a:ext cx="83882" cy="959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613" name="Mürekkep 612">
                  <a:extLst>
                    <a:ext uri="{FF2B5EF4-FFF2-40B4-BE49-F238E27FC236}">
                      <a16:creationId xmlns:a16="http://schemas.microsoft.com/office/drawing/2014/main" id="{0D6FE503-A811-89EF-773B-3250C19E988C}"/>
                    </a:ext>
                  </a:extLst>
                </p14:cNvPr>
                <p14:cNvContentPartPr/>
                <p14:nvPr/>
              </p14:nvContentPartPr>
              <p14:xfrm>
                <a:off x="3159344" y="2998310"/>
                <a:ext cx="33260" cy="185952"/>
              </p14:xfrm>
            </p:contentPart>
          </mc:Choice>
          <mc:Fallback xmlns="">
            <p:pic>
              <p:nvPicPr>
                <p:cNvPr id="613" name="Mürekkep 612">
                  <a:extLst>
                    <a:ext uri="{FF2B5EF4-FFF2-40B4-BE49-F238E27FC236}">
                      <a16:creationId xmlns:a16="http://schemas.microsoft.com/office/drawing/2014/main" id="{0D6FE503-A811-89EF-773B-3250C19E988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123581" y="2962342"/>
                  <a:ext cx="104429" cy="2575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614" name="Mürekkep 613">
                  <a:extLst>
                    <a:ext uri="{FF2B5EF4-FFF2-40B4-BE49-F238E27FC236}">
                      <a16:creationId xmlns:a16="http://schemas.microsoft.com/office/drawing/2014/main" id="{BB646665-AFA0-A4CE-8ACF-CCA5CDA2B030}"/>
                    </a:ext>
                  </a:extLst>
                </p14:cNvPr>
                <p14:cNvContentPartPr/>
                <p14:nvPr/>
              </p14:nvContentPartPr>
              <p14:xfrm>
                <a:off x="3088290" y="3096326"/>
                <a:ext cx="122457" cy="29480"/>
              </p14:xfrm>
            </p:contentPart>
          </mc:Choice>
          <mc:Fallback xmlns="">
            <p:pic>
              <p:nvPicPr>
                <p:cNvPr id="614" name="Mürekkep 613">
                  <a:extLst>
                    <a:ext uri="{FF2B5EF4-FFF2-40B4-BE49-F238E27FC236}">
                      <a16:creationId xmlns:a16="http://schemas.microsoft.com/office/drawing/2014/main" id="{BB646665-AFA0-A4CE-8ACF-CCA5CDA2B03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52273" y="3060734"/>
                  <a:ext cx="194130" cy="101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16" name="Mürekkep 615">
                  <a:extLst>
                    <a:ext uri="{FF2B5EF4-FFF2-40B4-BE49-F238E27FC236}">
                      <a16:creationId xmlns:a16="http://schemas.microsoft.com/office/drawing/2014/main" id="{C87B0E69-120F-BD3F-F405-F701B55B49DF}"/>
                    </a:ext>
                  </a:extLst>
                </p14:cNvPr>
                <p14:cNvContentPartPr/>
                <p14:nvPr/>
              </p14:nvContentPartPr>
              <p14:xfrm>
                <a:off x="2920731" y="3118499"/>
                <a:ext cx="252" cy="11591"/>
              </p14:xfrm>
            </p:contentPart>
          </mc:Choice>
          <mc:Fallback xmlns="">
            <p:pic>
              <p:nvPicPr>
                <p:cNvPr id="616" name="Mürekkep 615">
                  <a:extLst>
                    <a:ext uri="{FF2B5EF4-FFF2-40B4-BE49-F238E27FC236}">
                      <a16:creationId xmlns:a16="http://schemas.microsoft.com/office/drawing/2014/main" id="{C87B0E69-120F-BD3F-F405-F701B55B49D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95531" y="3083375"/>
                  <a:ext cx="50400" cy="814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5" name="Grup 664">
            <a:extLst>
              <a:ext uri="{FF2B5EF4-FFF2-40B4-BE49-F238E27FC236}">
                <a16:creationId xmlns:a16="http://schemas.microsoft.com/office/drawing/2014/main" id="{6DB1B39F-60D5-F467-CD71-018267BCAF47}"/>
              </a:ext>
            </a:extLst>
          </p:cNvPr>
          <p:cNvGrpSpPr/>
          <p:nvPr/>
        </p:nvGrpSpPr>
        <p:grpSpPr>
          <a:xfrm>
            <a:off x="2001399" y="3585479"/>
            <a:ext cx="2877295" cy="602750"/>
            <a:chOff x="2001399" y="3585479"/>
            <a:chExt cx="2877295" cy="60275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31" name="Mürekkep 630">
                  <a:extLst>
                    <a:ext uri="{FF2B5EF4-FFF2-40B4-BE49-F238E27FC236}">
                      <a16:creationId xmlns:a16="http://schemas.microsoft.com/office/drawing/2014/main" id="{DB7568A8-04FC-42A4-B0A5-50D1421DF16A}"/>
                    </a:ext>
                  </a:extLst>
                </p14:cNvPr>
                <p14:cNvContentPartPr/>
                <p14:nvPr/>
              </p14:nvContentPartPr>
              <p14:xfrm>
                <a:off x="2021035" y="3769410"/>
                <a:ext cx="45983" cy="124279"/>
              </p14:xfrm>
            </p:contentPart>
          </mc:Choice>
          <mc:Fallback xmlns="">
            <p:pic>
              <p:nvPicPr>
                <p:cNvPr id="631" name="Mürekkep 630">
                  <a:extLst>
                    <a:ext uri="{FF2B5EF4-FFF2-40B4-BE49-F238E27FC236}">
                      <a16:creationId xmlns:a16="http://schemas.microsoft.com/office/drawing/2014/main" id="{DB7568A8-04FC-42A4-B0A5-50D1421DF16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85470" y="3733491"/>
                  <a:ext cx="117472" cy="195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32" name="Mürekkep 631">
                  <a:extLst>
                    <a:ext uri="{FF2B5EF4-FFF2-40B4-BE49-F238E27FC236}">
                      <a16:creationId xmlns:a16="http://schemas.microsoft.com/office/drawing/2014/main" id="{DC30BCB5-152D-77B7-A9F1-4882150F0FAB}"/>
                    </a:ext>
                  </a:extLst>
                </p14:cNvPr>
                <p14:cNvContentPartPr/>
                <p14:nvPr/>
              </p14:nvContentPartPr>
              <p14:xfrm>
                <a:off x="2136862" y="3765186"/>
                <a:ext cx="170511" cy="107376"/>
              </p14:xfrm>
            </p:contentPart>
          </mc:Choice>
          <mc:Fallback xmlns="">
            <p:pic>
              <p:nvPicPr>
                <p:cNvPr id="632" name="Mürekkep 631">
                  <a:extLst>
                    <a:ext uri="{FF2B5EF4-FFF2-40B4-BE49-F238E27FC236}">
                      <a16:creationId xmlns:a16="http://schemas.microsoft.com/office/drawing/2014/main" id="{DC30BCB5-152D-77B7-A9F1-4882150F0FA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01249" y="3729274"/>
                  <a:ext cx="242097" cy="1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33" name="Mürekkep 632">
                  <a:extLst>
                    <a:ext uri="{FF2B5EF4-FFF2-40B4-BE49-F238E27FC236}">
                      <a16:creationId xmlns:a16="http://schemas.microsoft.com/office/drawing/2014/main" id="{5A2BCC15-E1DB-481C-F81B-EBE374784ECF}"/>
                    </a:ext>
                  </a:extLst>
                </p14:cNvPr>
                <p14:cNvContentPartPr/>
                <p14:nvPr/>
              </p14:nvContentPartPr>
              <p14:xfrm>
                <a:off x="2332228" y="3750024"/>
                <a:ext cx="97932" cy="33555"/>
              </p14:xfrm>
            </p:contentPart>
          </mc:Choice>
          <mc:Fallback xmlns="">
            <p:pic>
              <p:nvPicPr>
                <p:cNvPr id="633" name="Mürekkep 632">
                  <a:extLst>
                    <a:ext uri="{FF2B5EF4-FFF2-40B4-BE49-F238E27FC236}">
                      <a16:creationId xmlns:a16="http://schemas.microsoft.com/office/drawing/2014/main" id="{5A2BCC15-E1DB-481C-F81B-EBE374784EC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96714" y="3714684"/>
                  <a:ext cx="169318" cy="10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35" name="Mürekkep 634">
                  <a:extLst>
                    <a:ext uri="{FF2B5EF4-FFF2-40B4-BE49-F238E27FC236}">
                      <a16:creationId xmlns:a16="http://schemas.microsoft.com/office/drawing/2014/main" id="{95B0BF90-F610-FA06-86F4-87D95C0B1B21}"/>
                    </a:ext>
                  </a:extLst>
                </p14:cNvPr>
                <p14:cNvContentPartPr/>
                <p14:nvPr/>
              </p14:nvContentPartPr>
              <p14:xfrm>
                <a:off x="2314829" y="3790539"/>
                <a:ext cx="128007" cy="114336"/>
              </p14:xfrm>
            </p:contentPart>
          </mc:Choice>
          <mc:Fallback xmlns="">
            <p:pic>
              <p:nvPicPr>
                <p:cNvPr id="635" name="Mürekkep 634">
                  <a:extLst>
                    <a:ext uri="{FF2B5EF4-FFF2-40B4-BE49-F238E27FC236}">
                      <a16:creationId xmlns:a16="http://schemas.microsoft.com/office/drawing/2014/main" id="{95B0BF90-F610-FA06-86F4-87D95C0B1B2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78872" y="3754584"/>
                  <a:ext cx="199561" cy="1858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36" name="Mürekkep 635">
                  <a:extLst>
                    <a:ext uri="{FF2B5EF4-FFF2-40B4-BE49-F238E27FC236}">
                      <a16:creationId xmlns:a16="http://schemas.microsoft.com/office/drawing/2014/main" id="{3FD20DD9-EC0B-B013-6762-D356BC9D303F}"/>
                    </a:ext>
                  </a:extLst>
                </p14:cNvPr>
                <p14:cNvContentPartPr/>
                <p14:nvPr/>
              </p14:nvContentPartPr>
              <p14:xfrm>
                <a:off x="2500253" y="3664520"/>
                <a:ext cx="113093" cy="89730"/>
              </p14:xfrm>
            </p:contentPart>
          </mc:Choice>
          <mc:Fallback xmlns="">
            <p:pic>
              <p:nvPicPr>
                <p:cNvPr id="636" name="Mürekkep 635">
                  <a:extLst>
                    <a:ext uri="{FF2B5EF4-FFF2-40B4-BE49-F238E27FC236}">
                      <a16:creationId xmlns:a16="http://schemas.microsoft.com/office/drawing/2014/main" id="{3FD20DD9-EC0B-B013-6762-D356BC9D303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64236" y="3628484"/>
                  <a:ext cx="184767" cy="16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38" name="Mürekkep 637">
                  <a:extLst>
                    <a:ext uri="{FF2B5EF4-FFF2-40B4-BE49-F238E27FC236}">
                      <a16:creationId xmlns:a16="http://schemas.microsoft.com/office/drawing/2014/main" id="{2BFC25CB-DC32-E230-4E2F-1284163A5BAE}"/>
                    </a:ext>
                  </a:extLst>
                </p14:cNvPr>
                <p14:cNvContentPartPr/>
                <p14:nvPr/>
              </p14:nvContentPartPr>
              <p14:xfrm>
                <a:off x="2695122" y="3811666"/>
                <a:ext cx="33307" cy="114336"/>
              </p14:xfrm>
            </p:contentPart>
          </mc:Choice>
          <mc:Fallback xmlns="">
            <p:pic>
              <p:nvPicPr>
                <p:cNvPr id="638" name="Mürekkep 637">
                  <a:extLst>
                    <a:ext uri="{FF2B5EF4-FFF2-40B4-BE49-F238E27FC236}">
                      <a16:creationId xmlns:a16="http://schemas.microsoft.com/office/drawing/2014/main" id="{2BFC25CB-DC32-E230-4E2F-1284163A5BA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659666" y="3775711"/>
                  <a:ext cx="104577" cy="1858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639" name="Mürekkep 638">
                  <a:extLst>
                    <a:ext uri="{FF2B5EF4-FFF2-40B4-BE49-F238E27FC236}">
                      <a16:creationId xmlns:a16="http://schemas.microsoft.com/office/drawing/2014/main" id="{D39E91B2-3503-0A3B-4DA7-B25E436B8C1A}"/>
                    </a:ext>
                  </a:extLst>
                </p14:cNvPr>
                <p14:cNvContentPartPr/>
                <p14:nvPr/>
              </p14:nvContentPartPr>
              <p14:xfrm>
                <a:off x="2650630" y="3861377"/>
                <a:ext cx="173244" cy="18393"/>
              </p14:xfrm>
            </p:contentPart>
          </mc:Choice>
          <mc:Fallback xmlns="">
            <p:pic>
              <p:nvPicPr>
                <p:cNvPr id="639" name="Mürekkep 638">
                  <a:extLst>
                    <a:ext uri="{FF2B5EF4-FFF2-40B4-BE49-F238E27FC236}">
                      <a16:creationId xmlns:a16="http://schemas.microsoft.com/office/drawing/2014/main" id="{D39E91B2-3503-0A3B-4DA7-B25E436B8C1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14613" y="3825312"/>
                  <a:ext cx="244919" cy="901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641" name="Mürekkep 640">
                  <a:extLst>
                    <a:ext uri="{FF2B5EF4-FFF2-40B4-BE49-F238E27FC236}">
                      <a16:creationId xmlns:a16="http://schemas.microsoft.com/office/drawing/2014/main" id="{473E19F1-6220-07EF-5B08-74B7B508226E}"/>
                    </a:ext>
                  </a:extLst>
                </p14:cNvPr>
                <p14:cNvContentPartPr/>
                <p14:nvPr/>
              </p14:nvContentPartPr>
              <p14:xfrm>
                <a:off x="2951384" y="3776370"/>
                <a:ext cx="25353" cy="93209"/>
              </p14:xfrm>
            </p:contentPart>
          </mc:Choice>
          <mc:Fallback xmlns="">
            <p:pic>
              <p:nvPicPr>
                <p:cNvPr id="641" name="Mürekkep 640">
                  <a:extLst>
                    <a:ext uri="{FF2B5EF4-FFF2-40B4-BE49-F238E27FC236}">
                      <a16:creationId xmlns:a16="http://schemas.microsoft.com/office/drawing/2014/main" id="{473E19F1-6220-07EF-5B08-74B7B508226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915676" y="3740382"/>
                  <a:ext cx="96413" cy="1648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642" name="Mürekkep 641">
                  <a:extLst>
                    <a:ext uri="{FF2B5EF4-FFF2-40B4-BE49-F238E27FC236}">
                      <a16:creationId xmlns:a16="http://schemas.microsoft.com/office/drawing/2014/main" id="{AEC1F7DB-4887-A06A-BBD2-2D18C101D7AB}"/>
                    </a:ext>
                  </a:extLst>
                </p14:cNvPr>
                <p14:cNvContentPartPr/>
                <p14:nvPr/>
              </p14:nvContentPartPr>
              <p14:xfrm>
                <a:off x="3046581" y="3760214"/>
                <a:ext cx="95446" cy="117568"/>
              </p14:xfrm>
            </p:contentPart>
          </mc:Choice>
          <mc:Fallback xmlns="">
            <p:pic>
              <p:nvPicPr>
                <p:cNvPr id="642" name="Mürekkep 641">
                  <a:extLst>
                    <a:ext uri="{FF2B5EF4-FFF2-40B4-BE49-F238E27FC236}">
                      <a16:creationId xmlns:a16="http://schemas.microsoft.com/office/drawing/2014/main" id="{AEC1F7DB-4887-A06A-BBD2-2D18C101D7A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010699" y="3724260"/>
                  <a:ext cx="166851" cy="18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643" name="Mürekkep 642">
                  <a:extLst>
                    <a:ext uri="{FF2B5EF4-FFF2-40B4-BE49-F238E27FC236}">
                      <a16:creationId xmlns:a16="http://schemas.microsoft.com/office/drawing/2014/main" id="{10ECDD9B-5D0B-9F4E-DE39-20EF79AC69A8}"/>
                    </a:ext>
                  </a:extLst>
                </p14:cNvPr>
                <p14:cNvContentPartPr/>
                <p14:nvPr/>
              </p14:nvContentPartPr>
              <p14:xfrm>
                <a:off x="3186518" y="3768665"/>
                <a:ext cx="50706" cy="121296"/>
              </p14:xfrm>
            </p:contentPart>
          </mc:Choice>
          <mc:Fallback xmlns="">
            <p:pic>
              <p:nvPicPr>
                <p:cNvPr id="643" name="Mürekkep 642">
                  <a:extLst>
                    <a:ext uri="{FF2B5EF4-FFF2-40B4-BE49-F238E27FC236}">
                      <a16:creationId xmlns:a16="http://schemas.microsoft.com/office/drawing/2014/main" id="{10ECDD9B-5D0B-9F4E-DE39-20EF79AC69A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150556" y="3732779"/>
                  <a:ext cx="122270" cy="192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44" name="Mürekkep 643">
                  <a:extLst>
                    <a:ext uri="{FF2B5EF4-FFF2-40B4-BE49-F238E27FC236}">
                      <a16:creationId xmlns:a16="http://schemas.microsoft.com/office/drawing/2014/main" id="{814EB9F2-EBC9-852B-EF7B-2EE272F4568C}"/>
                    </a:ext>
                  </a:extLst>
                </p14:cNvPr>
                <p14:cNvContentPartPr/>
                <p14:nvPr/>
              </p14:nvContentPartPr>
              <p14:xfrm>
                <a:off x="3186518" y="3811666"/>
                <a:ext cx="95694" cy="28335"/>
              </p14:xfrm>
            </p:contentPart>
          </mc:Choice>
          <mc:Fallback xmlns="">
            <p:pic>
              <p:nvPicPr>
                <p:cNvPr id="644" name="Mürekkep 643">
                  <a:extLst>
                    <a:ext uri="{FF2B5EF4-FFF2-40B4-BE49-F238E27FC236}">
                      <a16:creationId xmlns:a16="http://schemas.microsoft.com/office/drawing/2014/main" id="{814EB9F2-EBC9-852B-EF7B-2EE272F4568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50543" y="3775799"/>
                  <a:ext cx="167285" cy="99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45" name="Mürekkep 644">
                  <a:extLst>
                    <a:ext uri="{FF2B5EF4-FFF2-40B4-BE49-F238E27FC236}">
                      <a16:creationId xmlns:a16="http://schemas.microsoft.com/office/drawing/2014/main" id="{96D83D3D-4E9C-03F1-9631-3658B0454688}"/>
                    </a:ext>
                  </a:extLst>
                </p14:cNvPr>
                <p14:cNvContentPartPr/>
                <p14:nvPr/>
              </p14:nvContentPartPr>
              <p14:xfrm>
                <a:off x="3229518" y="3643642"/>
                <a:ext cx="153111" cy="103399"/>
              </p14:xfrm>
            </p:contentPart>
          </mc:Choice>
          <mc:Fallback xmlns="">
            <p:pic>
              <p:nvPicPr>
                <p:cNvPr id="645" name="Mürekkep 644">
                  <a:extLst>
                    <a:ext uri="{FF2B5EF4-FFF2-40B4-BE49-F238E27FC236}">
                      <a16:creationId xmlns:a16="http://schemas.microsoft.com/office/drawing/2014/main" id="{96D83D3D-4E9C-03F1-9631-3658B045468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93576" y="3607740"/>
                  <a:ext cx="224635" cy="1748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46" name="Mürekkep 645">
                  <a:extLst>
                    <a:ext uri="{FF2B5EF4-FFF2-40B4-BE49-F238E27FC236}">
                      <a16:creationId xmlns:a16="http://schemas.microsoft.com/office/drawing/2014/main" id="{86E172FC-4106-EC18-16A5-FEFEDD511E82}"/>
                    </a:ext>
                  </a:extLst>
                </p14:cNvPr>
                <p14:cNvContentPartPr/>
                <p14:nvPr/>
              </p14:nvContentPartPr>
              <p14:xfrm>
                <a:off x="3463907" y="3779105"/>
                <a:ext cx="21376" cy="144162"/>
              </p14:xfrm>
            </p:contentPart>
          </mc:Choice>
          <mc:Fallback xmlns="">
            <p:pic>
              <p:nvPicPr>
                <p:cNvPr id="646" name="Mürekkep 645">
                  <a:extLst>
                    <a:ext uri="{FF2B5EF4-FFF2-40B4-BE49-F238E27FC236}">
                      <a16:creationId xmlns:a16="http://schemas.microsoft.com/office/drawing/2014/main" id="{86E172FC-4106-EC18-16A5-FEFEDD511E8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428280" y="3743154"/>
                  <a:ext cx="92273" cy="2157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47" name="Mürekkep 646">
                  <a:extLst>
                    <a:ext uri="{FF2B5EF4-FFF2-40B4-BE49-F238E27FC236}">
                      <a16:creationId xmlns:a16="http://schemas.microsoft.com/office/drawing/2014/main" id="{5331AF67-9864-1689-0A37-A32AD510ACC9}"/>
                    </a:ext>
                  </a:extLst>
                </p14:cNvPr>
                <p14:cNvContentPartPr/>
                <p14:nvPr/>
              </p14:nvContentPartPr>
              <p14:xfrm>
                <a:off x="3434826" y="3822850"/>
                <a:ext cx="140683" cy="35543"/>
              </p14:xfrm>
            </p:contentPart>
          </mc:Choice>
          <mc:Fallback xmlns="">
            <p:pic>
              <p:nvPicPr>
                <p:cNvPr id="647" name="Mürekkep 646">
                  <a:extLst>
                    <a:ext uri="{FF2B5EF4-FFF2-40B4-BE49-F238E27FC236}">
                      <a16:creationId xmlns:a16="http://schemas.microsoft.com/office/drawing/2014/main" id="{5331AF67-9864-1689-0A37-A32AD510ACC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98846" y="3787307"/>
                  <a:ext cx="212284" cy="106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49" name="Mürekkep 648">
                  <a:extLst>
                    <a:ext uri="{FF2B5EF4-FFF2-40B4-BE49-F238E27FC236}">
                      <a16:creationId xmlns:a16="http://schemas.microsoft.com/office/drawing/2014/main" id="{77A8E7B4-07DA-3295-7ABD-C01705A1A1B7}"/>
                    </a:ext>
                  </a:extLst>
                </p14:cNvPr>
                <p14:cNvContentPartPr/>
                <p14:nvPr/>
              </p14:nvContentPartPr>
              <p14:xfrm>
                <a:off x="3650325" y="3738093"/>
                <a:ext cx="45238" cy="115827"/>
              </p14:xfrm>
            </p:contentPart>
          </mc:Choice>
          <mc:Fallback xmlns="">
            <p:pic>
              <p:nvPicPr>
                <p:cNvPr id="649" name="Mürekkep 648">
                  <a:extLst>
                    <a:ext uri="{FF2B5EF4-FFF2-40B4-BE49-F238E27FC236}">
                      <a16:creationId xmlns:a16="http://schemas.microsoft.com/office/drawing/2014/main" id="{77A8E7B4-07DA-3295-7ABD-C01705A1A1B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614422" y="3702122"/>
                  <a:ext cx="116685" cy="1874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50" name="Mürekkep 649">
                  <a:extLst>
                    <a:ext uri="{FF2B5EF4-FFF2-40B4-BE49-F238E27FC236}">
                      <a16:creationId xmlns:a16="http://schemas.microsoft.com/office/drawing/2014/main" id="{9E5D8213-858E-C61B-C6E0-CDB4ED4F76A1}"/>
                    </a:ext>
                  </a:extLst>
                </p14:cNvPr>
                <p14:cNvContentPartPr/>
                <p14:nvPr/>
              </p14:nvContentPartPr>
              <p14:xfrm>
                <a:off x="3757703" y="3755740"/>
                <a:ext cx="33307" cy="95446"/>
              </p14:xfrm>
            </p:contentPart>
          </mc:Choice>
          <mc:Fallback xmlns="">
            <p:pic>
              <p:nvPicPr>
                <p:cNvPr id="650" name="Mürekkep 649">
                  <a:extLst>
                    <a:ext uri="{FF2B5EF4-FFF2-40B4-BE49-F238E27FC236}">
                      <a16:creationId xmlns:a16="http://schemas.microsoft.com/office/drawing/2014/main" id="{9E5D8213-858E-C61B-C6E0-CDB4ED4F76A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721889" y="3720217"/>
                  <a:ext cx="104577" cy="1668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51" name="Mürekkep 650">
                  <a:extLst>
                    <a:ext uri="{FF2B5EF4-FFF2-40B4-BE49-F238E27FC236}">
                      <a16:creationId xmlns:a16="http://schemas.microsoft.com/office/drawing/2014/main" id="{72F95F62-B578-A854-4DCA-E9108295384C}"/>
                    </a:ext>
                  </a:extLst>
                </p14:cNvPr>
                <p14:cNvContentPartPr/>
                <p14:nvPr/>
              </p14:nvContentPartPr>
              <p14:xfrm>
                <a:off x="3877755" y="3739584"/>
                <a:ext cx="128752" cy="97683"/>
              </p14:xfrm>
            </p:contentPart>
          </mc:Choice>
          <mc:Fallback xmlns="">
            <p:pic>
              <p:nvPicPr>
                <p:cNvPr id="651" name="Mürekkep 650">
                  <a:extLst>
                    <a:ext uri="{FF2B5EF4-FFF2-40B4-BE49-F238E27FC236}">
                      <a16:creationId xmlns:a16="http://schemas.microsoft.com/office/drawing/2014/main" id="{72F95F62-B578-A854-4DCA-E9108295384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842150" y="3703671"/>
                  <a:ext cx="200321" cy="169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53" name="Mürekkep 652">
                  <a:extLst>
                    <a:ext uri="{FF2B5EF4-FFF2-40B4-BE49-F238E27FC236}">
                      <a16:creationId xmlns:a16="http://schemas.microsoft.com/office/drawing/2014/main" id="{98D299ED-5E48-B10A-804E-F64941ADFEB6}"/>
                    </a:ext>
                  </a:extLst>
                </p14:cNvPr>
                <p14:cNvContentPartPr/>
                <p14:nvPr/>
              </p14:nvContentPartPr>
              <p14:xfrm>
                <a:off x="3980906" y="3585479"/>
                <a:ext cx="115579" cy="65619"/>
              </p14:xfrm>
            </p:contentPart>
          </mc:Choice>
          <mc:Fallback xmlns="">
            <p:pic>
              <p:nvPicPr>
                <p:cNvPr id="653" name="Mürekkep 652">
                  <a:extLst>
                    <a:ext uri="{FF2B5EF4-FFF2-40B4-BE49-F238E27FC236}">
                      <a16:creationId xmlns:a16="http://schemas.microsoft.com/office/drawing/2014/main" id="{98D299ED-5E48-B10A-804E-F64941ADFEB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945012" y="3549980"/>
                  <a:ext cx="187008" cy="1369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54" name="Mürekkep 653">
                  <a:extLst>
                    <a:ext uri="{FF2B5EF4-FFF2-40B4-BE49-F238E27FC236}">
                      <a16:creationId xmlns:a16="http://schemas.microsoft.com/office/drawing/2014/main" id="{195299A2-2052-77ED-0DC7-128B41DA55B9}"/>
                    </a:ext>
                  </a:extLst>
                </p14:cNvPr>
                <p14:cNvContentPartPr/>
                <p14:nvPr/>
              </p14:nvContentPartPr>
              <p14:xfrm>
                <a:off x="4204110" y="3714480"/>
                <a:ext cx="249" cy="136954"/>
              </p14:xfrm>
            </p:contentPart>
          </mc:Choice>
          <mc:Fallback xmlns="">
            <p:pic>
              <p:nvPicPr>
                <p:cNvPr id="654" name="Mürekkep 653">
                  <a:extLst>
                    <a:ext uri="{FF2B5EF4-FFF2-40B4-BE49-F238E27FC236}">
                      <a16:creationId xmlns:a16="http://schemas.microsoft.com/office/drawing/2014/main" id="{195299A2-2052-77ED-0DC7-128B41DA55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79210" y="3678534"/>
                  <a:ext cx="49800" cy="208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55" name="Mürekkep 654">
                  <a:extLst>
                    <a:ext uri="{FF2B5EF4-FFF2-40B4-BE49-F238E27FC236}">
                      <a16:creationId xmlns:a16="http://schemas.microsoft.com/office/drawing/2014/main" id="{519DD00C-C91A-90DC-3100-6BECB92E6284}"/>
                    </a:ext>
                  </a:extLst>
                </p14:cNvPr>
                <p14:cNvContentPartPr/>
                <p14:nvPr/>
              </p14:nvContentPartPr>
              <p14:xfrm>
                <a:off x="4171549" y="3786313"/>
                <a:ext cx="102902" cy="39769"/>
              </p14:xfrm>
            </p:contentPart>
          </mc:Choice>
          <mc:Fallback xmlns="">
            <p:pic>
              <p:nvPicPr>
                <p:cNvPr id="655" name="Mürekkep 654">
                  <a:extLst>
                    <a:ext uri="{FF2B5EF4-FFF2-40B4-BE49-F238E27FC236}">
                      <a16:creationId xmlns:a16="http://schemas.microsoft.com/office/drawing/2014/main" id="{519DD00C-C91A-90DC-3100-6BECB92E628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135569" y="3750485"/>
                  <a:ext cx="174502" cy="1110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656" name="Mürekkep 655">
                  <a:extLst>
                    <a:ext uri="{FF2B5EF4-FFF2-40B4-BE49-F238E27FC236}">
                      <a16:creationId xmlns:a16="http://schemas.microsoft.com/office/drawing/2014/main" id="{F424920A-C02A-4001-4A73-C0413DCF42A4}"/>
                    </a:ext>
                  </a:extLst>
                </p14:cNvPr>
                <p14:cNvContentPartPr/>
                <p14:nvPr/>
              </p14:nvContentPartPr>
              <p14:xfrm>
                <a:off x="4369401" y="3751018"/>
                <a:ext cx="5220" cy="82023"/>
              </p14:xfrm>
            </p:contentPart>
          </mc:Choice>
          <mc:Fallback xmlns="">
            <p:pic>
              <p:nvPicPr>
                <p:cNvPr id="656" name="Mürekkep 655">
                  <a:extLst>
                    <a:ext uri="{FF2B5EF4-FFF2-40B4-BE49-F238E27FC236}">
                      <a16:creationId xmlns:a16="http://schemas.microsoft.com/office/drawing/2014/main" id="{F424920A-C02A-4001-4A73-C0413DCF42A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334601" y="3715043"/>
                  <a:ext cx="74472" cy="153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657" name="Mürekkep 656">
                  <a:extLst>
                    <a:ext uri="{FF2B5EF4-FFF2-40B4-BE49-F238E27FC236}">
                      <a16:creationId xmlns:a16="http://schemas.microsoft.com/office/drawing/2014/main" id="{D4BB7D25-C2FA-A296-9AFC-08A73DBF4C28}"/>
                    </a:ext>
                  </a:extLst>
                </p14:cNvPr>
                <p14:cNvContentPartPr/>
                <p14:nvPr/>
              </p14:nvContentPartPr>
              <p14:xfrm>
                <a:off x="4472054" y="3671977"/>
                <a:ext cx="63133" cy="28335"/>
              </p14:xfrm>
            </p:contentPart>
          </mc:Choice>
          <mc:Fallback xmlns="">
            <p:pic>
              <p:nvPicPr>
                <p:cNvPr id="657" name="Mürekkep 656">
                  <a:extLst>
                    <a:ext uri="{FF2B5EF4-FFF2-40B4-BE49-F238E27FC236}">
                      <a16:creationId xmlns:a16="http://schemas.microsoft.com/office/drawing/2014/main" id="{D4BB7D25-C2FA-A296-9AFC-08A73DBF4C2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436339" y="3636469"/>
                  <a:ext cx="134924" cy="99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658" name="Mürekkep 657">
                  <a:extLst>
                    <a:ext uri="{FF2B5EF4-FFF2-40B4-BE49-F238E27FC236}">
                      <a16:creationId xmlns:a16="http://schemas.microsoft.com/office/drawing/2014/main" id="{C079BCC9-4BFA-A1CF-C466-937C89FB262E}"/>
                    </a:ext>
                  </a:extLst>
                </p14:cNvPr>
                <p14:cNvContentPartPr/>
                <p14:nvPr/>
              </p14:nvContentPartPr>
              <p14:xfrm>
                <a:off x="4464598" y="3707272"/>
                <a:ext cx="95446" cy="123035"/>
              </p14:xfrm>
            </p:contentPart>
          </mc:Choice>
          <mc:Fallback xmlns="">
            <p:pic>
              <p:nvPicPr>
                <p:cNvPr id="658" name="Mürekkep 657">
                  <a:extLst>
                    <a:ext uri="{FF2B5EF4-FFF2-40B4-BE49-F238E27FC236}">
                      <a16:creationId xmlns:a16="http://schemas.microsoft.com/office/drawing/2014/main" id="{C079BCC9-4BFA-A1CF-C466-937C89FB262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428716" y="3671657"/>
                  <a:ext cx="166851" cy="1946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59" name="Mürekkep 658">
                  <a:extLst>
                    <a:ext uri="{FF2B5EF4-FFF2-40B4-BE49-F238E27FC236}">
                      <a16:creationId xmlns:a16="http://schemas.microsoft.com/office/drawing/2014/main" id="{AC719413-7A73-1943-7E59-B0B3AF813192}"/>
                    </a:ext>
                  </a:extLst>
                </p14:cNvPr>
                <p14:cNvContentPartPr/>
                <p14:nvPr/>
              </p14:nvContentPartPr>
              <p14:xfrm>
                <a:off x="4610004" y="3676451"/>
                <a:ext cx="32810" cy="124279"/>
              </p14:xfrm>
            </p:contentPart>
          </mc:Choice>
          <mc:Fallback xmlns="">
            <p:pic>
              <p:nvPicPr>
                <p:cNvPr id="659" name="Mürekkep 658">
                  <a:extLst>
                    <a:ext uri="{FF2B5EF4-FFF2-40B4-BE49-F238E27FC236}">
                      <a16:creationId xmlns:a16="http://schemas.microsoft.com/office/drawing/2014/main" id="{AC719413-7A73-1943-7E59-B0B3AF8131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73949" y="3640532"/>
                  <a:ext cx="104559" cy="195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660" name="Mürekkep 659">
                  <a:extLst>
                    <a:ext uri="{FF2B5EF4-FFF2-40B4-BE49-F238E27FC236}">
                      <a16:creationId xmlns:a16="http://schemas.microsoft.com/office/drawing/2014/main" id="{D94048D3-9247-F679-251D-4191C88A1AF7}"/>
                    </a:ext>
                  </a:extLst>
                </p14:cNvPr>
                <p14:cNvContentPartPr/>
                <p14:nvPr/>
              </p14:nvContentPartPr>
              <p14:xfrm>
                <a:off x="4699981" y="3604369"/>
                <a:ext cx="170758" cy="108371"/>
              </p14:xfrm>
            </p:contentPart>
          </mc:Choice>
          <mc:Fallback xmlns="">
            <p:pic>
              <p:nvPicPr>
                <p:cNvPr id="660" name="Mürekkep 659">
                  <a:extLst>
                    <a:ext uri="{FF2B5EF4-FFF2-40B4-BE49-F238E27FC236}">
                      <a16:creationId xmlns:a16="http://schemas.microsoft.com/office/drawing/2014/main" id="{D94048D3-9247-F679-251D-4191C88A1A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664032" y="3568365"/>
                  <a:ext cx="242297" cy="180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662" name="Mürekkep 661">
                  <a:extLst>
                    <a:ext uri="{FF2B5EF4-FFF2-40B4-BE49-F238E27FC236}">
                      <a16:creationId xmlns:a16="http://schemas.microsoft.com/office/drawing/2014/main" id="{E689AC0E-D32E-9E67-5CB3-D6436A3FB5EC}"/>
                    </a:ext>
                  </a:extLst>
                </p14:cNvPr>
                <p14:cNvContentPartPr/>
                <p14:nvPr/>
              </p14:nvContentPartPr>
              <p14:xfrm>
                <a:off x="2001399" y="3873059"/>
                <a:ext cx="2877295" cy="113590"/>
              </p14:xfrm>
            </p:contentPart>
          </mc:Choice>
          <mc:Fallback xmlns="">
            <p:pic>
              <p:nvPicPr>
                <p:cNvPr id="662" name="Mürekkep 661">
                  <a:extLst>
                    <a:ext uri="{FF2B5EF4-FFF2-40B4-BE49-F238E27FC236}">
                      <a16:creationId xmlns:a16="http://schemas.microsoft.com/office/drawing/2014/main" id="{E689AC0E-D32E-9E67-5CB3-D6436A3FB5E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965401" y="3837113"/>
                  <a:ext cx="2948930" cy="1851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664" name="Mürekkep 663">
                  <a:extLst>
                    <a:ext uri="{FF2B5EF4-FFF2-40B4-BE49-F238E27FC236}">
                      <a16:creationId xmlns:a16="http://schemas.microsoft.com/office/drawing/2014/main" id="{BCEA348A-29A2-6701-4C8F-7F42B57FA3EE}"/>
                    </a:ext>
                  </a:extLst>
                </p14:cNvPr>
                <p14:cNvContentPartPr/>
                <p14:nvPr/>
              </p14:nvContentPartPr>
              <p14:xfrm>
                <a:off x="3191738" y="4044067"/>
                <a:ext cx="153111" cy="144162"/>
              </p14:xfrm>
            </p:contentPart>
          </mc:Choice>
          <mc:Fallback xmlns="">
            <p:pic>
              <p:nvPicPr>
                <p:cNvPr id="664" name="Mürekkep 663">
                  <a:extLst>
                    <a:ext uri="{FF2B5EF4-FFF2-40B4-BE49-F238E27FC236}">
                      <a16:creationId xmlns:a16="http://schemas.microsoft.com/office/drawing/2014/main" id="{BCEA348A-29A2-6701-4C8F-7F42B57FA3E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156156" y="4008116"/>
                  <a:ext cx="224635" cy="21570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666" name="Mürekkep 665">
                <a:extLst>
                  <a:ext uri="{FF2B5EF4-FFF2-40B4-BE49-F238E27FC236}">
                    <a16:creationId xmlns:a16="http://schemas.microsoft.com/office/drawing/2014/main" id="{66933A5D-C484-CA0E-77B2-C575A9A53496}"/>
                  </a:ext>
                </a:extLst>
              </p14:cNvPr>
              <p14:cNvContentPartPr/>
              <p14:nvPr/>
            </p14:nvContentPartPr>
            <p14:xfrm>
              <a:off x="5031805" y="3869330"/>
              <a:ext cx="170014" cy="17648"/>
            </p14:xfrm>
          </p:contentPart>
        </mc:Choice>
        <mc:Fallback xmlns="">
          <p:pic>
            <p:nvPicPr>
              <p:cNvPr id="666" name="Mürekkep 665">
                <a:extLst>
                  <a:ext uri="{FF2B5EF4-FFF2-40B4-BE49-F238E27FC236}">
                    <a16:creationId xmlns:a16="http://schemas.microsoft.com/office/drawing/2014/main" id="{66933A5D-C484-CA0E-77B2-C575A9A53496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995861" y="3833674"/>
                <a:ext cx="241542" cy="8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1" name="Grup 680">
            <a:extLst>
              <a:ext uri="{FF2B5EF4-FFF2-40B4-BE49-F238E27FC236}">
                <a16:creationId xmlns:a16="http://schemas.microsoft.com/office/drawing/2014/main" id="{4D10C4C4-5DCC-1B49-4F9B-035D2066F4F5}"/>
              </a:ext>
            </a:extLst>
          </p:cNvPr>
          <p:cNvGrpSpPr/>
          <p:nvPr/>
        </p:nvGrpSpPr>
        <p:grpSpPr>
          <a:xfrm>
            <a:off x="5223691" y="3736849"/>
            <a:ext cx="1155541" cy="239859"/>
            <a:chOff x="5223691" y="3736849"/>
            <a:chExt cx="1155541" cy="23985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667" name="Mürekkep 666">
                  <a:extLst>
                    <a:ext uri="{FF2B5EF4-FFF2-40B4-BE49-F238E27FC236}">
                      <a16:creationId xmlns:a16="http://schemas.microsoft.com/office/drawing/2014/main" id="{CEC99F59-42C0-B26C-5B21-E89C89679BB6}"/>
                    </a:ext>
                  </a:extLst>
                </p14:cNvPr>
                <p14:cNvContentPartPr/>
                <p14:nvPr/>
              </p14:nvContentPartPr>
              <p14:xfrm>
                <a:off x="5223691" y="3760960"/>
                <a:ext cx="151372" cy="158081"/>
              </p14:xfrm>
            </p:contentPart>
          </mc:Choice>
          <mc:Fallback xmlns="">
            <p:pic>
              <p:nvPicPr>
                <p:cNvPr id="667" name="Mürekkep 666">
                  <a:extLst>
                    <a:ext uri="{FF2B5EF4-FFF2-40B4-BE49-F238E27FC236}">
                      <a16:creationId xmlns:a16="http://schemas.microsoft.com/office/drawing/2014/main" id="{CEC99F59-42C0-B26C-5B21-E89C89679BB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187736" y="3724951"/>
                  <a:ext cx="222923" cy="229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668" name="Mürekkep 667">
                  <a:extLst>
                    <a:ext uri="{FF2B5EF4-FFF2-40B4-BE49-F238E27FC236}">
                      <a16:creationId xmlns:a16="http://schemas.microsoft.com/office/drawing/2014/main" id="{0184F956-2EDF-0766-A47C-3E50ED359364}"/>
                    </a:ext>
                  </a:extLst>
                </p14:cNvPr>
                <p14:cNvContentPartPr/>
                <p14:nvPr/>
              </p14:nvContentPartPr>
              <p14:xfrm>
                <a:off x="5411849" y="3765186"/>
                <a:ext cx="102902" cy="147146"/>
              </p14:xfrm>
            </p:contentPart>
          </mc:Choice>
          <mc:Fallback xmlns="">
            <p:pic>
              <p:nvPicPr>
                <p:cNvPr id="668" name="Mürekkep 667">
                  <a:extLst>
                    <a:ext uri="{FF2B5EF4-FFF2-40B4-BE49-F238E27FC236}">
                      <a16:creationId xmlns:a16="http://schemas.microsoft.com/office/drawing/2014/main" id="{0184F956-2EDF-0766-A47C-3E50ED35936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75869" y="3729209"/>
                  <a:ext cx="174502" cy="218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670" name="Mürekkep 669">
                  <a:extLst>
                    <a:ext uri="{FF2B5EF4-FFF2-40B4-BE49-F238E27FC236}">
                      <a16:creationId xmlns:a16="http://schemas.microsoft.com/office/drawing/2014/main" id="{CAB9A747-44DA-2F8C-56D1-EBE03123D8CD}"/>
                    </a:ext>
                  </a:extLst>
                </p14:cNvPr>
                <p14:cNvContentPartPr/>
                <p14:nvPr/>
              </p14:nvContentPartPr>
              <p14:xfrm>
                <a:off x="5551786" y="3779353"/>
                <a:ext cx="59157" cy="139689"/>
              </p14:xfrm>
            </p:contentPart>
          </mc:Choice>
          <mc:Fallback xmlns="">
            <p:pic>
              <p:nvPicPr>
                <p:cNvPr id="670" name="Mürekkep 669">
                  <a:extLst>
                    <a:ext uri="{FF2B5EF4-FFF2-40B4-BE49-F238E27FC236}">
                      <a16:creationId xmlns:a16="http://schemas.microsoft.com/office/drawing/2014/main" id="{CAB9A747-44DA-2F8C-56D1-EBE03123D8C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15715" y="3743443"/>
                  <a:ext cx="130939" cy="211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671" name="Mürekkep 670">
                  <a:extLst>
                    <a:ext uri="{FF2B5EF4-FFF2-40B4-BE49-F238E27FC236}">
                      <a16:creationId xmlns:a16="http://schemas.microsoft.com/office/drawing/2014/main" id="{D55BDBDA-73C7-49DF-AB09-B3EC67146BEB}"/>
                    </a:ext>
                  </a:extLst>
                </p14:cNvPr>
                <p14:cNvContentPartPr/>
                <p14:nvPr/>
              </p14:nvContentPartPr>
              <p14:xfrm>
                <a:off x="5572168" y="3865106"/>
                <a:ext cx="70341" cy="249"/>
              </p14:xfrm>
            </p:contentPart>
          </mc:Choice>
          <mc:Fallback xmlns="">
            <p:pic>
              <p:nvPicPr>
                <p:cNvPr id="671" name="Mürekkep 670">
                  <a:extLst>
                    <a:ext uri="{FF2B5EF4-FFF2-40B4-BE49-F238E27FC236}">
                      <a16:creationId xmlns:a16="http://schemas.microsoft.com/office/drawing/2014/main" id="{D55BDBDA-73C7-49DF-AB09-B3EC67146BE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536280" y="3840455"/>
                  <a:ext cx="141759" cy="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672" name="Mürekkep 671">
                  <a:extLst>
                    <a:ext uri="{FF2B5EF4-FFF2-40B4-BE49-F238E27FC236}">
                      <a16:creationId xmlns:a16="http://schemas.microsoft.com/office/drawing/2014/main" id="{B82F409B-4DAA-28ED-B3CA-7B2AE4C15C5A}"/>
                    </a:ext>
                  </a:extLst>
                </p14:cNvPr>
                <p14:cNvContentPartPr/>
                <p14:nvPr/>
              </p14:nvContentPartPr>
              <p14:xfrm>
                <a:off x="5679544" y="3796753"/>
                <a:ext cx="75810" cy="115330"/>
              </p14:xfrm>
            </p:contentPart>
          </mc:Choice>
          <mc:Fallback xmlns="">
            <p:pic>
              <p:nvPicPr>
                <p:cNvPr id="672" name="Mürekkep 671">
                  <a:extLst>
                    <a:ext uri="{FF2B5EF4-FFF2-40B4-BE49-F238E27FC236}">
                      <a16:creationId xmlns:a16="http://schemas.microsoft.com/office/drawing/2014/main" id="{B82F409B-4DAA-28ED-B3CA-7B2AE4C15C5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643974" y="3760825"/>
                  <a:ext cx="147309" cy="186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673" name="Mürekkep 672">
                  <a:extLst>
                    <a:ext uri="{FF2B5EF4-FFF2-40B4-BE49-F238E27FC236}">
                      <a16:creationId xmlns:a16="http://schemas.microsoft.com/office/drawing/2014/main" id="{3F2A2EB7-81F2-7AF1-03BB-4D170DB222DF}"/>
                    </a:ext>
                  </a:extLst>
                </p14:cNvPr>
                <p14:cNvContentPartPr/>
                <p14:nvPr/>
              </p14:nvContentPartPr>
              <p14:xfrm>
                <a:off x="5692468" y="3846961"/>
                <a:ext cx="83019" cy="18642"/>
              </p14:xfrm>
            </p:contentPart>
          </mc:Choice>
          <mc:Fallback xmlns="">
            <p:pic>
              <p:nvPicPr>
                <p:cNvPr id="673" name="Mürekkep 672">
                  <a:extLst>
                    <a:ext uri="{FF2B5EF4-FFF2-40B4-BE49-F238E27FC236}">
                      <a16:creationId xmlns:a16="http://schemas.microsoft.com/office/drawing/2014/main" id="{3F2A2EB7-81F2-7AF1-03BB-4D170DB222D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656529" y="3811111"/>
                  <a:ext cx="154538" cy="89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674" name="Mürekkep 673">
                  <a:extLst>
                    <a:ext uri="{FF2B5EF4-FFF2-40B4-BE49-F238E27FC236}">
                      <a16:creationId xmlns:a16="http://schemas.microsoft.com/office/drawing/2014/main" id="{0B5A20FD-F9BD-82A5-0CE9-D6EFA57D9669}"/>
                    </a:ext>
                  </a:extLst>
                </p14:cNvPr>
                <p14:cNvContentPartPr/>
                <p14:nvPr/>
              </p14:nvContentPartPr>
              <p14:xfrm>
                <a:off x="5807054" y="3737099"/>
                <a:ext cx="133724" cy="168770"/>
              </p14:xfrm>
            </p:contentPart>
          </mc:Choice>
          <mc:Fallback xmlns="">
            <p:pic>
              <p:nvPicPr>
                <p:cNvPr id="674" name="Mürekkep 673">
                  <a:extLst>
                    <a:ext uri="{FF2B5EF4-FFF2-40B4-BE49-F238E27FC236}">
                      <a16:creationId xmlns:a16="http://schemas.microsoft.com/office/drawing/2014/main" id="{0B5A20FD-F9BD-82A5-0CE9-D6EFA57D966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771107" y="3701114"/>
                  <a:ext cx="205259" cy="240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675" name="Mürekkep 674">
                  <a:extLst>
                    <a:ext uri="{FF2B5EF4-FFF2-40B4-BE49-F238E27FC236}">
                      <a16:creationId xmlns:a16="http://schemas.microsoft.com/office/drawing/2014/main" id="{77B6BB88-BF6A-17F9-1139-71302A9DD638}"/>
                    </a:ext>
                  </a:extLst>
                </p14:cNvPr>
                <p14:cNvContentPartPr/>
                <p14:nvPr/>
              </p14:nvContentPartPr>
              <p14:xfrm>
                <a:off x="6003165" y="3879273"/>
                <a:ext cx="52943" cy="97435"/>
              </p14:xfrm>
            </p:contentPart>
          </mc:Choice>
          <mc:Fallback xmlns="">
            <p:pic>
              <p:nvPicPr>
                <p:cNvPr id="675" name="Mürekkep 674">
                  <a:extLst>
                    <a:ext uri="{FF2B5EF4-FFF2-40B4-BE49-F238E27FC236}">
                      <a16:creationId xmlns:a16="http://schemas.microsoft.com/office/drawing/2014/main" id="{77B6BB88-BF6A-17F9-1139-71302A9DD63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967149" y="3843319"/>
                  <a:ext cx="124614" cy="1689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677" name="Mürekkep 676">
                  <a:extLst>
                    <a:ext uri="{FF2B5EF4-FFF2-40B4-BE49-F238E27FC236}">
                      <a16:creationId xmlns:a16="http://schemas.microsoft.com/office/drawing/2014/main" id="{010097B7-DFE0-F346-6125-2E5E12D1133B}"/>
                    </a:ext>
                  </a:extLst>
                </p14:cNvPr>
                <p14:cNvContentPartPr/>
                <p14:nvPr/>
              </p14:nvContentPartPr>
              <p14:xfrm>
                <a:off x="6125952" y="3751018"/>
                <a:ext cx="145655" cy="133475"/>
              </p14:xfrm>
            </p:contentPart>
          </mc:Choice>
          <mc:Fallback xmlns="">
            <p:pic>
              <p:nvPicPr>
                <p:cNvPr id="677" name="Mürekkep 676">
                  <a:extLst>
                    <a:ext uri="{FF2B5EF4-FFF2-40B4-BE49-F238E27FC236}">
                      <a16:creationId xmlns:a16="http://schemas.microsoft.com/office/drawing/2014/main" id="{010097B7-DFE0-F346-6125-2E5E12D1133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089988" y="3715041"/>
                  <a:ext cx="217224" cy="205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678" name="Mürekkep 677">
                  <a:extLst>
                    <a:ext uri="{FF2B5EF4-FFF2-40B4-BE49-F238E27FC236}">
                      <a16:creationId xmlns:a16="http://schemas.microsoft.com/office/drawing/2014/main" id="{4AE20DA1-AD71-EE22-38E3-D2C5E1FCB6B8}"/>
                    </a:ext>
                  </a:extLst>
                </p14:cNvPr>
                <p14:cNvContentPartPr/>
                <p14:nvPr/>
              </p14:nvContentPartPr>
              <p14:xfrm>
                <a:off x="6291243" y="3736849"/>
                <a:ext cx="87989" cy="14416"/>
              </p14:xfrm>
            </p:contentPart>
          </mc:Choice>
          <mc:Fallback xmlns="">
            <p:pic>
              <p:nvPicPr>
                <p:cNvPr id="678" name="Mürekkep 677">
                  <a:extLst>
                    <a:ext uri="{FF2B5EF4-FFF2-40B4-BE49-F238E27FC236}">
                      <a16:creationId xmlns:a16="http://schemas.microsoft.com/office/drawing/2014/main" id="{4AE20DA1-AD71-EE22-38E3-D2C5E1FCB6B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255329" y="3701169"/>
                  <a:ext cx="159458" cy="86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679" name="Mürekkep 678">
                  <a:extLst>
                    <a:ext uri="{FF2B5EF4-FFF2-40B4-BE49-F238E27FC236}">
                      <a16:creationId xmlns:a16="http://schemas.microsoft.com/office/drawing/2014/main" id="{10F04CCF-7EC9-97B5-1E31-D97F328B3FC3}"/>
                    </a:ext>
                  </a:extLst>
                </p14:cNvPr>
                <p14:cNvContentPartPr/>
                <p14:nvPr/>
              </p14:nvContentPartPr>
              <p14:xfrm>
                <a:off x="6296214" y="3765186"/>
                <a:ext cx="70839" cy="144162"/>
              </p14:xfrm>
            </p:contentPart>
          </mc:Choice>
          <mc:Fallback xmlns="">
            <p:pic>
              <p:nvPicPr>
                <p:cNvPr id="679" name="Mürekkep 678">
                  <a:extLst>
                    <a:ext uri="{FF2B5EF4-FFF2-40B4-BE49-F238E27FC236}">
                      <a16:creationId xmlns:a16="http://schemas.microsoft.com/office/drawing/2014/main" id="{10F04CCF-7EC9-97B5-1E31-D97F328B3FC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60255" y="3729235"/>
                  <a:ext cx="142397" cy="21570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680" name="Mürekkep 679">
                <a:extLst>
                  <a:ext uri="{FF2B5EF4-FFF2-40B4-BE49-F238E27FC236}">
                    <a16:creationId xmlns:a16="http://schemas.microsoft.com/office/drawing/2014/main" id="{123600E5-8C6E-C19B-AE58-7B79FA62B10B}"/>
                  </a:ext>
                </a:extLst>
              </p14:cNvPr>
              <p14:cNvContentPartPr/>
              <p14:nvPr/>
            </p14:nvContentPartPr>
            <p14:xfrm>
              <a:off x="6531846" y="3786313"/>
              <a:ext cx="120799" cy="4474"/>
            </p14:xfrm>
          </p:contentPart>
        </mc:Choice>
        <mc:Fallback xmlns="">
          <p:pic>
            <p:nvPicPr>
              <p:cNvPr id="680" name="Mürekkep 679">
                <a:extLst>
                  <a:ext uri="{FF2B5EF4-FFF2-40B4-BE49-F238E27FC236}">
                    <a16:creationId xmlns:a16="http://schemas.microsoft.com/office/drawing/2014/main" id="{123600E5-8C6E-C19B-AE58-7B79FA62B10B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495894" y="3751898"/>
                <a:ext cx="192344" cy="72961"/>
              </a:xfrm>
              <a:prstGeom prst="rect">
                <a:avLst/>
              </a:prstGeom>
            </p:spPr>
          </p:pic>
        </mc:Fallback>
      </mc:AlternateContent>
      <p:grpSp>
        <p:nvGrpSpPr>
          <p:cNvPr id="710" name="Grup 709">
            <a:extLst>
              <a:ext uri="{FF2B5EF4-FFF2-40B4-BE49-F238E27FC236}">
                <a16:creationId xmlns:a16="http://schemas.microsoft.com/office/drawing/2014/main" id="{3FF00895-1F99-F6A2-0116-305860B36EC9}"/>
              </a:ext>
            </a:extLst>
          </p:cNvPr>
          <p:cNvGrpSpPr/>
          <p:nvPr/>
        </p:nvGrpSpPr>
        <p:grpSpPr>
          <a:xfrm>
            <a:off x="6787114" y="3672225"/>
            <a:ext cx="732496" cy="207297"/>
            <a:chOff x="6787114" y="3672225"/>
            <a:chExt cx="732496" cy="2072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682" name="Mürekkep 681">
                  <a:extLst>
                    <a:ext uri="{FF2B5EF4-FFF2-40B4-BE49-F238E27FC236}">
                      <a16:creationId xmlns:a16="http://schemas.microsoft.com/office/drawing/2014/main" id="{05317645-C5EE-D2D8-F475-57A5D7C2BF9F}"/>
                    </a:ext>
                  </a:extLst>
                </p14:cNvPr>
                <p14:cNvContentPartPr/>
                <p14:nvPr/>
              </p14:nvContentPartPr>
              <p14:xfrm>
                <a:off x="6787114" y="3678439"/>
                <a:ext cx="88486" cy="191141"/>
              </p14:xfrm>
            </p:contentPart>
          </mc:Choice>
          <mc:Fallback xmlns="">
            <p:pic>
              <p:nvPicPr>
                <p:cNvPr id="682" name="Mürekkep 681">
                  <a:extLst>
                    <a:ext uri="{FF2B5EF4-FFF2-40B4-BE49-F238E27FC236}">
                      <a16:creationId xmlns:a16="http://schemas.microsoft.com/office/drawing/2014/main" id="{05317645-C5EE-D2D8-F475-57A5D7C2BF9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751504" y="3642870"/>
                  <a:ext cx="160066" cy="262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683" name="Mürekkep 682">
                  <a:extLst>
                    <a:ext uri="{FF2B5EF4-FFF2-40B4-BE49-F238E27FC236}">
                      <a16:creationId xmlns:a16="http://schemas.microsoft.com/office/drawing/2014/main" id="{75C17A49-5EFF-DB2C-BBD8-1990CB044748}"/>
                    </a:ext>
                  </a:extLst>
                </p14:cNvPr>
                <p14:cNvContentPartPr/>
                <p14:nvPr/>
              </p14:nvContentPartPr>
              <p14:xfrm>
                <a:off x="6927548" y="3707272"/>
                <a:ext cx="95446" cy="172250"/>
              </p14:xfrm>
            </p:contentPart>
          </mc:Choice>
          <mc:Fallback xmlns="">
            <p:pic>
              <p:nvPicPr>
                <p:cNvPr id="683" name="Mürekkep 682">
                  <a:extLst>
                    <a:ext uri="{FF2B5EF4-FFF2-40B4-BE49-F238E27FC236}">
                      <a16:creationId xmlns:a16="http://schemas.microsoft.com/office/drawing/2014/main" id="{75C17A49-5EFF-DB2C-BBD8-1990CB04474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891666" y="3671671"/>
                  <a:ext cx="166851" cy="243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684" name="Mürekkep 683">
                  <a:extLst>
                    <a:ext uri="{FF2B5EF4-FFF2-40B4-BE49-F238E27FC236}">
                      <a16:creationId xmlns:a16="http://schemas.microsoft.com/office/drawing/2014/main" id="{FDA5D6C4-C1A2-342D-D98C-9DDEE5534EC2}"/>
                    </a:ext>
                  </a:extLst>
                </p14:cNvPr>
                <p14:cNvContentPartPr/>
                <p14:nvPr/>
              </p14:nvContentPartPr>
              <p14:xfrm>
                <a:off x="7072954" y="3707272"/>
                <a:ext cx="103151" cy="162307"/>
              </p14:xfrm>
            </p:contentPart>
          </mc:Choice>
          <mc:Fallback xmlns="">
            <p:pic>
              <p:nvPicPr>
                <p:cNvPr id="684" name="Mürekkep 683">
                  <a:extLst>
                    <a:ext uri="{FF2B5EF4-FFF2-40B4-BE49-F238E27FC236}">
                      <a16:creationId xmlns:a16="http://schemas.microsoft.com/office/drawing/2014/main" id="{FDA5D6C4-C1A2-342D-D98C-9DDEE5534EC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037013" y="3671644"/>
                  <a:ext cx="174674" cy="233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685" name="Mürekkep 684">
                  <a:extLst>
                    <a:ext uri="{FF2B5EF4-FFF2-40B4-BE49-F238E27FC236}">
                      <a16:creationId xmlns:a16="http://schemas.microsoft.com/office/drawing/2014/main" id="{4FBF8008-0E45-7F80-5F1B-ED5DBDD9051A}"/>
                    </a:ext>
                  </a:extLst>
                </p14:cNvPr>
                <p14:cNvContentPartPr/>
                <p14:nvPr/>
              </p14:nvContentPartPr>
              <p14:xfrm>
                <a:off x="7218360" y="3699815"/>
                <a:ext cx="78047" cy="23115"/>
              </p14:xfrm>
            </p:contentPart>
          </mc:Choice>
          <mc:Fallback xmlns="">
            <p:pic>
              <p:nvPicPr>
                <p:cNvPr id="685" name="Mürekkep 684">
                  <a:extLst>
                    <a:ext uri="{FF2B5EF4-FFF2-40B4-BE49-F238E27FC236}">
                      <a16:creationId xmlns:a16="http://schemas.microsoft.com/office/drawing/2014/main" id="{4FBF8008-0E45-7F80-5F1B-ED5DBDD9051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182394" y="3664609"/>
                  <a:ext cx="149620" cy="938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686" name="Mürekkep 685">
                  <a:extLst>
                    <a:ext uri="{FF2B5EF4-FFF2-40B4-BE49-F238E27FC236}">
                      <a16:creationId xmlns:a16="http://schemas.microsoft.com/office/drawing/2014/main" id="{1E60B348-ED55-9909-A279-E24290B0941F}"/>
                    </a:ext>
                  </a:extLst>
                </p14:cNvPr>
                <p14:cNvContentPartPr/>
                <p14:nvPr/>
              </p14:nvContentPartPr>
              <p14:xfrm>
                <a:off x="7230042" y="3714480"/>
                <a:ext cx="79538" cy="155348"/>
              </p14:xfrm>
            </p:contentPart>
          </mc:Choice>
          <mc:Fallback xmlns="">
            <p:pic>
              <p:nvPicPr>
                <p:cNvPr id="686" name="Mürekkep 685">
                  <a:extLst>
                    <a:ext uri="{FF2B5EF4-FFF2-40B4-BE49-F238E27FC236}">
                      <a16:creationId xmlns:a16="http://schemas.microsoft.com/office/drawing/2014/main" id="{1E60B348-ED55-9909-A279-E24290B0941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94052" y="3678520"/>
                  <a:ext cx="151158" cy="226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687" name="Mürekkep 686">
                  <a:extLst>
                    <a:ext uri="{FF2B5EF4-FFF2-40B4-BE49-F238E27FC236}">
                      <a16:creationId xmlns:a16="http://schemas.microsoft.com/office/drawing/2014/main" id="{CEC92F54-AE79-3E4E-A085-7DBB4F68C1EA}"/>
                    </a:ext>
                  </a:extLst>
                </p14:cNvPr>
                <p14:cNvContentPartPr/>
                <p14:nvPr/>
              </p14:nvContentPartPr>
              <p14:xfrm>
                <a:off x="7383650" y="3672225"/>
                <a:ext cx="135960" cy="179210"/>
              </p14:xfrm>
            </p:contentPart>
          </mc:Choice>
          <mc:Fallback xmlns="">
            <p:pic>
              <p:nvPicPr>
                <p:cNvPr id="687" name="Mürekkep 686">
                  <a:extLst>
                    <a:ext uri="{FF2B5EF4-FFF2-40B4-BE49-F238E27FC236}">
                      <a16:creationId xmlns:a16="http://schemas.microsoft.com/office/drawing/2014/main" id="{CEC92F54-AE79-3E4E-A085-7DBB4F68C1E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347682" y="3636239"/>
                  <a:ext cx="207537" cy="25082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724" name="Mürekkep 723">
                <a:extLst>
                  <a:ext uri="{FF2B5EF4-FFF2-40B4-BE49-F238E27FC236}">
                    <a16:creationId xmlns:a16="http://schemas.microsoft.com/office/drawing/2014/main" id="{69889EFF-B6A4-34A5-CED3-D8D0789E8227}"/>
                  </a:ext>
                </a:extLst>
              </p14:cNvPr>
              <p14:cNvContentPartPr/>
              <p14:nvPr/>
            </p14:nvContentPartPr>
            <p14:xfrm>
              <a:off x="7563937" y="3795101"/>
              <a:ext cx="36720" cy="135000"/>
            </p14:xfrm>
          </p:contentPart>
        </mc:Choice>
        <mc:Fallback xmlns="">
          <p:pic>
            <p:nvPicPr>
              <p:cNvPr id="724" name="Mürekkep 723">
                <a:extLst>
                  <a:ext uri="{FF2B5EF4-FFF2-40B4-BE49-F238E27FC236}">
                    <a16:creationId xmlns:a16="http://schemas.microsoft.com/office/drawing/2014/main" id="{69889EFF-B6A4-34A5-CED3-D8D0789E8227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527937" y="3759461"/>
                <a:ext cx="1083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725" name="Mürekkep 724">
                <a:extLst>
                  <a:ext uri="{FF2B5EF4-FFF2-40B4-BE49-F238E27FC236}">
                    <a16:creationId xmlns:a16="http://schemas.microsoft.com/office/drawing/2014/main" id="{5D865CE9-7952-3D5F-7A48-E1215A278AFA}"/>
                  </a:ext>
                </a:extLst>
              </p14:cNvPr>
              <p14:cNvContentPartPr/>
              <p14:nvPr/>
            </p14:nvContentPartPr>
            <p14:xfrm>
              <a:off x="7618297" y="3701141"/>
              <a:ext cx="178200" cy="155880"/>
            </p14:xfrm>
          </p:contentPart>
        </mc:Choice>
        <mc:Fallback xmlns="">
          <p:pic>
            <p:nvPicPr>
              <p:cNvPr id="725" name="Mürekkep 724">
                <a:extLst>
                  <a:ext uri="{FF2B5EF4-FFF2-40B4-BE49-F238E27FC236}">
                    <a16:creationId xmlns:a16="http://schemas.microsoft.com/office/drawing/2014/main" id="{5D865CE9-7952-3D5F-7A48-E1215A278AFA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582297" y="3665501"/>
                <a:ext cx="249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726" name="Mürekkep 725">
                <a:extLst>
                  <a:ext uri="{FF2B5EF4-FFF2-40B4-BE49-F238E27FC236}">
                    <a16:creationId xmlns:a16="http://schemas.microsoft.com/office/drawing/2014/main" id="{2CA4B531-67FD-B6AA-17B0-FAB43B88E94D}"/>
                  </a:ext>
                </a:extLst>
              </p14:cNvPr>
              <p14:cNvContentPartPr/>
              <p14:nvPr/>
            </p14:nvContentPartPr>
            <p14:xfrm>
              <a:off x="7796137" y="3674861"/>
              <a:ext cx="89280" cy="16560"/>
            </p14:xfrm>
          </p:contentPart>
        </mc:Choice>
        <mc:Fallback xmlns="">
          <p:pic>
            <p:nvPicPr>
              <p:cNvPr id="726" name="Mürekkep 725">
                <a:extLst>
                  <a:ext uri="{FF2B5EF4-FFF2-40B4-BE49-F238E27FC236}">
                    <a16:creationId xmlns:a16="http://schemas.microsoft.com/office/drawing/2014/main" id="{2CA4B531-67FD-B6AA-17B0-FAB43B88E94D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760137" y="3638861"/>
                <a:ext cx="16092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727" name="Mürekkep 726">
                <a:extLst>
                  <a:ext uri="{FF2B5EF4-FFF2-40B4-BE49-F238E27FC236}">
                    <a16:creationId xmlns:a16="http://schemas.microsoft.com/office/drawing/2014/main" id="{1F1CEC9C-839A-0B45-76DC-FE19210CCC43}"/>
                  </a:ext>
                </a:extLst>
              </p14:cNvPr>
              <p14:cNvContentPartPr/>
              <p14:nvPr/>
            </p14:nvContentPartPr>
            <p14:xfrm>
              <a:off x="7796137" y="3727781"/>
              <a:ext cx="91800" cy="128880"/>
            </p14:xfrm>
          </p:contentPart>
        </mc:Choice>
        <mc:Fallback xmlns="">
          <p:pic>
            <p:nvPicPr>
              <p:cNvPr id="727" name="Mürekkep 726">
                <a:extLst>
                  <a:ext uri="{FF2B5EF4-FFF2-40B4-BE49-F238E27FC236}">
                    <a16:creationId xmlns:a16="http://schemas.microsoft.com/office/drawing/2014/main" id="{1F1CEC9C-839A-0B45-76DC-FE19210CCC43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760137" y="3691781"/>
                <a:ext cx="1634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729" name="Mürekkep 728">
                <a:extLst>
                  <a:ext uri="{FF2B5EF4-FFF2-40B4-BE49-F238E27FC236}">
                    <a16:creationId xmlns:a16="http://schemas.microsoft.com/office/drawing/2014/main" id="{5CE5E82C-949E-B446-DC76-F26FCEB1078C}"/>
                  </a:ext>
                </a:extLst>
              </p14:cNvPr>
              <p14:cNvContentPartPr/>
              <p14:nvPr/>
            </p14:nvContentPartPr>
            <p14:xfrm>
              <a:off x="8006737" y="3764501"/>
              <a:ext cx="127440" cy="14760"/>
            </p14:xfrm>
          </p:contentPart>
        </mc:Choice>
        <mc:Fallback xmlns="">
          <p:pic>
            <p:nvPicPr>
              <p:cNvPr id="729" name="Mürekkep 728">
                <a:extLst>
                  <a:ext uri="{FF2B5EF4-FFF2-40B4-BE49-F238E27FC236}">
                    <a16:creationId xmlns:a16="http://schemas.microsoft.com/office/drawing/2014/main" id="{5CE5E82C-949E-B446-DC76-F26FCEB1078C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7970737" y="3728861"/>
                <a:ext cx="1990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731" name="Mürekkep 730">
                <a:extLst>
                  <a:ext uri="{FF2B5EF4-FFF2-40B4-BE49-F238E27FC236}">
                    <a16:creationId xmlns:a16="http://schemas.microsoft.com/office/drawing/2014/main" id="{3FD5CF0D-90BE-24B3-311A-DE176D0B1D0A}"/>
                  </a:ext>
                </a:extLst>
              </p14:cNvPr>
              <p14:cNvContentPartPr/>
              <p14:nvPr/>
            </p14:nvContentPartPr>
            <p14:xfrm>
              <a:off x="8209777" y="3674501"/>
              <a:ext cx="128520" cy="178200"/>
            </p14:xfrm>
          </p:contentPart>
        </mc:Choice>
        <mc:Fallback xmlns="">
          <p:pic>
            <p:nvPicPr>
              <p:cNvPr id="731" name="Mürekkep 730">
                <a:extLst>
                  <a:ext uri="{FF2B5EF4-FFF2-40B4-BE49-F238E27FC236}">
                    <a16:creationId xmlns:a16="http://schemas.microsoft.com/office/drawing/2014/main" id="{3FD5CF0D-90BE-24B3-311A-DE176D0B1D0A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174137" y="3638861"/>
                <a:ext cx="2001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733" name="Mürekkep 732">
                <a:extLst>
                  <a:ext uri="{FF2B5EF4-FFF2-40B4-BE49-F238E27FC236}">
                    <a16:creationId xmlns:a16="http://schemas.microsoft.com/office/drawing/2014/main" id="{3BFD31B0-F48A-2D63-A133-DDC58AF4D0DD}"/>
                  </a:ext>
                </a:extLst>
              </p14:cNvPr>
              <p14:cNvContentPartPr/>
              <p14:nvPr/>
            </p14:nvContentPartPr>
            <p14:xfrm>
              <a:off x="8071897" y="3684941"/>
              <a:ext cx="18720" cy="192240"/>
            </p14:xfrm>
          </p:contentPart>
        </mc:Choice>
        <mc:Fallback xmlns="">
          <p:pic>
            <p:nvPicPr>
              <p:cNvPr id="733" name="Mürekkep 732">
                <a:extLst>
                  <a:ext uri="{FF2B5EF4-FFF2-40B4-BE49-F238E27FC236}">
                    <a16:creationId xmlns:a16="http://schemas.microsoft.com/office/drawing/2014/main" id="{3BFD31B0-F48A-2D63-A133-DDC58AF4D0DD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8035897" y="3648941"/>
                <a:ext cx="90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734" name="Mürekkep 733">
                <a:extLst>
                  <a:ext uri="{FF2B5EF4-FFF2-40B4-BE49-F238E27FC236}">
                    <a16:creationId xmlns:a16="http://schemas.microsoft.com/office/drawing/2014/main" id="{B0F06351-CB09-6DFE-6FC2-5BE6EE1F02C7}"/>
                  </a:ext>
                </a:extLst>
              </p14:cNvPr>
              <p14:cNvContentPartPr/>
              <p14:nvPr/>
            </p14:nvContentPartPr>
            <p14:xfrm>
              <a:off x="8378915" y="3710690"/>
              <a:ext cx="83880" cy="135000"/>
            </p14:xfrm>
          </p:contentPart>
        </mc:Choice>
        <mc:Fallback xmlns="">
          <p:pic>
            <p:nvPicPr>
              <p:cNvPr id="734" name="Mürekkep 733">
                <a:extLst>
                  <a:ext uri="{FF2B5EF4-FFF2-40B4-BE49-F238E27FC236}">
                    <a16:creationId xmlns:a16="http://schemas.microsoft.com/office/drawing/2014/main" id="{B0F06351-CB09-6DFE-6FC2-5BE6EE1F02C7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342915" y="3675050"/>
                <a:ext cx="1555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735" name="Mürekkep 734">
                <a:extLst>
                  <a:ext uri="{FF2B5EF4-FFF2-40B4-BE49-F238E27FC236}">
                    <a16:creationId xmlns:a16="http://schemas.microsoft.com/office/drawing/2014/main" id="{A236C6D8-FDAB-2D22-9D74-4A0B90395A35}"/>
                  </a:ext>
                </a:extLst>
              </p14:cNvPr>
              <p14:cNvContentPartPr/>
              <p14:nvPr/>
            </p14:nvContentPartPr>
            <p14:xfrm>
              <a:off x="8498795" y="3700610"/>
              <a:ext cx="91080" cy="145440"/>
            </p14:xfrm>
          </p:contentPart>
        </mc:Choice>
        <mc:Fallback xmlns="">
          <p:pic>
            <p:nvPicPr>
              <p:cNvPr id="735" name="Mürekkep 734">
                <a:extLst>
                  <a:ext uri="{FF2B5EF4-FFF2-40B4-BE49-F238E27FC236}">
                    <a16:creationId xmlns:a16="http://schemas.microsoft.com/office/drawing/2014/main" id="{A236C6D8-FDAB-2D22-9D74-4A0B90395A35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462795" y="3664610"/>
                <a:ext cx="1627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736" name="Mürekkep 735">
                <a:extLst>
                  <a:ext uri="{FF2B5EF4-FFF2-40B4-BE49-F238E27FC236}">
                    <a16:creationId xmlns:a16="http://schemas.microsoft.com/office/drawing/2014/main" id="{ACBAFEE5-06F1-394D-36FE-68F5D13D0B7B}"/>
                  </a:ext>
                </a:extLst>
              </p14:cNvPr>
              <p14:cNvContentPartPr/>
              <p14:nvPr/>
            </p14:nvContentPartPr>
            <p14:xfrm>
              <a:off x="8607515" y="3673970"/>
              <a:ext cx="94680" cy="14760"/>
            </p14:xfrm>
          </p:contentPart>
        </mc:Choice>
        <mc:Fallback xmlns="">
          <p:pic>
            <p:nvPicPr>
              <p:cNvPr id="736" name="Mürekkep 735">
                <a:extLst>
                  <a:ext uri="{FF2B5EF4-FFF2-40B4-BE49-F238E27FC236}">
                    <a16:creationId xmlns:a16="http://schemas.microsoft.com/office/drawing/2014/main" id="{ACBAFEE5-06F1-394D-36FE-68F5D13D0B7B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8571515" y="3638330"/>
                <a:ext cx="1663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737" name="Mürekkep 736">
                <a:extLst>
                  <a:ext uri="{FF2B5EF4-FFF2-40B4-BE49-F238E27FC236}">
                    <a16:creationId xmlns:a16="http://schemas.microsoft.com/office/drawing/2014/main" id="{07B0AFDD-71ED-9967-65B8-1CCDF52A311D}"/>
                  </a:ext>
                </a:extLst>
              </p14:cNvPr>
              <p14:cNvContentPartPr/>
              <p14:nvPr/>
            </p14:nvContentPartPr>
            <p14:xfrm>
              <a:off x="8607515" y="3715010"/>
              <a:ext cx="94680" cy="124920"/>
            </p14:xfrm>
          </p:contentPart>
        </mc:Choice>
        <mc:Fallback xmlns="">
          <p:pic>
            <p:nvPicPr>
              <p:cNvPr id="737" name="Mürekkep 736">
                <a:extLst>
                  <a:ext uri="{FF2B5EF4-FFF2-40B4-BE49-F238E27FC236}">
                    <a16:creationId xmlns:a16="http://schemas.microsoft.com/office/drawing/2014/main" id="{07B0AFDD-71ED-9967-65B8-1CCDF52A311D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8571515" y="3679010"/>
                <a:ext cx="1663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738" name="Mürekkep 737">
                <a:extLst>
                  <a:ext uri="{FF2B5EF4-FFF2-40B4-BE49-F238E27FC236}">
                    <a16:creationId xmlns:a16="http://schemas.microsoft.com/office/drawing/2014/main" id="{6D465D05-BF29-7334-8EF4-D2C37950D6F6}"/>
                  </a:ext>
                </a:extLst>
              </p14:cNvPr>
              <p14:cNvContentPartPr/>
              <p14:nvPr/>
            </p14:nvContentPartPr>
            <p14:xfrm>
              <a:off x="8756195" y="3647330"/>
              <a:ext cx="131400" cy="214560"/>
            </p14:xfrm>
          </p:contentPart>
        </mc:Choice>
        <mc:Fallback xmlns="">
          <p:pic>
            <p:nvPicPr>
              <p:cNvPr id="738" name="Mürekkep 737">
                <a:extLst>
                  <a:ext uri="{FF2B5EF4-FFF2-40B4-BE49-F238E27FC236}">
                    <a16:creationId xmlns:a16="http://schemas.microsoft.com/office/drawing/2014/main" id="{6D465D05-BF29-7334-8EF4-D2C37950D6F6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8720555" y="3611330"/>
                <a:ext cx="2030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741" name="Mürekkep 740">
                <a:extLst>
                  <a:ext uri="{FF2B5EF4-FFF2-40B4-BE49-F238E27FC236}">
                    <a16:creationId xmlns:a16="http://schemas.microsoft.com/office/drawing/2014/main" id="{8E8854F9-D046-1AAB-0CAF-1D80B4038489}"/>
                  </a:ext>
                </a:extLst>
              </p14:cNvPr>
              <p14:cNvContentPartPr/>
              <p14:nvPr/>
            </p14:nvContentPartPr>
            <p14:xfrm>
              <a:off x="8970395" y="3819050"/>
              <a:ext cx="18360" cy="77760"/>
            </p14:xfrm>
          </p:contentPart>
        </mc:Choice>
        <mc:Fallback xmlns="">
          <p:pic>
            <p:nvPicPr>
              <p:cNvPr id="741" name="Mürekkep 740">
                <a:extLst>
                  <a:ext uri="{FF2B5EF4-FFF2-40B4-BE49-F238E27FC236}">
                    <a16:creationId xmlns:a16="http://schemas.microsoft.com/office/drawing/2014/main" id="{8E8854F9-D046-1AAB-0CAF-1D80B4038489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8934755" y="3783050"/>
                <a:ext cx="900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742" name="Mürekkep 741">
                <a:extLst>
                  <a:ext uri="{FF2B5EF4-FFF2-40B4-BE49-F238E27FC236}">
                    <a16:creationId xmlns:a16="http://schemas.microsoft.com/office/drawing/2014/main" id="{5CE35E7B-61EE-35FD-9EA1-ED980CBEC5FB}"/>
                  </a:ext>
                </a:extLst>
              </p14:cNvPr>
              <p14:cNvContentPartPr/>
              <p14:nvPr/>
            </p14:nvContentPartPr>
            <p14:xfrm>
              <a:off x="9031955" y="3657770"/>
              <a:ext cx="58680" cy="164880"/>
            </p14:xfrm>
          </p:contentPart>
        </mc:Choice>
        <mc:Fallback xmlns="">
          <p:pic>
            <p:nvPicPr>
              <p:cNvPr id="742" name="Mürekkep 741">
                <a:extLst>
                  <a:ext uri="{FF2B5EF4-FFF2-40B4-BE49-F238E27FC236}">
                    <a16:creationId xmlns:a16="http://schemas.microsoft.com/office/drawing/2014/main" id="{5CE35E7B-61EE-35FD-9EA1-ED980CBEC5FB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995955" y="3621770"/>
                <a:ext cx="1303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743" name="Mürekkep 742">
                <a:extLst>
                  <a:ext uri="{FF2B5EF4-FFF2-40B4-BE49-F238E27FC236}">
                    <a16:creationId xmlns:a16="http://schemas.microsoft.com/office/drawing/2014/main" id="{4005BD60-8E50-0373-1294-C75E35F833CD}"/>
                  </a:ext>
                </a:extLst>
              </p14:cNvPr>
              <p14:cNvContentPartPr/>
              <p14:nvPr/>
            </p14:nvContentPartPr>
            <p14:xfrm>
              <a:off x="9180635" y="3677930"/>
              <a:ext cx="138240" cy="141840"/>
            </p14:xfrm>
          </p:contentPart>
        </mc:Choice>
        <mc:Fallback xmlns="">
          <p:pic>
            <p:nvPicPr>
              <p:cNvPr id="743" name="Mürekkep 742">
                <a:extLst>
                  <a:ext uri="{FF2B5EF4-FFF2-40B4-BE49-F238E27FC236}">
                    <a16:creationId xmlns:a16="http://schemas.microsoft.com/office/drawing/2014/main" id="{4005BD60-8E50-0373-1294-C75E35F833CD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144995" y="3641930"/>
                <a:ext cx="2098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744" name="Mürekkep 743">
                <a:extLst>
                  <a:ext uri="{FF2B5EF4-FFF2-40B4-BE49-F238E27FC236}">
                    <a16:creationId xmlns:a16="http://schemas.microsoft.com/office/drawing/2014/main" id="{B812E2FE-CDB1-48C1-CAE0-BF1D595CDA3F}"/>
                  </a:ext>
                </a:extLst>
              </p14:cNvPr>
              <p14:cNvContentPartPr/>
              <p14:nvPr/>
            </p14:nvContentPartPr>
            <p14:xfrm>
              <a:off x="9384035" y="3653810"/>
              <a:ext cx="109080" cy="20880"/>
            </p14:xfrm>
          </p:contentPart>
        </mc:Choice>
        <mc:Fallback xmlns="">
          <p:pic>
            <p:nvPicPr>
              <p:cNvPr id="744" name="Mürekkep 743">
                <a:extLst>
                  <a:ext uri="{FF2B5EF4-FFF2-40B4-BE49-F238E27FC236}">
                    <a16:creationId xmlns:a16="http://schemas.microsoft.com/office/drawing/2014/main" id="{B812E2FE-CDB1-48C1-CAE0-BF1D595CDA3F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348395" y="3617810"/>
                <a:ext cx="18072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745" name="Mürekkep 744">
                <a:extLst>
                  <a:ext uri="{FF2B5EF4-FFF2-40B4-BE49-F238E27FC236}">
                    <a16:creationId xmlns:a16="http://schemas.microsoft.com/office/drawing/2014/main" id="{A84F5F4C-A943-CAC2-DF58-1F0C5150DDF2}"/>
                  </a:ext>
                </a:extLst>
              </p14:cNvPr>
              <p14:cNvContentPartPr/>
              <p14:nvPr/>
            </p14:nvContentPartPr>
            <p14:xfrm>
              <a:off x="9355235" y="3694490"/>
              <a:ext cx="120600" cy="171720"/>
            </p14:xfrm>
          </p:contentPart>
        </mc:Choice>
        <mc:Fallback xmlns="">
          <p:pic>
            <p:nvPicPr>
              <p:cNvPr id="745" name="Mürekkep 744">
                <a:extLst>
                  <a:ext uri="{FF2B5EF4-FFF2-40B4-BE49-F238E27FC236}">
                    <a16:creationId xmlns:a16="http://schemas.microsoft.com/office/drawing/2014/main" id="{A84F5F4C-A943-CAC2-DF58-1F0C5150DDF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9319235" y="3658490"/>
                <a:ext cx="1922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747" name="Mürekkep 746">
                <a:extLst>
                  <a:ext uri="{FF2B5EF4-FFF2-40B4-BE49-F238E27FC236}">
                    <a16:creationId xmlns:a16="http://schemas.microsoft.com/office/drawing/2014/main" id="{403141ED-3566-0F42-00DB-D17880D912D3}"/>
                  </a:ext>
                </a:extLst>
              </p14:cNvPr>
              <p14:cNvContentPartPr/>
              <p14:nvPr/>
            </p14:nvContentPartPr>
            <p14:xfrm>
              <a:off x="9605435" y="3745250"/>
              <a:ext cx="145440" cy="10800"/>
            </p14:xfrm>
          </p:contentPart>
        </mc:Choice>
        <mc:Fallback xmlns="">
          <p:pic>
            <p:nvPicPr>
              <p:cNvPr id="747" name="Mürekkep 746">
                <a:extLst>
                  <a:ext uri="{FF2B5EF4-FFF2-40B4-BE49-F238E27FC236}">
                    <a16:creationId xmlns:a16="http://schemas.microsoft.com/office/drawing/2014/main" id="{403141ED-3566-0F42-00DB-D17880D912D3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569795" y="3709610"/>
                <a:ext cx="2170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748" name="Mürekkep 747">
                <a:extLst>
                  <a:ext uri="{FF2B5EF4-FFF2-40B4-BE49-F238E27FC236}">
                    <a16:creationId xmlns:a16="http://schemas.microsoft.com/office/drawing/2014/main" id="{17D36C7A-F03F-893B-7D73-CE9BE4474634}"/>
                  </a:ext>
                </a:extLst>
              </p14:cNvPr>
              <p14:cNvContentPartPr/>
              <p14:nvPr/>
            </p14:nvContentPartPr>
            <p14:xfrm>
              <a:off x="9666995" y="3812930"/>
              <a:ext cx="160200" cy="10440"/>
            </p14:xfrm>
          </p:contentPart>
        </mc:Choice>
        <mc:Fallback xmlns="">
          <p:pic>
            <p:nvPicPr>
              <p:cNvPr id="748" name="Mürekkep 747">
                <a:extLst>
                  <a:ext uri="{FF2B5EF4-FFF2-40B4-BE49-F238E27FC236}">
                    <a16:creationId xmlns:a16="http://schemas.microsoft.com/office/drawing/2014/main" id="{17D36C7A-F03F-893B-7D73-CE9BE4474634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631355" y="3776930"/>
                <a:ext cx="2318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0" name="Grup 769">
            <a:extLst>
              <a:ext uri="{FF2B5EF4-FFF2-40B4-BE49-F238E27FC236}">
                <a16:creationId xmlns:a16="http://schemas.microsoft.com/office/drawing/2014/main" id="{B9B2FDE1-426A-6E78-B7CD-B4CB212C9B9A}"/>
              </a:ext>
            </a:extLst>
          </p:cNvPr>
          <p:cNvGrpSpPr/>
          <p:nvPr/>
        </p:nvGrpSpPr>
        <p:grpSpPr>
          <a:xfrm>
            <a:off x="1418412" y="4417920"/>
            <a:ext cx="1270829" cy="277113"/>
            <a:chOff x="1418412" y="4417920"/>
            <a:chExt cx="1270829" cy="27711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758" name="Mürekkep 757">
                  <a:extLst>
                    <a:ext uri="{FF2B5EF4-FFF2-40B4-BE49-F238E27FC236}">
                      <a16:creationId xmlns:a16="http://schemas.microsoft.com/office/drawing/2014/main" id="{349644F8-072D-0273-7E71-7D0A15D53422}"/>
                    </a:ext>
                  </a:extLst>
                </p14:cNvPr>
                <p14:cNvContentPartPr/>
                <p14:nvPr/>
              </p14:nvContentPartPr>
              <p14:xfrm>
                <a:off x="1418412" y="4471191"/>
                <a:ext cx="44307" cy="187474"/>
              </p14:xfrm>
            </p:contentPart>
          </mc:Choice>
          <mc:Fallback xmlns="">
            <p:pic>
              <p:nvPicPr>
                <p:cNvPr id="758" name="Mürekkep 757">
                  <a:extLst>
                    <a:ext uri="{FF2B5EF4-FFF2-40B4-BE49-F238E27FC236}">
                      <a16:creationId xmlns:a16="http://schemas.microsoft.com/office/drawing/2014/main" id="{349644F8-072D-0273-7E71-7D0A15D5342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382750" y="4435208"/>
                  <a:ext cx="115991" cy="2590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759" name="Mürekkep 758">
                  <a:extLst>
                    <a:ext uri="{FF2B5EF4-FFF2-40B4-BE49-F238E27FC236}">
                      <a16:creationId xmlns:a16="http://schemas.microsoft.com/office/drawing/2014/main" id="{821C3414-2266-CBD7-1D70-D4172C9F78D1}"/>
                    </a:ext>
                  </a:extLst>
                </p14:cNvPr>
                <p14:cNvContentPartPr/>
                <p14:nvPr/>
              </p14:nvContentPartPr>
              <p14:xfrm>
                <a:off x="1534687" y="4502949"/>
                <a:ext cx="106030" cy="141118"/>
              </p14:xfrm>
            </p:contentPart>
          </mc:Choice>
          <mc:Fallback xmlns="">
            <p:pic>
              <p:nvPicPr>
                <p:cNvPr id="759" name="Mürekkep 758">
                  <a:extLst>
                    <a:ext uri="{FF2B5EF4-FFF2-40B4-BE49-F238E27FC236}">
                      <a16:creationId xmlns:a16="http://schemas.microsoft.com/office/drawing/2014/main" id="{821C3414-2266-CBD7-1D70-D4172C9F78D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498745" y="4467310"/>
                  <a:ext cx="177555" cy="21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760" name="Mürekkep 759">
                  <a:extLst>
                    <a:ext uri="{FF2B5EF4-FFF2-40B4-BE49-F238E27FC236}">
                      <a16:creationId xmlns:a16="http://schemas.microsoft.com/office/drawing/2014/main" id="{DA09428A-6195-9BCD-D2AD-EB280549A4BD}"/>
                    </a:ext>
                  </a:extLst>
                </p14:cNvPr>
                <p14:cNvContentPartPr/>
                <p14:nvPr/>
              </p14:nvContentPartPr>
              <p14:xfrm>
                <a:off x="1679134" y="4459154"/>
                <a:ext cx="106030" cy="173388"/>
              </p14:xfrm>
            </p:contentPart>
          </mc:Choice>
          <mc:Fallback xmlns="">
            <p:pic>
              <p:nvPicPr>
                <p:cNvPr id="760" name="Mürekkep 759">
                  <a:extLst>
                    <a:ext uri="{FF2B5EF4-FFF2-40B4-BE49-F238E27FC236}">
                      <a16:creationId xmlns:a16="http://schemas.microsoft.com/office/drawing/2014/main" id="{DA09428A-6195-9BCD-D2AD-EB280549A4B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643551" y="4423181"/>
                  <a:ext cx="177555" cy="244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761" name="Mürekkep 760">
                  <a:extLst>
                    <a:ext uri="{FF2B5EF4-FFF2-40B4-BE49-F238E27FC236}">
                      <a16:creationId xmlns:a16="http://schemas.microsoft.com/office/drawing/2014/main" id="{A9265623-BB92-52A7-AEFB-58AF8DF79A3D}"/>
                    </a:ext>
                  </a:extLst>
                </p14:cNvPr>
                <p14:cNvContentPartPr/>
                <p14:nvPr/>
              </p14:nvContentPartPr>
              <p14:xfrm>
                <a:off x="1712685" y="4540854"/>
                <a:ext cx="103469" cy="29197"/>
              </p14:xfrm>
            </p:contentPart>
          </mc:Choice>
          <mc:Fallback xmlns="">
            <p:pic>
              <p:nvPicPr>
                <p:cNvPr id="761" name="Mürekkep 760">
                  <a:extLst>
                    <a:ext uri="{FF2B5EF4-FFF2-40B4-BE49-F238E27FC236}">
                      <a16:creationId xmlns:a16="http://schemas.microsoft.com/office/drawing/2014/main" id="{A9265623-BB92-52A7-AEFB-58AF8DF79A3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677118" y="4505248"/>
                  <a:ext cx="174963" cy="1000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762" name="Mürekkep 761">
                  <a:extLst>
                    <a:ext uri="{FF2B5EF4-FFF2-40B4-BE49-F238E27FC236}">
                      <a16:creationId xmlns:a16="http://schemas.microsoft.com/office/drawing/2014/main" id="{7BD4F495-FCBC-846D-023C-B46F19F36144}"/>
                    </a:ext>
                  </a:extLst>
                </p14:cNvPr>
                <p14:cNvContentPartPr/>
                <p14:nvPr/>
              </p14:nvContentPartPr>
              <p14:xfrm>
                <a:off x="1908867" y="4417920"/>
                <a:ext cx="158021" cy="247917"/>
              </p14:xfrm>
            </p:contentPart>
          </mc:Choice>
          <mc:Fallback xmlns="">
            <p:pic>
              <p:nvPicPr>
                <p:cNvPr id="762" name="Mürekkep 761">
                  <a:extLst>
                    <a:ext uri="{FF2B5EF4-FFF2-40B4-BE49-F238E27FC236}">
                      <a16:creationId xmlns:a16="http://schemas.microsoft.com/office/drawing/2014/main" id="{7BD4F495-FCBC-846D-023C-B46F19F36144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872871" y="4382298"/>
                  <a:ext cx="229652" cy="3195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763" name="Mürekkep 762">
                  <a:extLst>
                    <a:ext uri="{FF2B5EF4-FFF2-40B4-BE49-F238E27FC236}">
                      <a16:creationId xmlns:a16="http://schemas.microsoft.com/office/drawing/2014/main" id="{FCB973E2-7AC9-8430-E951-7D24D2770F56}"/>
                    </a:ext>
                  </a:extLst>
                </p14:cNvPr>
                <p14:cNvContentPartPr/>
                <p14:nvPr/>
              </p14:nvContentPartPr>
              <p14:xfrm>
                <a:off x="2169845" y="4617687"/>
                <a:ext cx="28685" cy="77346"/>
              </p14:xfrm>
            </p:contentPart>
          </mc:Choice>
          <mc:Fallback xmlns="">
            <p:pic>
              <p:nvPicPr>
                <p:cNvPr id="763" name="Mürekkep 762">
                  <a:extLst>
                    <a:ext uri="{FF2B5EF4-FFF2-40B4-BE49-F238E27FC236}">
                      <a16:creationId xmlns:a16="http://schemas.microsoft.com/office/drawing/2014/main" id="{FCB973E2-7AC9-8430-E951-7D24D2770F5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133989" y="4582072"/>
                  <a:ext cx="100039" cy="148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764" name="Mürekkep 763">
                  <a:extLst>
                    <a:ext uri="{FF2B5EF4-FFF2-40B4-BE49-F238E27FC236}">
                      <a16:creationId xmlns:a16="http://schemas.microsoft.com/office/drawing/2014/main" id="{BBE2B712-95FE-4CAD-1D9C-E7C246691244}"/>
                    </a:ext>
                  </a:extLst>
                </p14:cNvPr>
                <p14:cNvContentPartPr/>
                <p14:nvPr/>
              </p14:nvContentPartPr>
              <p14:xfrm>
                <a:off x="2211079" y="4462227"/>
                <a:ext cx="145472" cy="163656"/>
              </p14:xfrm>
            </p:contentPart>
          </mc:Choice>
          <mc:Fallback xmlns="">
            <p:pic>
              <p:nvPicPr>
                <p:cNvPr id="764" name="Mürekkep 763">
                  <a:extLst>
                    <a:ext uri="{FF2B5EF4-FFF2-40B4-BE49-F238E27FC236}">
                      <a16:creationId xmlns:a16="http://schemas.microsoft.com/office/drawing/2014/main" id="{BBE2B712-95FE-4CAD-1D9C-E7C24669124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175071" y="4426259"/>
                  <a:ext cx="217128" cy="235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765" name="Mürekkep 764">
                  <a:extLst>
                    <a:ext uri="{FF2B5EF4-FFF2-40B4-BE49-F238E27FC236}">
                      <a16:creationId xmlns:a16="http://schemas.microsoft.com/office/drawing/2014/main" id="{C549AED5-0888-35EB-C3BD-36C0D4059F42}"/>
                    </a:ext>
                  </a:extLst>
                </p14:cNvPr>
                <p14:cNvContentPartPr/>
                <p14:nvPr/>
              </p14:nvContentPartPr>
              <p14:xfrm>
                <a:off x="2381394" y="4466325"/>
                <a:ext cx="51991" cy="166217"/>
              </p14:xfrm>
            </p:contentPart>
          </mc:Choice>
          <mc:Fallback xmlns="">
            <p:pic>
              <p:nvPicPr>
                <p:cNvPr id="765" name="Mürekkep 764">
                  <a:extLst>
                    <a:ext uri="{FF2B5EF4-FFF2-40B4-BE49-F238E27FC236}">
                      <a16:creationId xmlns:a16="http://schemas.microsoft.com/office/drawing/2014/main" id="{C549AED5-0888-35EB-C3BD-36C0D4059F4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345538" y="4430707"/>
                  <a:ext cx="123344" cy="2378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766" name="Mürekkep 765">
                  <a:extLst>
                    <a:ext uri="{FF2B5EF4-FFF2-40B4-BE49-F238E27FC236}">
                      <a16:creationId xmlns:a16="http://schemas.microsoft.com/office/drawing/2014/main" id="{93156C1F-C718-3500-E18D-FC4F8EC9A13C}"/>
                    </a:ext>
                  </a:extLst>
                </p14:cNvPr>
                <p14:cNvContentPartPr/>
                <p14:nvPr/>
              </p14:nvContentPartPr>
              <p14:xfrm>
                <a:off x="2386516" y="4533426"/>
                <a:ext cx="119092" cy="55320"/>
              </p14:xfrm>
            </p:contentPart>
          </mc:Choice>
          <mc:Fallback xmlns="">
            <p:pic>
              <p:nvPicPr>
                <p:cNvPr id="766" name="Mürekkep 765">
                  <a:extLst>
                    <a:ext uri="{FF2B5EF4-FFF2-40B4-BE49-F238E27FC236}">
                      <a16:creationId xmlns:a16="http://schemas.microsoft.com/office/drawing/2014/main" id="{93156C1F-C718-3500-E18D-FC4F8EC9A13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350896" y="4497863"/>
                  <a:ext cx="190691" cy="126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767" name="Mürekkep 766">
                  <a:extLst>
                    <a:ext uri="{FF2B5EF4-FFF2-40B4-BE49-F238E27FC236}">
                      <a16:creationId xmlns:a16="http://schemas.microsoft.com/office/drawing/2014/main" id="{F5D05D6D-F50D-FA45-6307-7865B14B4F1F}"/>
                    </a:ext>
                  </a:extLst>
                </p14:cNvPr>
                <p14:cNvContentPartPr/>
                <p14:nvPr/>
              </p14:nvContentPartPr>
              <p14:xfrm>
                <a:off x="2577575" y="4444811"/>
                <a:ext cx="98603" cy="22026"/>
              </p14:xfrm>
            </p:contentPart>
          </mc:Choice>
          <mc:Fallback xmlns="">
            <p:pic>
              <p:nvPicPr>
                <p:cNvPr id="767" name="Mürekkep 766">
                  <a:extLst>
                    <a:ext uri="{FF2B5EF4-FFF2-40B4-BE49-F238E27FC236}">
                      <a16:creationId xmlns:a16="http://schemas.microsoft.com/office/drawing/2014/main" id="{F5D05D6D-F50D-FA45-6307-7865B14B4F1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541948" y="4409640"/>
                  <a:ext cx="170216" cy="92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768" name="Mürekkep 767">
                  <a:extLst>
                    <a:ext uri="{FF2B5EF4-FFF2-40B4-BE49-F238E27FC236}">
                      <a16:creationId xmlns:a16="http://schemas.microsoft.com/office/drawing/2014/main" id="{44FFB4AC-24DB-F234-9E06-4728C3BDD801}"/>
                    </a:ext>
                  </a:extLst>
                </p14:cNvPr>
                <p14:cNvContentPartPr/>
                <p14:nvPr/>
              </p14:nvContentPartPr>
              <p14:xfrm>
                <a:off x="2544025" y="4488607"/>
                <a:ext cx="145216" cy="158533"/>
              </p14:xfrm>
            </p:contentPart>
          </mc:Choice>
          <mc:Fallback xmlns="">
            <p:pic>
              <p:nvPicPr>
                <p:cNvPr id="768" name="Mürekkep 767">
                  <a:extLst>
                    <a:ext uri="{FF2B5EF4-FFF2-40B4-BE49-F238E27FC236}">
                      <a16:creationId xmlns:a16="http://schemas.microsoft.com/office/drawing/2014/main" id="{44FFB4AC-24DB-F234-9E06-4728C3BDD80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508440" y="4452658"/>
                  <a:ext cx="216746" cy="23007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769" name="Mürekkep 768">
                <a:extLst>
                  <a:ext uri="{FF2B5EF4-FFF2-40B4-BE49-F238E27FC236}">
                    <a16:creationId xmlns:a16="http://schemas.microsoft.com/office/drawing/2014/main" id="{0026E6D2-C963-DDC5-F956-3EB7F27394A9}"/>
                  </a:ext>
                </a:extLst>
              </p14:cNvPr>
              <p14:cNvContentPartPr/>
              <p14:nvPr/>
            </p14:nvContentPartPr>
            <p14:xfrm>
              <a:off x="2879788" y="4555196"/>
              <a:ext cx="175693" cy="11013"/>
            </p14:xfrm>
          </p:contentPart>
        </mc:Choice>
        <mc:Fallback xmlns="">
          <p:pic>
            <p:nvPicPr>
              <p:cNvPr id="769" name="Mürekkep 768">
                <a:extLst>
                  <a:ext uri="{FF2B5EF4-FFF2-40B4-BE49-F238E27FC236}">
                    <a16:creationId xmlns:a16="http://schemas.microsoft.com/office/drawing/2014/main" id="{0026E6D2-C963-DDC5-F956-3EB7F27394A9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843859" y="4519670"/>
                <a:ext cx="247192" cy="81709"/>
              </a:xfrm>
              <a:prstGeom prst="rect">
                <a:avLst/>
              </a:prstGeom>
            </p:spPr>
          </p:pic>
        </mc:Fallback>
      </mc:AlternateContent>
      <p:grpSp>
        <p:nvGrpSpPr>
          <p:cNvPr id="781" name="Grup 780">
            <a:extLst>
              <a:ext uri="{FF2B5EF4-FFF2-40B4-BE49-F238E27FC236}">
                <a16:creationId xmlns:a16="http://schemas.microsoft.com/office/drawing/2014/main" id="{B6F5BA06-F696-AC80-F8B2-5F732D0E3A91}"/>
              </a:ext>
            </a:extLst>
          </p:cNvPr>
          <p:cNvGrpSpPr/>
          <p:nvPr/>
        </p:nvGrpSpPr>
        <p:grpSpPr>
          <a:xfrm>
            <a:off x="3153059" y="4429957"/>
            <a:ext cx="950945" cy="237160"/>
            <a:chOff x="3153059" y="4429957"/>
            <a:chExt cx="950945" cy="2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71" name="Mürekkep 770">
                  <a:extLst>
                    <a:ext uri="{FF2B5EF4-FFF2-40B4-BE49-F238E27FC236}">
                      <a16:creationId xmlns:a16="http://schemas.microsoft.com/office/drawing/2014/main" id="{B56DF473-B47D-5077-89E8-85BE695511E9}"/>
                    </a:ext>
                  </a:extLst>
                </p14:cNvPr>
                <p14:cNvContentPartPr/>
                <p14:nvPr/>
              </p14:nvContentPartPr>
              <p14:xfrm>
                <a:off x="3153059" y="4451983"/>
                <a:ext cx="106287" cy="215134"/>
              </p14:xfrm>
            </p:contentPart>
          </mc:Choice>
          <mc:Fallback xmlns="">
            <p:pic>
              <p:nvPicPr>
                <p:cNvPr id="771" name="Mürekkep 770">
                  <a:extLst>
                    <a:ext uri="{FF2B5EF4-FFF2-40B4-BE49-F238E27FC236}">
                      <a16:creationId xmlns:a16="http://schemas.microsoft.com/office/drawing/2014/main" id="{B56DF473-B47D-5077-89E8-85BE695511E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117510" y="4416007"/>
                  <a:ext cx="177743" cy="2867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772" name="Mürekkep 771">
                  <a:extLst>
                    <a:ext uri="{FF2B5EF4-FFF2-40B4-BE49-F238E27FC236}">
                      <a16:creationId xmlns:a16="http://schemas.microsoft.com/office/drawing/2014/main" id="{BC010750-FF6E-1DCB-5C50-2BAD38051408}"/>
                    </a:ext>
                  </a:extLst>
                </p14:cNvPr>
                <p14:cNvContentPartPr/>
                <p14:nvPr/>
              </p14:nvContentPartPr>
              <p14:xfrm>
                <a:off x="3251406" y="4484765"/>
                <a:ext cx="144959" cy="163143"/>
              </p14:xfrm>
            </p:contentPart>
          </mc:Choice>
          <mc:Fallback xmlns="">
            <p:pic>
              <p:nvPicPr>
                <p:cNvPr id="772" name="Mürekkep 771">
                  <a:extLst>
                    <a:ext uri="{FF2B5EF4-FFF2-40B4-BE49-F238E27FC236}">
                      <a16:creationId xmlns:a16="http://schemas.microsoft.com/office/drawing/2014/main" id="{BC010750-FF6E-1DCB-5C50-2BAD3805140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215796" y="4448830"/>
                  <a:ext cx="216539" cy="2346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773" name="Mürekkep 772">
                  <a:extLst>
                    <a:ext uri="{FF2B5EF4-FFF2-40B4-BE49-F238E27FC236}">
                      <a16:creationId xmlns:a16="http://schemas.microsoft.com/office/drawing/2014/main" id="{9A33CB3C-4108-5FAA-F9C0-E64483E701A2}"/>
                    </a:ext>
                  </a:extLst>
                </p14:cNvPr>
                <p14:cNvContentPartPr/>
                <p14:nvPr/>
              </p14:nvContentPartPr>
              <p14:xfrm>
                <a:off x="3416855" y="4466581"/>
                <a:ext cx="98347" cy="33807"/>
              </p14:xfrm>
            </p:contentPart>
          </mc:Choice>
          <mc:Fallback xmlns="">
            <p:pic>
              <p:nvPicPr>
                <p:cNvPr id="773" name="Mürekkep 772">
                  <a:extLst>
                    <a:ext uri="{FF2B5EF4-FFF2-40B4-BE49-F238E27FC236}">
                      <a16:creationId xmlns:a16="http://schemas.microsoft.com/office/drawing/2014/main" id="{9A33CB3C-4108-5FAA-F9C0-E64483E701A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380962" y="4430995"/>
                  <a:ext cx="169774" cy="1046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774" name="Mürekkep 773">
                  <a:extLst>
                    <a:ext uri="{FF2B5EF4-FFF2-40B4-BE49-F238E27FC236}">
                      <a16:creationId xmlns:a16="http://schemas.microsoft.com/office/drawing/2014/main" id="{13BED811-D086-E918-7D0A-30E7ACCC1796}"/>
                    </a:ext>
                  </a:extLst>
                </p14:cNvPr>
                <p14:cNvContentPartPr/>
                <p14:nvPr/>
              </p14:nvContentPartPr>
              <p14:xfrm>
                <a:off x="3434783" y="4521901"/>
                <a:ext cx="152899" cy="136764"/>
              </p14:xfrm>
            </p:contentPart>
          </mc:Choice>
          <mc:Fallback xmlns="">
            <p:pic>
              <p:nvPicPr>
                <p:cNvPr id="774" name="Mürekkep 773">
                  <a:extLst>
                    <a:ext uri="{FF2B5EF4-FFF2-40B4-BE49-F238E27FC236}">
                      <a16:creationId xmlns:a16="http://schemas.microsoft.com/office/drawing/2014/main" id="{13BED811-D086-E918-7D0A-30E7ACCC179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398807" y="4485910"/>
                  <a:ext cx="224492" cy="208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775" name="Mürekkep 774">
                  <a:extLst>
                    <a:ext uri="{FF2B5EF4-FFF2-40B4-BE49-F238E27FC236}">
                      <a16:creationId xmlns:a16="http://schemas.microsoft.com/office/drawing/2014/main" id="{59A30C00-F54C-C816-A59F-11BAB2D7EBF3}"/>
                    </a:ext>
                  </a:extLst>
                </p14:cNvPr>
                <p14:cNvContentPartPr/>
                <p14:nvPr/>
              </p14:nvContentPartPr>
              <p14:xfrm>
                <a:off x="3651710" y="4603345"/>
                <a:ext cx="26123" cy="58394"/>
              </p14:xfrm>
            </p:contentPart>
          </mc:Choice>
          <mc:Fallback xmlns="">
            <p:pic>
              <p:nvPicPr>
                <p:cNvPr id="775" name="Mürekkep 774">
                  <a:extLst>
                    <a:ext uri="{FF2B5EF4-FFF2-40B4-BE49-F238E27FC236}">
                      <a16:creationId xmlns:a16="http://schemas.microsoft.com/office/drawing/2014/main" id="{59A30C00-F54C-C816-A59F-11BAB2D7EBF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615925" y="4567299"/>
                  <a:ext cx="97335" cy="130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776" name="Mürekkep 775">
                  <a:extLst>
                    <a:ext uri="{FF2B5EF4-FFF2-40B4-BE49-F238E27FC236}">
                      <a16:creationId xmlns:a16="http://schemas.microsoft.com/office/drawing/2014/main" id="{9C178F73-5F26-3645-64F3-204CC7EBA5CF}"/>
                    </a:ext>
                  </a:extLst>
                </p14:cNvPr>
                <p14:cNvContentPartPr/>
                <p14:nvPr/>
              </p14:nvContentPartPr>
              <p14:xfrm>
                <a:off x="3757484" y="4445068"/>
                <a:ext cx="13318" cy="161095"/>
              </p14:xfrm>
            </p:contentPart>
          </mc:Choice>
          <mc:Fallback xmlns="">
            <p:pic>
              <p:nvPicPr>
                <p:cNvPr id="776" name="Mürekkep 775">
                  <a:extLst>
                    <a:ext uri="{FF2B5EF4-FFF2-40B4-BE49-F238E27FC236}">
                      <a16:creationId xmlns:a16="http://schemas.microsoft.com/office/drawing/2014/main" id="{9C178F73-5F26-3645-64F3-204CC7EBA5C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721489" y="4409029"/>
                  <a:ext cx="84947" cy="2328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777" name="Mürekkep 776">
                  <a:extLst>
                    <a:ext uri="{FF2B5EF4-FFF2-40B4-BE49-F238E27FC236}">
                      <a16:creationId xmlns:a16="http://schemas.microsoft.com/office/drawing/2014/main" id="{22BA355C-029C-6BB9-058E-C4A9A26DB9BC}"/>
                    </a:ext>
                  </a:extLst>
                </p14:cNvPr>
                <p14:cNvContentPartPr/>
                <p14:nvPr/>
              </p14:nvContentPartPr>
              <p14:xfrm>
                <a:off x="3855063" y="4458642"/>
                <a:ext cx="106799" cy="133947"/>
              </p14:xfrm>
            </p:contentPart>
          </mc:Choice>
          <mc:Fallback xmlns="">
            <p:pic>
              <p:nvPicPr>
                <p:cNvPr id="777" name="Mürekkep 776">
                  <a:extLst>
                    <a:ext uri="{FF2B5EF4-FFF2-40B4-BE49-F238E27FC236}">
                      <a16:creationId xmlns:a16="http://schemas.microsoft.com/office/drawing/2014/main" id="{22BA355C-029C-6BB9-058E-C4A9A26DB9B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819104" y="4422995"/>
                  <a:ext cx="178358" cy="2056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778" name="Mürekkep 777">
                  <a:extLst>
                    <a:ext uri="{FF2B5EF4-FFF2-40B4-BE49-F238E27FC236}">
                      <a16:creationId xmlns:a16="http://schemas.microsoft.com/office/drawing/2014/main" id="{E832AEB7-6F5D-D3BC-5020-42C181FA0714}"/>
                    </a:ext>
                  </a:extLst>
                </p14:cNvPr>
                <p14:cNvContentPartPr/>
                <p14:nvPr/>
              </p14:nvContentPartPr>
              <p14:xfrm>
                <a:off x="3979533" y="4429957"/>
                <a:ext cx="72480" cy="22538"/>
              </p14:xfrm>
            </p:contentPart>
          </mc:Choice>
          <mc:Fallback xmlns="">
            <p:pic>
              <p:nvPicPr>
                <p:cNvPr id="778" name="Mürekkep 777">
                  <a:extLst>
                    <a:ext uri="{FF2B5EF4-FFF2-40B4-BE49-F238E27FC236}">
                      <a16:creationId xmlns:a16="http://schemas.microsoft.com/office/drawing/2014/main" id="{E832AEB7-6F5D-D3BC-5020-42C181FA071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943652" y="4394182"/>
                  <a:ext cx="143884" cy="93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779" name="Mürekkep 778">
                  <a:extLst>
                    <a:ext uri="{FF2B5EF4-FFF2-40B4-BE49-F238E27FC236}">
                      <a16:creationId xmlns:a16="http://schemas.microsoft.com/office/drawing/2014/main" id="{D67CFD95-99F5-D1C4-1DF6-5A3597955C9E}"/>
                    </a:ext>
                  </a:extLst>
                </p14:cNvPr>
                <p14:cNvContentPartPr/>
                <p14:nvPr/>
              </p14:nvContentPartPr>
              <p14:xfrm>
                <a:off x="3987217" y="4469654"/>
                <a:ext cx="116787" cy="142142"/>
              </p14:xfrm>
            </p:contentPart>
          </mc:Choice>
          <mc:Fallback xmlns="">
            <p:pic>
              <p:nvPicPr>
                <p:cNvPr id="779" name="Mürekkep 778">
                  <a:extLst>
                    <a:ext uri="{FF2B5EF4-FFF2-40B4-BE49-F238E27FC236}">
                      <a16:creationId xmlns:a16="http://schemas.microsoft.com/office/drawing/2014/main" id="{D67CFD95-99F5-D1C4-1DF6-5A3597955C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951642" y="4433669"/>
                  <a:ext cx="188297" cy="2137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780" name="Mürekkep 779">
                <a:extLst>
                  <a:ext uri="{FF2B5EF4-FFF2-40B4-BE49-F238E27FC236}">
                    <a16:creationId xmlns:a16="http://schemas.microsoft.com/office/drawing/2014/main" id="{93675085-F970-C70B-7A5C-0D044551419F}"/>
                  </a:ext>
                </a:extLst>
              </p14:cNvPr>
              <p14:cNvContentPartPr/>
              <p14:nvPr/>
            </p14:nvContentPartPr>
            <p14:xfrm>
              <a:off x="4261000" y="4499876"/>
              <a:ext cx="157765" cy="17928"/>
            </p14:xfrm>
          </p:contentPart>
        </mc:Choice>
        <mc:Fallback xmlns="">
          <p:pic>
            <p:nvPicPr>
              <p:cNvPr id="780" name="Mürekkep 779">
                <a:extLst>
                  <a:ext uri="{FF2B5EF4-FFF2-40B4-BE49-F238E27FC236}">
                    <a16:creationId xmlns:a16="http://schemas.microsoft.com/office/drawing/2014/main" id="{93675085-F970-C70B-7A5C-0D044551419F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4224981" y="4464379"/>
                <a:ext cx="229444" cy="89281"/>
              </a:xfrm>
              <a:prstGeom prst="rect">
                <a:avLst/>
              </a:prstGeom>
            </p:spPr>
          </p:pic>
        </mc:Fallback>
      </mc:AlternateContent>
      <p:grpSp>
        <p:nvGrpSpPr>
          <p:cNvPr id="789" name="Grup 788">
            <a:extLst>
              <a:ext uri="{FF2B5EF4-FFF2-40B4-BE49-F238E27FC236}">
                <a16:creationId xmlns:a16="http://schemas.microsoft.com/office/drawing/2014/main" id="{F03D176C-FFAA-79A5-0FAF-D01970CA2BF6}"/>
              </a:ext>
            </a:extLst>
          </p:cNvPr>
          <p:cNvGrpSpPr/>
          <p:nvPr/>
        </p:nvGrpSpPr>
        <p:grpSpPr>
          <a:xfrm>
            <a:off x="4557834" y="4370795"/>
            <a:ext cx="669989" cy="266100"/>
            <a:chOff x="4557834" y="4370795"/>
            <a:chExt cx="669989" cy="2661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782" name="Mürekkep 781">
                  <a:extLst>
                    <a:ext uri="{FF2B5EF4-FFF2-40B4-BE49-F238E27FC236}">
                      <a16:creationId xmlns:a16="http://schemas.microsoft.com/office/drawing/2014/main" id="{B5642561-2C76-1257-BDBA-FD525D5867FC}"/>
                    </a:ext>
                  </a:extLst>
                </p14:cNvPr>
                <p14:cNvContentPartPr/>
                <p14:nvPr/>
              </p14:nvContentPartPr>
              <p14:xfrm>
                <a:off x="4557834" y="4417920"/>
                <a:ext cx="130105" cy="164424"/>
              </p14:xfrm>
            </p:contentPart>
          </mc:Choice>
          <mc:Fallback xmlns="">
            <p:pic>
              <p:nvPicPr>
                <p:cNvPr id="782" name="Mürekkep 781">
                  <a:extLst>
                    <a:ext uri="{FF2B5EF4-FFF2-40B4-BE49-F238E27FC236}">
                      <a16:creationId xmlns:a16="http://schemas.microsoft.com/office/drawing/2014/main" id="{B5642561-2C76-1257-BDBA-FD525D5867F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521893" y="4381941"/>
                  <a:ext cx="201627" cy="236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783" name="Mürekkep 782">
                  <a:extLst>
                    <a:ext uri="{FF2B5EF4-FFF2-40B4-BE49-F238E27FC236}">
                      <a16:creationId xmlns:a16="http://schemas.microsoft.com/office/drawing/2014/main" id="{989C812F-8F0B-06B7-D94E-53CEFB76FEA7}"/>
                    </a:ext>
                  </a:extLst>
                </p14:cNvPr>
                <p14:cNvContentPartPr/>
                <p14:nvPr/>
              </p14:nvContentPartPr>
              <p14:xfrm>
                <a:off x="4728149" y="4558269"/>
                <a:ext cx="26123" cy="78626"/>
              </p14:xfrm>
            </p:contentPart>
          </mc:Choice>
          <mc:Fallback xmlns="">
            <p:pic>
              <p:nvPicPr>
                <p:cNvPr id="783" name="Mürekkep 782">
                  <a:extLst>
                    <a:ext uri="{FF2B5EF4-FFF2-40B4-BE49-F238E27FC236}">
                      <a16:creationId xmlns:a16="http://schemas.microsoft.com/office/drawing/2014/main" id="{989C812F-8F0B-06B7-D94E-53CEFB76FEA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692722" y="4522367"/>
                  <a:ext cx="97335" cy="150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784" name="Mürekkep 783">
                  <a:extLst>
                    <a:ext uri="{FF2B5EF4-FFF2-40B4-BE49-F238E27FC236}">
                      <a16:creationId xmlns:a16="http://schemas.microsoft.com/office/drawing/2014/main" id="{85EC87CB-69CF-4049-2548-BF3AEE651ED5}"/>
                    </a:ext>
                  </a:extLst>
                </p14:cNvPr>
                <p14:cNvContentPartPr/>
                <p14:nvPr/>
              </p14:nvContentPartPr>
              <p14:xfrm>
                <a:off x="4785006" y="4420737"/>
                <a:ext cx="41490" cy="134971"/>
              </p14:xfrm>
            </p:contentPart>
          </mc:Choice>
          <mc:Fallback xmlns="">
            <p:pic>
              <p:nvPicPr>
                <p:cNvPr id="784" name="Mürekkep 783">
                  <a:extLst>
                    <a:ext uri="{FF2B5EF4-FFF2-40B4-BE49-F238E27FC236}">
                      <a16:creationId xmlns:a16="http://schemas.microsoft.com/office/drawing/2014/main" id="{85EC87CB-69CF-4049-2548-BF3AEE651E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749596" y="4384745"/>
                  <a:ext cx="112667" cy="206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85" name="Mürekkep 784">
                  <a:extLst>
                    <a:ext uri="{FF2B5EF4-FFF2-40B4-BE49-F238E27FC236}">
                      <a16:creationId xmlns:a16="http://schemas.microsoft.com/office/drawing/2014/main" id="{7E688D6E-0E23-0FD2-CC8B-8DC72BF41E28}"/>
                    </a:ext>
                  </a:extLst>
                </p14:cNvPr>
                <p14:cNvContentPartPr/>
                <p14:nvPr/>
              </p14:nvContentPartPr>
              <p14:xfrm>
                <a:off x="4903330" y="4418176"/>
                <a:ext cx="145472" cy="130873"/>
              </p14:xfrm>
            </p:contentPart>
          </mc:Choice>
          <mc:Fallback xmlns="">
            <p:pic>
              <p:nvPicPr>
                <p:cNvPr id="785" name="Mürekkep 784">
                  <a:extLst>
                    <a:ext uri="{FF2B5EF4-FFF2-40B4-BE49-F238E27FC236}">
                      <a16:creationId xmlns:a16="http://schemas.microsoft.com/office/drawing/2014/main" id="{7E688D6E-0E23-0FD2-CC8B-8DC72BF41E2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867322" y="4382222"/>
                  <a:ext cx="217128" cy="202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786" name="Mürekkep 785">
                  <a:extLst>
                    <a:ext uri="{FF2B5EF4-FFF2-40B4-BE49-F238E27FC236}">
                      <a16:creationId xmlns:a16="http://schemas.microsoft.com/office/drawing/2014/main" id="{783F4F59-7B04-C82F-B27E-22A8A1C5E002}"/>
                    </a:ext>
                  </a:extLst>
                </p14:cNvPr>
                <p14:cNvContentPartPr/>
                <p14:nvPr/>
              </p14:nvContentPartPr>
              <p14:xfrm>
                <a:off x="5069034" y="4370795"/>
                <a:ext cx="85541" cy="29453"/>
              </p14:xfrm>
            </p:contentPart>
          </mc:Choice>
          <mc:Fallback xmlns="">
            <p:pic>
              <p:nvPicPr>
                <p:cNvPr id="786" name="Mürekkep 785">
                  <a:extLst>
                    <a:ext uri="{FF2B5EF4-FFF2-40B4-BE49-F238E27FC236}">
                      <a16:creationId xmlns:a16="http://schemas.microsoft.com/office/drawing/2014/main" id="{783F4F59-7B04-C82F-B27E-22A8A1C5E00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033092" y="4334877"/>
                  <a:ext cx="157065" cy="100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787" name="Mürekkep 786">
                  <a:extLst>
                    <a:ext uri="{FF2B5EF4-FFF2-40B4-BE49-F238E27FC236}">
                      <a16:creationId xmlns:a16="http://schemas.microsoft.com/office/drawing/2014/main" id="{9999B1D3-248D-0BA8-75B4-2B9B27CEEE2C}"/>
                    </a:ext>
                  </a:extLst>
                </p14:cNvPr>
                <p14:cNvContentPartPr/>
                <p14:nvPr/>
              </p14:nvContentPartPr>
              <p14:xfrm>
                <a:off x="5074156" y="4421761"/>
                <a:ext cx="153667" cy="145216"/>
              </p14:xfrm>
            </p:contentPart>
          </mc:Choice>
          <mc:Fallback xmlns="">
            <p:pic>
              <p:nvPicPr>
                <p:cNvPr id="787" name="Mürekkep 786">
                  <a:extLst>
                    <a:ext uri="{FF2B5EF4-FFF2-40B4-BE49-F238E27FC236}">
                      <a16:creationId xmlns:a16="http://schemas.microsoft.com/office/drawing/2014/main" id="{9999B1D3-248D-0BA8-75B4-2B9B27CEEE2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038168" y="4385727"/>
                  <a:ext cx="225282" cy="21692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788" name="Mürekkep 787">
                <a:extLst>
                  <a:ext uri="{FF2B5EF4-FFF2-40B4-BE49-F238E27FC236}">
                    <a16:creationId xmlns:a16="http://schemas.microsoft.com/office/drawing/2014/main" id="{8650DD6B-0CB8-6A2F-3FEC-03915F77FF91}"/>
                  </a:ext>
                </a:extLst>
              </p14:cNvPr>
              <p14:cNvContentPartPr/>
              <p14:nvPr/>
            </p14:nvContentPartPr>
            <p14:xfrm>
              <a:off x="5435787" y="4437640"/>
              <a:ext cx="131898" cy="24587"/>
            </p14:xfrm>
          </p:contentPart>
        </mc:Choice>
        <mc:Fallback xmlns="">
          <p:pic>
            <p:nvPicPr>
              <p:cNvPr id="788" name="Mürekkep 787">
                <a:extLst>
                  <a:ext uri="{FF2B5EF4-FFF2-40B4-BE49-F238E27FC236}">
                    <a16:creationId xmlns:a16="http://schemas.microsoft.com/office/drawing/2014/main" id="{8650DD6B-0CB8-6A2F-3FEC-03915F77FF91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5399847" y="4401844"/>
                <a:ext cx="203418" cy="965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9" name="Grup 798">
            <a:extLst>
              <a:ext uri="{FF2B5EF4-FFF2-40B4-BE49-F238E27FC236}">
                <a16:creationId xmlns:a16="http://schemas.microsoft.com/office/drawing/2014/main" id="{487D9781-A99A-0E89-3F42-BEF123136C74}"/>
              </a:ext>
            </a:extLst>
          </p:cNvPr>
          <p:cNvGrpSpPr/>
          <p:nvPr/>
        </p:nvGrpSpPr>
        <p:grpSpPr>
          <a:xfrm>
            <a:off x="5665263" y="4341342"/>
            <a:ext cx="839792" cy="221793"/>
            <a:chOff x="5665263" y="4341342"/>
            <a:chExt cx="839792" cy="22179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790" name="Mürekkep 789">
                  <a:extLst>
                    <a:ext uri="{FF2B5EF4-FFF2-40B4-BE49-F238E27FC236}">
                      <a16:creationId xmlns:a16="http://schemas.microsoft.com/office/drawing/2014/main" id="{457A42C6-1791-81C2-78F2-77420E958242}"/>
                    </a:ext>
                  </a:extLst>
                </p14:cNvPr>
                <p14:cNvContentPartPr/>
                <p14:nvPr/>
              </p14:nvContentPartPr>
              <p14:xfrm>
                <a:off x="5665263" y="4370027"/>
                <a:ext cx="116531" cy="192852"/>
              </p14:xfrm>
            </p:contentPart>
          </mc:Choice>
          <mc:Fallback xmlns="">
            <p:pic>
              <p:nvPicPr>
                <p:cNvPr id="790" name="Mürekkep 789">
                  <a:extLst>
                    <a:ext uri="{FF2B5EF4-FFF2-40B4-BE49-F238E27FC236}">
                      <a16:creationId xmlns:a16="http://schemas.microsoft.com/office/drawing/2014/main" id="{457A42C6-1791-81C2-78F2-77420E95824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29656" y="4334047"/>
                  <a:ext cx="188104" cy="26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791" name="Mürekkep 790">
                  <a:extLst>
                    <a:ext uri="{FF2B5EF4-FFF2-40B4-BE49-F238E27FC236}">
                      <a16:creationId xmlns:a16="http://schemas.microsoft.com/office/drawing/2014/main" id="{4C6789BE-1832-BC86-24B9-64BAA4AF151B}"/>
                    </a:ext>
                  </a:extLst>
                </p14:cNvPr>
                <p14:cNvContentPartPr/>
                <p14:nvPr/>
              </p14:nvContentPartPr>
              <p14:xfrm>
                <a:off x="5879629" y="4356453"/>
                <a:ext cx="28685" cy="161351"/>
              </p14:xfrm>
            </p:contentPart>
          </mc:Choice>
          <mc:Fallback xmlns="">
            <p:pic>
              <p:nvPicPr>
                <p:cNvPr id="791" name="Mürekkep 790">
                  <a:extLst>
                    <a:ext uri="{FF2B5EF4-FFF2-40B4-BE49-F238E27FC236}">
                      <a16:creationId xmlns:a16="http://schemas.microsoft.com/office/drawing/2014/main" id="{4C6789BE-1832-BC86-24B9-64BAA4AF151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844131" y="4320517"/>
                  <a:ext cx="100039" cy="232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792" name="Mürekkep 791">
                  <a:extLst>
                    <a:ext uri="{FF2B5EF4-FFF2-40B4-BE49-F238E27FC236}">
                      <a16:creationId xmlns:a16="http://schemas.microsoft.com/office/drawing/2014/main" id="{594C6FFB-1E65-C4C3-BC6C-526D08D52429}"/>
                    </a:ext>
                  </a:extLst>
                </p14:cNvPr>
                <p14:cNvContentPartPr/>
                <p14:nvPr/>
              </p14:nvContentPartPr>
              <p14:xfrm>
                <a:off x="5998465" y="4488607"/>
                <a:ext cx="39697" cy="74273"/>
              </p14:xfrm>
            </p:contentPart>
          </mc:Choice>
          <mc:Fallback xmlns="">
            <p:pic>
              <p:nvPicPr>
                <p:cNvPr id="792" name="Mürekkep 791">
                  <a:extLst>
                    <a:ext uri="{FF2B5EF4-FFF2-40B4-BE49-F238E27FC236}">
                      <a16:creationId xmlns:a16="http://schemas.microsoft.com/office/drawing/2014/main" id="{594C6FFB-1E65-C4C3-BC6C-526D08D5242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962702" y="4452726"/>
                  <a:ext cx="110865" cy="1456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793" name="Mürekkep 792">
                  <a:extLst>
                    <a:ext uri="{FF2B5EF4-FFF2-40B4-BE49-F238E27FC236}">
                      <a16:creationId xmlns:a16="http://schemas.microsoft.com/office/drawing/2014/main" id="{F5A14E86-F019-F257-CAE6-3FE0BBB0C1E1}"/>
                    </a:ext>
                  </a:extLst>
                </p14:cNvPr>
                <p14:cNvContentPartPr/>
                <p14:nvPr/>
              </p14:nvContentPartPr>
              <p14:xfrm>
                <a:off x="6143169" y="4385393"/>
                <a:ext cx="21001" cy="155716"/>
              </p14:xfrm>
            </p:contentPart>
          </mc:Choice>
          <mc:Fallback xmlns="">
            <p:pic>
              <p:nvPicPr>
                <p:cNvPr id="793" name="Mürekkep 792">
                  <a:extLst>
                    <a:ext uri="{FF2B5EF4-FFF2-40B4-BE49-F238E27FC236}">
                      <a16:creationId xmlns:a16="http://schemas.microsoft.com/office/drawing/2014/main" id="{F5A14E86-F019-F257-CAE6-3FE0BBB0C1E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106960" y="4349431"/>
                  <a:ext cx="93056" cy="227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794" name="Mürekkep 793">
                  <a:extLst>
                    <a:ext uri="{FF2B5EF4-FFF2-40B4-BE49-F238E27FC236}">
                      <a16:creationId xmlns:a16="http://schemas.microsoft.com/office/drawing/2014/main" id="{16644776-95A7-67F1-21C2-51569EAC3391}"/>
                    </a:ext>
                  </a:extLst>
                </p14:cNvPr>
                <p14:cNvContentPartPr/>
                <p14:nvPr/>
              </p14:nvContentPartPr>
              <p14:xfrm>
                <a:off x="6254065" y="4378222"/>
                <a:ext cx="119092" cy="148545"/>
              </p14:xfrm>
            </p:contentPart>
          </mc:Choice>
          <mc:Fallback xmlns="">
            <p:pic>
              <p:nvPicPr>
                <p:cNvPr id="794" name="Mürekkep 793">
                  <a:extLst>
                    <a:ext uri="{FF2B5EF4-FFF2-40B4-BE49-F238E27FC236}">
                      <a16:creationId xmlns:a16="http://schemas.microsoft.com/office/drawing/2014/main" id="{16644776-95A7-67F1-21C2-51569EAC339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218086" y="4342255"/>
                  <a:ext cx="190691" cy="2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795" name="Mürekkep 794">
                  <a:extLst>
                    <a:ext uri="{FF2B5EF4-FFF2-40B4-BE49-F238E27FC236}">
                      <a16:creationId xmlns:a16="http://schemas.microsoft.com/office/drawing/2014/main" id="{F46F6F8A-DFA1-0E35-1C4E-34289D49468A}"/>
                    </a:ext>
                  </a:extLst>
                </p14:cNvPr>
                <p14:cNvContentPartPr/>
                <p14:nvPr/>
              </p14:nvContentPartPr>
              <p14:xfrm>
                <a:off x="6390829" y="4341342"/>
                <a:ext cx="67357" cy="33038"/>
              </p14:xfrm>
            </p:contentPart>
          </mc:Choice>
          <mc:Fallback xmlns="">
            <p:pic>
              <p:nvPicPr>
                <p:cNvPr id="795" name="Mürekkep 794">
                  <a:extLst>
                    <a:ext uri="{FF2B5EF4-FFF2-40B4-BE49-F238E27FC236}">
                      <a16:creationId xmlns:a16="http://schemas.microsoft.com/office/drawing/2014/main" id="{F46F6F8A-DFA1-0E35-1C4E-34289D49468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355359" y="4305431"/>
                  <a:ext cx="138655" cy="104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796" name="Mürekkep 795">
                  <a:extLst>
                    <a:ext uri="{FF2B5EF4-FFF2-40B4-BE49-F238E27FC236}">
                      <a16:creationId xmlns:a16="http://schemas.microsoft.com/office/drawing/2014/main" id="{A282AA94-FBDB-400A-097A-801AFF76882A}"/>
                    </a:ext>
                  </a:extLst>
                </p14:cNvPr>
                <p14:cNvContentPartPr/>
                <p14:nvPr/>
              </p14:nvContentPartPr>
              <p14:xfrm>
                <a:off x="6406196" y="4399992"/>
                <a:ext cx="98859" cy="163143"/>
              </p14:xfrm>
            </p:contentPart>
          </mc:Choice>
          <mc:Fallback xmlns="">
            <p:pic>
              <p:nvPicPr>
                <p:cNvPr id="796" name="Mürekkep 795">
                  <a:extLst>
                    <a:ext uri="{FF2B5EF4-FFF2-40B4-BE49-F238E27FC236}">
                      <a16:creationId xmlns:a16="http://schemas.microsoft.com/office/drawing/2014/main" id="{A282AA94-FBDB-400A-097A-801AFF76882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70247" y="4363978"/>
                  <a:ext cx="170397" cy="23481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797" name="Mürekkep 796">
                <a:extLst>
                  <a:ext uri="{FF2B5EF4-FFF2-40B4-BE49-F238E27FC236}">
                    <a16:creationId xmlns:a16="http://schemas.microsoft.com/office/drawing/2014/main" id="{F386658E-DB2A-3565-DD1C-712A19D0A954}"/>
                  </a:ext>
                </a:extLst>
              </p14:cNvPr>
              <p14:cNvContentPartPr/>
              <p14:nvPr/>
            </p14:nvContentPartPr>
            <p14:xfrm>
              <a:off x="6718909" y="4421761"/>
              <a:ext cx="139581" cy="30733"/>
            </p14:xfrm>
          </p:contentPart>
        </mc:Choice>
        <mc:Fallback xmlns="">
          <p:pic>
            <p:nvPicPr>
              <p:cNvPr id="797" name="Mürekkep 796">
                <a:extLst>
                  <a:ext uri="{FF2B5EF4-FFF2-40B4-BE49-F238E27FC236}">
                    <a16:creationId xmlns:a16="http://schemas.microsoft.com/office/drawing/2014/main" id="{F386658E-DB2A-3565-DD1C-712A19D0A95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6682935" y="4386025"/>
                <a:ext cx="211170" cy="101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798" name="Mürekkep 797">
                <a:extLst>
                  <a:ext uri="{FF2B5EF4-FFF2-40B4-BE49-F238E27FC236}">
                    <a16:creationId xmlns:a16="http://schemas.microsoft.com/office/drawing/2014/main" id="{AF41E7E2-96D1-900D-2BE4-682D18BEE79B}"/>
                  </a:ext>
                </a:extLst>
              </p14:cNvPr>
              <p14:cNvContentPartPr/>
              <p14:nvPr/>
            </p14:nvContentPartPr>
            <p14:xfrm>
              <a:off x="6713530" y="4533426"/>
              <a:ext cx="162887" cy="17672"/>
            </p14:xfrm>
          </p:contentPart>
        </mc:Choice>
        <mc:Fallback xmlns="">
          <p:pic>
            <p:nvPicPr>
              <p:cNvPr id="798" name="Mürekkep 797">
                <a:extLst>
                  <a:ext uri="{FF2B5EF4-FFF2-40B4-BE49-F238E27FC236}">
                    <a16:creationId xmlns:a16="http://schemas.microsoft.com/office/drawing/2014/main" id="{AF41E7E2-96D1-900D-2BE4-682D18BEE79B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6677932" y="4497721"/>
                <a:ext cx="234442" cy="89442"/>
              </a:xfrm>
              <a:prstGeom prst="rect">
                <a:avLst/>
              </a:prstGeom>
            </p:spPr>
          </p:pic>
        </mc:Fallback>
      </mc:AlternateContent>
      <p:grpSp>
        <p:nvGrpSpPr>
          <p:cNvPr id="826" name="Grup 825">
            <a:extLst>
              <a:ext uri="{FF2B5EF4-FFF2-40B4-BE49-F238E27FC236}">
                <a16:creationId xmlns:a16="http://schemas.microsoft.com/office/drawing/2014/main" id="{E3D5EF0F-1378-6346-AD70-8AD75A021C33}"/>
              </a:ext>
            </a:extLst>
          </p:cNvPr>
          <p:cNvGrpSpPr/>
          <p:nvPr/>
        </p:nvGrpSpPr>
        <p:grpSpPr>
          <a:xfrm>
            <a:off x="4149919" y="975461"/>
            <a:ext cx="1763771" cy="592908"/>
            <a:chOff x="4129175" y="943897"/>
            <a:chExt cx="1763771" cy="592908"/>
          </a:xfrm>
        </p:grpSpPr>
        <p:grpSp>
          <p:nvGrpSpPr>
            <p:cNvPr id="480" name="Grup 479">
              <a:extLst>
                <a:ext uri="{FF2B5EF4-FFF2-40B4-BE49-F238E27FC236}">
                  <a16:creationId xmlns:a16="http://schemas.microsoft.com/office/drawing/2014/main" id="{DCD9E34E-932A-D844-5E70-BC0905811E26}"/>
                </a:ext>
              </a:extLst>
            </p:cNvPr>
            <p:cNvGrpSpPr/>
            <p:nvPr/>
          </p:nvGrpSpPr>
          <p:grpSpPr>
            <a:xfrm>
              <a:off x="5567685" y="1053387"/>
              <a:ext cx="142936" cy="284146"/>
              <a:chOff x="5980413" y="1034005"/>
              <a:chExt cx="142936" cy="284146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08">
                <p14:nvContentPartPr>
                  <p14:cNvPr id="478" name="Mürekkep 477">
                    <a:extLst>
                      <a:ext uri="{FF2B5EF4-FFF2-40B4-BE49-F238E27FC236}">
                        <a16:creationId xmlns:a16="http://schemas.microsoft.com/office/drawing/2014/main" id="{735DC6F1-72CA-FE18-4218-3B2F0ACFD6BB}"/>
                      </a:ext>
                    </a:extLst>
                  </p14:cNvPr>
                  <p14:cNvContentPartPr/>
                  <p14:nvPr/>
                </p14:nvContentPartPr>
                <p14:xfrm>
                  <a:off x="5983519" y="1034005"/>
                  <a:ext cx="106339" cy="345"/>
                </p14:xfrm>
              </p:contentPart>
            </mc:Choice>
            <mc:Fallback xmlns="">
              <p:pic>
                <p:nvPicPr>
                  <p:cNvPr id="478" name="Mürekkep 477">
                    <a:extLst>
                      <a:ext uri="{FF2B5EF4-FFF2-40B4-BE49-F238E27FC236}">
                        <a16:creationId xmlns:a16="http://schemas.microsoft.com/office/drawing/2014/main" id="{735DC6F1-72CA-FE18-4218-3B2F0ACFD6BB}"/>
                      </a:ext>
                    </a:extLst>
                  </p:cNvPr>
                  <p:cNvPicPr/>
                  <p:nvPr/>
                </p:nvPicPr>
                <p:blipFill>
                  <a:blip r:embed="rId509"/>
                  <a:stretch>
                    <a:fillRect/>
                  </a:stretch>
                </p:blipFill>
                <p:spPr>
                  <a:xfrm>
                    <a:off x="5947472" y="999505"/>
                    <a:ext cx="178073" cy="6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0">
                <p14:nvContentPartPr>
                  <p14:cNvPr id="479" name="Mürekkep 478">
                    <a:extLst>
                      <a:ext uri="{FF2B5EF4-FFF2-40B4-BE49-F238E27FC236}">
                        <a16:creationId xmlns:a16="http://schemas.microsoft.com/office/drawing/2014/main" id="{76A555A4-A362-70E9-DEE1-546A1FC13258}"/>
                      </a:ext>
                    </a:extLst>
                  </p14:cNvPr>
                  <p14:cNvContentPartPr/>
                  <p14:nvPr/>
                </p14:nvContentPartPr>
                <p14:xfrm>
                  <a:off x="5980413" y="1039874"/>
                  <a:ext cx="142936" cy="278277"/>
                </p14:xfrm>
              </p:contentPart>
            </mc:Choice>
            <mc:Fallback xmlns="">
              <p:pic>
                <p:nvPicPr>
                  <p:cNvPr id="479" name="Mürekkep 478">
                    <a:extLst>
                      <a:ext uri="{FF2B5EF4-FFF2-40B4-BE49-F238E27FC236}">
                        <a16:creationId xmlns:a16="http://schemas.microsoft.com/office/drawing/2014/main" id="{76A555A4-A362-70E9-DEE1-546A1FC13258}"/>
                      </a:ext>
                    </a:extLst>
                  </p:cNvPr>
                  <p:cNvPicPr/>
                  <p:nvPr/>
                </p:nvPicPr>
                <p:blipFill>
                  <a:blip r:embed="rId511"/>
                  <a:stretch>
                    <a:fillRect/>
                  </a:stretch>
                </p:blipFill>
                <p:spPr>
                  <a:xfrm>
                    <a:off x="5944409" y="1003874"/>
                    <a:ext cx="214584" cy="34991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25" name="Grup 824">
              <a:extLst>
                <a:ext uri="{FF2B5EF4-FFF2-40B4-BE49-F238E27FC236}">
                  <a16:creationId xmlns:a16="http://schemas.microsoft.com/office/drawing/2014/main" id="{9FCA5496-C396-645B-430A-806EA1BA633B}"/>
                </a:ext>
              </a:extLst>
            </p:cNvPr>
            <p:cNvGrpSpPr/>
            <p:nvPr/>
          </p:nvGrpSpPr>
          <p:grpSpPr>
            <a:xfrm>
              <a:off x="4129175" y="943897"/>
              <a:ext cx="1763771" cy="592908"/>
              <a:chOff x="4553901" y="922435"/>
              <a:chExt cx="1763771" cy="59290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12">
                <p14:nvContentPartPr>
                  <p14:cNvPr id="461" name="Mürekkep 460">
                    <a:extLst>
                      <a:ext uri="{FF2B5EF4-FFF2-40B4-BE49-F238E27FC236}">
                        <a16:creationId xmlns:a16="http://schemas.microsoft.com/office/drawing/2014/main" id="{72A9450B-D82D-9EC6-0001-B44745DCCB7A}"/>
                      </a:ext>
                    </a:extLst>
                  </p14:cNvPr>
                  <p14:cNvContentPartPr/>
                  <p14:nvPr/>
                </p14:nvContentPartPr>
                <p14:xfrm>
                  <a:off x="4664636" y="1084067"/>
                  <a:ext cx="184712" cy="289325"/>
                </p14:xfrm>
              </p:contentPart>
            </mc:Choice>
            <mc:Fallback xmlns="">
              <p:pic>
                <p:nvPicPr>
                  <p:cNvPr id="461" name="Mürekkep 460">
                    <a:extLst>
                      <a:ext uri="{FF2B5EF4-FFF2-40B4-BE49-F238E27FC236}">
                        <a16:creationId xmlns:a16="http://schemas.microsoft.com/office/drawing/2014/main" id="{72A9450B-D82D-9EC6-0001-B44745DCCB7A}"/>
                      </a:ext>
                    </a:extLst>
                  </p:cNvPr>
                  <p:cNvPicPr/>
                  <p:nvPr/>
                </p:nvPicPr>
                <p:blipFill>
                  <a:blip r:embed="rId513"/>
                  <a:stretch>
                    <a:fillRect/>
                  </a:stretch>
                </p:blipFill>
                <p:spPr>
                  <a:xfrm>
                    <a:off x="4628990" y="1048081"/>
                    <a:ext cx="256364" cy="3609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4">
                <p14:nvContentPartPr>
                  <p14:cNvPr id="462" name="Mürekkep 461">
                    <a:extLst>
                      <a:ext uri="{FF2B5EF4-FFF2-40B4-BE49-F238E27FC236}">
                        <a16:creationId xmlns:a16="http://schemas.microsoft.com/office/drawing/2014/main" id="{EDFAF4C7-6763-7D3F-643E-10F82CFE7B57}"/>
                      </a:ext>
                    </a:extLst>
                  </p14:cNvPr>
                  <p14:cNvContentPartPr/>
                  <p14:nvPr/>
                </p14:nvContentPartPr>
                <p14:xfrm>
                  <a:off x="4963629" y="1103401"/>
                  <a:ext cx="213369" cy="209572"/>
                </p14:xfrm>
              </p:contentPart>
            </mc:Choice>
            <mc:Fallback xmlns="">
              <p:pic>
                <p:nvPicPr>
                  <p:cNvPr id="462" name="Mürekkep 461">
                    <a:extLst>
                      <a:ext uri="{FF2B5EF4-FFF2-40B4-BE49-F238E27FC236}">
                        <a16:creationId xmlns:a16="http://schemas.microsoft.com/office/drawing/2014/main" id="{EDFAF4C7-6763-7D3F-643E-10F82CFE7B57}"/>
                      </a:ext>
                    </a:extLst>
                  </p:cNvPr>
                  <p:cNvPicPr/>
                  <p:nvPr/>
                </p:nvPicPr>
                <p:blipFill>
                  <a:blip r:embed="rId515"/>
                  <a:stretch>
                    <a:fillRect/>
                  </a:stretch>
                </p:blipFill>
                <p:spPr>
                  <a:xfrm>
                    <a:off x="4927587" y="1067392"/>
                    <a:ext cx="285093" cy="2812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6">
                <p14:nvContentPartPr>
                  <p14:cNvPr id="465" name="Mürekkep 464">
                    <a:extLst>
                      <a:ext uri="{FF2B5EF4-FFF2-40B4-BE49-F238E27FC236}">
                        <a16:creationId xmlns:a16="http://schemas.microsoft.com/office/drawing/2014/main" id="{A7FCBEDC-6C5A-9F39-F60B-AEC63F1F89CA}"/>
                      </a:ext>
                    </a:extLst>
                  </p14:cNvPr>
                  <p14:cNvContentPartPr/>
                  <p14:nvPr/>
                </p14:nvContentPartPr>
                <p14:xfrm>
                  <a:off x="5423511" y="1288460"/>
                  <a:ext cx="73886" cy="108065"/>
                </p14:xfrm>
              </p:contentPart>
            </mc:Choice>
            <mc:Fallback xmlns="">
              <p:pic>
                <p:nvPicPr>
                  <p:cNvPr id="465" name="Mürekkep 464">
                    <a:extLst>
                      <a:ext uri="{FF2B5EF4-FFF2-40B4-BE49-F238E27FC236}">
                        <a16:creationId xmlns:a16="http://schemas.microsoft.com/office/drawing/2014/main" id="{A7FCBEDC-6C5A-9F39-F60B-AEC63F1F89CA}"/>
                      </a:ext>
                    </a:extLst>
                  </p:cNvPr>
                  <p:cNvPicPr/>
                  <p:nvPr/>
                </p:nvPicPr>
                <p:blipFill>
                  <a:blip r:embed="rId517"/>
                  <a:stretch>
                    <a:fillRect/>
                  </a:stretch>
                </p:blipFill>
                <p:spPr>
                  <a:xfrm>
                    <a:off x="5387469" y="1252438"/>
                    <a:ext cx="145609" cy="1797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8">
                <p14:nvContentPartPr>
                  <p14:cNvPr id="466" name="Mürekkep 465">
                    <a:extLst>
                      <a:ext uri="{FF2B5EF4-FFF2-40B4-BE49-F238E27FC236}">
                        <a16:creationId xmlns:a16="http://schemas.microsoft.com/office/drawing/2014/main" id="{BD7FFD20-F3C9-19D7-458F-604F767235D4}"/>
                      </a:ext>
                    </a:extLst>
                  </p14:cNvPr>
                  <p14:cNvContentPartPr/>
                  <p14:nvPr/>
                </p14:nvContentPartPr>
                <p14:xfrm>
                  <a:off x="5663466" y="1020194"/>
                  <a:ext cx="35217" cy="307624"/>
                </p14:xfrm>
              </p:contentPart>
            </mc:Choice>
            <mc:Fallback xmlns="">
              <p:pic>
                <p:nvPicPr>
                  <p:cNvPr id="466" name="Mürekkep 465">
                    <a:extLst>
                      <a:ext uri="{FF2B5EF4-FFF2-40B4-BE49-F238E27FC236}">
                        <a16:creationId xmlns:a16="http://schemas.microsoft.com/office/drawing/2014/main" id="{BD7FFD20-F3C9-19D7-458F-604F767235D4}"/>
                      </a:ext>
                    </a:extLst>
                  </p:cNvPr>
                  <p:cNvPicPr/>
                  <p:nvPr/>
                </p:nvPicPr>
                <p:blipFill>
                  <a:blip r:embed="rId519"/>
                  <a:stretch>
                    <a:fillRect/>
                  </a:stretch>
                </p:blipFill>
                <p:spPr>
                  <a:xfrm>
                    <a:off x="5627890" y="984215"/>
                    <a:ext cx="106729" cy="3792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0">
                <p14:nvContentPartPr>
                  <p14:cNvPr id="467" name="Mürekkep 466">
                    <a:extLst>
                      <a:ext uri="{FF2B5EF4-FFF2-40B4-BE49-F238E27FC236}">
                        <a16:creationId xmlns:a16="http://schemas.microsoft.com/office/drawing/2014/main" id="{32C17BA3-1245-DE38-2D9B-DDE1F9C3E6E5}"/>
                      </a:ext>
                    </a:extLst>
                  </p14:cNvPr>
                  <p14:cNvContentPartPr/>
                  <p14:nvPr/>
                </p14:nvContentPartPr>
                <p14:xfrm>
                  <a:off x="5778438" y="1039528"/>
                  <a:ext cx="157092" cy="223726"/>
                </p14:xfrm>
              </p:contentPart>
            </mc:Choice>
            <mc:Fallback xmlns="">
              <p:pic>
                <p:nvPicPr>
                  <p:cNvPr id="467" name="Mürekkep 466">
                    <a:extLst>
                      <a:ext uri="{FF2B5EF4-FFF2-40B4-BE49-F238E27FC236}">
                        <a16:creationId xmlns:a16="http://schemas.microsoft.com/office/drawing/2014/main" id="{32C17BA3-1245-DE38-2D9B-DDE1F9C3E6E5}"/>
                      </a:ext>
                    </a:extLst>
                  </p:cNvPr>
                  <p:cNvPicPr/>
                  <p:nvPr/>
                </p:nvPicPr>
                <p:blipFill>
                  <a:blip r:embed="rId521"/>
                  <a:stretch>
                    <a:fillRect/>
                  </a:stretch>
                </p:blipFill>
                <p:spPr>
                  <a:xfrm>
                    <a:off x="5742408" y="1003862"/>
                    <a:ext cx="228792" cy="2954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2">
                <p14:nvContentPartPr>
                  <p14:cNvPr id="475" name="Mürekkep 474">
                    <a:extLst>
                      <a:ext uri="{FF2B5EF4-FFF2-40B4-BE49-F238E27FC236}">
                        <a16:creationId xmlns:a16="http://schemas.microsoft.com/office/drawing/2014/main" id="{35B8B557-106D-D376-1056-B60FF45A79BC}"/>
                      </a:ext>
                    </a:extLst>
                  </p14:cNvPr>
                  <p14:cNvContentPartPr/>
                  <p14:nvPr/>
                </p14:nvContentPartPr>
                <p14:xfrm>
                  <a:off x="5228442" y="1053339"/>
                  <a:ext cx="153639" cy="10358"/>
                </p14:xfrm>
              </p:contentPart>
            </mc:Choice>
            <mc:Fallback xmlns="">
              <p:pic>
                <p:nvPicPr>
                  <p:cNvPr id="475" name="Mürekkep 474">
                    <a:extLst>
                      <a:ext uri="{FF2B5EF4-FFF2-40B4-BE49-F238E27FC236}">
                        <a16:creationId xmlns:a16="http://schemas.microsoft.com/office/drawing/2014/main" id="{35B8B557-106D-D376-1056-B60FF45A79BC}"/>
                      </a:ext>
                    </a:extLst>
                  </p:cNvPr>
                  <p:cNvPicPr/>
                  <p:nvPr/>
                </p:nvPicPr>
                <p:blipFill>
                  <a:blip r:embed="rId523"/>
                  <a:stretch>
                    <a:fillRect/>
                  </a:stretch>
                </p:blipFill>
                <p:spPr>
                  <a:xfrm>
                    <a:off x="5192737" y="1017622"/>
                    <a:ext cx="225409" cy="814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4">
                <p14:nvContentPartPr>
                  <p14:cNvPr id="476" name="Mürekkep 475">
                    <a:extLst>
                      <a:ext uri="{FF2B5EF4-FFF2-40B4-BE49-F238E27FC236}">
                        <a16:creationId xmlns:a16="http://schemas.microsoft.com/office/drawing/2014/main" id="{ABF00C14-A3B5-D7B0-CD56-B4B4D2E611DE}"/>
                      </a:ext>
                    </a:extLst>
                  </p14:cNvPr>
                  <p14:cNvContentPartPr/>
                  <p14:nvPr/>
                </p14:nvContentPartPr>
                <p14:xfrm>
                  <a:off x="5211179" y="1078887"/>
                  <a:ext cx="109102" cy="258943"/>
                </p14:xfrm>
              </p:contentPart>
            </mc:Choice>
            <mc:Fallback xmlns="">
              <p:pic>
                <p:nvPicPr>
                  <p:cNvPr id="476" name="Mürekkep 475">
                    <a:extLst>
                      <a:ext uri="{FF2B5EF4-FFF2-40B4-BE49-F238E27FC236}">
                        <a16:creationId xmlns:a16="http://schemas.microsoft.com/office/drawing/2014/main" id="{ABF00C14-A3B5-D7B0-CD56-B4B4D2E611DE}"/>
                      </a:ext>
                    </a:extLst>
                  </p:cNvPr>
                  <p:cNvPicPr/>
                  <p:nvPr/>
                </p:nvPicPr>
                <p:blipFill>
                  <a:blip r:embed="rId525"/>
                  <a:stretch>
                    <a:fillRect/>
                  </a:stretch>
                </p:blipFill>
                <p:spPr>
                  <a:xfrm>
                    <a:off x="5175172" y="1042923"/>
                    <a:ext cx="180756" cy="330512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824" name="Dikdörtgen: Köşeleri Yuvarlatılmış 823">
                <a:extLst>
                  <a:ext uri="{FF2B5EF4-FFF2-40B4-BE49-F238E27FC236}">
                    <a16:creationId xmlns:a16="http://schemas.microsoft.com/office/drawing/2014/main" id="{83DF3EC0-EAB0-8483-EB4D-4283E8BE136E}"/>
                  </a:ext>
                </a:extLst>
              </p:cNvPr>
              <p:cNvSpPr/>
              <p:nvPr/>
            </p:nvSpPr>
            <p:spPr>
              <a:xfrm>
                <a:off x="4553901" y="922435"/>
                <a:ext cx="1763771" cy="59290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</p:grpSp>
      <p:grpSp>
        <p:nvGrpSpPr>
          <p:cNvPr id="831" name="Grup 830">
            <a:extLst>
              <a:ext uri="{FF2B5EF4-FFF2-40B4-BE49-F238E27FC236}">
                <a16:creationId xmlns:a16="http://schemas.microsoft.com/office/drawing/2014/main" id="{BCF253E5-5F5B-1B3C-B786-1023F12523D4}"/>
              </a:ext>
            </a:extLst>
          </p:cNvPr>
          <p:cNvGrpSpPr/>
          <p:nvPr/>
        </p:nvGrpSpPr>
        <p:grpSpPr>
          <a:xfrm>
            <a:off x="4261000" y="1903836"/>
            <a:ext cx="1042774" cy="556563"/>
            <a:chOff x="4219751" y="1903836"/>
            <a:chExt cx="1042774" cy="658761"/>
          </a:xfrm>
        </p:grpSpPr>
        <p:grpSp>
          <p:nvGrpSpPr>
            <p:cNvPr id="547" name="Grup 546">
              <a:extLst>
                <a:ext uri="{FF2B5EF4-FFF2-40B4-BE49-F238E27FC236}">
                  <a16:creationId xmlns:a16="http://schemas.microsoft.com/office/drawing/2014/main" id="{806874A4-24A7-3133-3330-7B4E833B7484}"/>
                </a:ext>
              </a:extLst>
            </p:cNvPr>
            <p:cNvGrpSpPr/>
            <p:nvPr/>
          </p:nvGrpSpPr>
          <p:grpSpPr>
            <a:xfrm>
              <a:off x="4285308" y="2003180"/>
              <a:ext cx="702918" cy="392269"/>
              <a:chOff x="4285308" y="2003180"/>
              <a:chExt cx="702918" cy="39226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6">
                <p14:nvContentPartPr>
                  <p14:cNvPr id="540" name="Mürekkep 539">
                    <a:extLst>
                      <a:ext uri="{FF2B5EF4-FFF2-40B4-BE49-F238E27FC236}">
                        <a16:creationId xmlns:a16="http://schemas.microsoft.com/office/drawing/2014/main" id="{575E2CBA-C166-6633-88BD-EAD03D151045}"/>
                      </a:ext>
                    </a:extLst>
                  </p14:cNvPr>
                  <p14:cNvContentPartPr/>
                  <p14:nvPr/>
                </p14:nvContentPartPr>
                <p14:xfrm>
                  <a:off x="4285308" y="2172640"/>
                  <a:ext cx="164750" cy="155600"/>
                </p14:xfrm>
              </p:contentPart>
            </mc:Choice>
            <mc:Fallback xmlns="">
              <p:pic>
                <p:nvPicPr>
                  <p:cNvPr id="540" name="Mürekkep 539">
                    <a:extLst>
                      <a:ext uri="{FF2B5EF4-FFF2-40B4-BE49-F238E27FC236}">
                        <a16:creationId xmlns:a16="http://schemas.microsoft.com/office/drawing/2014/main" id="{575E2CBA-C166-6633-88BD-EAD03D151045}"/>
                      </a:ext>
                    </a:extLst>
                  </p:cNvPr>
                  <p:cNvPicPr/>
                  <p:nvPr/>
                </p:nvPicPr>
                <p:blipFill>
                  <a:blip r:embed="rId527"/>
                  <a:stretch>
                    <a:fillRect/>
                  </a:stretch>
                </p:blipFill>
                <p:spPr>
                  <a:xfrm>
                    <a:off x="4249336" y="2130010"/>
                    <a:ext cx="236334" cy="2404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8">
                <p14:nvContentPartPr>
                  <p14:cNvPr id="541" name="Mürekkep 540">
                    <a:extLst>
                      <a:ext uri="{FF2B5EF4-FFF2-40B4-BE49-F238E27FC236}">
                        <a16:creationId xmlns:a16="http://schemas.microsoft.com/office/drawing/2014/main" id="{ED3F14D1-6713-C2FC-2006-D9E0482E1056}"/>
                      </a:ext>
                    </a:extLst>
                  </p14:cNvPr>
                  <p14:cNvContentPartPr/>
                  <p14:nvPr/>
                </p14:nvContentPartPr>
                <p14:xfrm>
                  <a:off x="4514113" y="2304704"/>
                  <a:ext cx="36922" cy="90745"/>
                </p14:xfrm>
              </p:contentPart>
            </mc:Choice>
            <mc:Fallback xmlns="">
              <p:pic>
                <p:nvPicPr>
                  <p:cNvPr id="541" name="Mürekkep 540">
                    <a:extLst>
                      <a:ext uri="{FF2B5EF4-FFF2-40B4-BE49-F238E27FC236}">
                        <a16:creationId xmlns:a16="http://schemas.microsoft.com/office/drawing/2014/main" id="{ED3F14D1-6713-C2FC-2006-D9E0482E1056}"/>
                      </a:ext>
                    </a:extLst>
                  </p:cNvPr>
                  <p:cNvPicPr/>
                  <p:nvPr/>
                </p:nvPicPr>
                <p:blipFill>
                  <a:blip r:embed="rId529"/>
                  <a:stretch>
                    <a:fillRect/>
                  </a:stretch>
                </p:blipFill>
                <p:spPr>
                  <a:xfrm>
                    <a:off x="4478625" y="2262527"/>
                    <a:ext cx="108257" cy="1755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0">
                <p14:nvContentPartPr>
                  <p14:cNvPr id="542" name="Mürekkep 541">
                    <a:extLst>
                      <a:ext uri="{FF2B5EF4-FFF2-40B4-BE49-F238E27FC236}">
                        <a16:creationId xmlns:a16="http://schemas.microsoft.com/office/drawing/2014/main" id="{9967DEEE-7559-55D4-38A0-4611CEFD65DD}"/>
                      </a:ext>
                    </a:extLst>
                  </p14:cNvPr>
                  <p14:cNvContentPartPr/>
                  <p14:nvPr/>
                </p14:nvContentPartPr>
                <p14:xfrm>
                  <a:off x="4649494" y="2063066"/>
                  <a:ext cx="31327" cy="217841"/>
                </p14:xfrm>
              </p:contentPart>
            </mc:Choice>
            <mc:Fallback xmlns="">
              <p:pic>
                <p:nvPicPr>
                  <p:cNvPr id="542" name="Mürekkep 541">
                    <a:extLst>
                      <a:ext uri="{FF2B5EF4-FFF2-40B4-BE49-F238E27FC236}">
                        <a16:creationId xmlns:a16="http://schemas.microsoft.com/office/drawing/2014/main" id="{9967DEEE-7559-55D4-38A0-4611CEFD65DD}"/>
                      </a:ext>
                    </a:extLst>
                  </p:cNvPr>
                  <p:cNvPicPr/>
                  <p:nvPr/>
                </p:nvPicPr>
                <p:blipFill>
                  <a:blip r:embed="rId531"/>
                  <a:stretch>
                    <a:fillRect/>
                  </a:stretch>
                </p:blipFill>
                <p:spPr>
                  <a:xfrm>
                    <a:off x="4613846" y="2020436"/>
                    <a:ext cx="102983" cy="3026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2">
                <p14:nvContentPartPr>
                  <p14:cNvPr id="543" name="Mürekkep 542">
                    <a:extLst>
                      <a:ext uri="{FF2B5EF4-FFF2-40B4-BE49-F238E27FC236}">
                        <a16:creationId xmlns:a16="http://schemas.microsoft.com/office/drawing/2014/main" id="{AA55AB90-1C42-0F0D-6385-0B88A3919B23}"/>
                      </a:ext>
                    </a:extLst>
                  </p14:cNvPr>
                  <p14:cNvContentPartPr/>
                  <p14:nvPr/>
                </p14:nvContentPartPr>
                <p14:xfrm>
                  <a:off x="4764736" y="2040576"/>
                  <a:ext cx="102095" cy="208165"/>
                </p14:xfrm>
              </p:contentPart>
            </mc:Choice>
            <mc:Fallback xmlns="">
              <p:pic>
                <p:nvPicPr>
                  <p:cNvPr id="543" name="Mürekkep 542">
                    <a:extLst>
                      <a:ext uri="{FF2B5EF4-FFF2-40B4-BE49-F238E27FC236}">
                        <a16:creationId xmlns:a16="http://schemas.microsoft.com/office/drawing/2014/main" id="{AA55AB90-1C42-0F0D-6385-0B88A3919B23}"/>
                      </a:ext>
                    </a:extLst>
                  </p:cNvPr>
                  <p:cNvPicPr/>
                  <p:nvPr/>
                </p:nvPicPr>
                <p:blipFill>
                  <a:blip r:embed="rId533"/>
                  <a:stretch>
                    <a:fillRect/>
                  </a:stretch>
                </p:blipFill>
                <p:spPr>
                  <a:xfrm>
                    <a:off x="4729147" y="1998006"/>
                    <a:ext cx="173633" cy="2928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4">
                <p14:nvContentPartPr>
                  <p14:cNvPr id="544" name="Mürekkep 543">
                    <a:extLst>
                      <a:ext uri="{FF2B5EF4-FFF2-40B4-BE49-F238E27FC236}">
                        <a16:creationId xmlns:a16="http://schemas.microsoft.com/office/drawing/2014/main" id="{D225DF2F-57E0-F4C9-287F-9E099AA96722}"/>
                      </a:ext>
                    </a:extLst>
                  </p14:cNvPr>
                  <p14:cNvContentPartPr/>
                  <p14:nvPr/>
                </p14:nvContentPartPr>
                <p14:xfrm>
                  <a:off x="4908787" y="2010763"/>
                  <a:ext cx="66012" cy="37919"/>
                </p14:xfrm>
              </p:contentPart>
            </mc:Choice>
            <mc:Fallback xmlns="">
              <p:pic>
                <p:nvPicPr>
                  <p:cNvPr id="544" name="Mürekkep 543">
                    <a:extLst>
                      <a:ext uri="{FF2B5EF4-FFF2-40B4-BE49-F238E27FC236}">
                        <a16:creationId xmlns:a16="http://schemas.microsoft.com/office/drawing/2014/main" id="{D225DF2F-57E0-F4C9-287F-9E099AA96722}"/>
                      </a:ext>
                    </a:extLst>
                  </p:cNvPr>
                  <p:cNvPicPr/>
                  <p:nvPr/>
                </p:nvPicPr>
                <p:blipFill>
                  <a:blip r:embed="rId535"/>
                  <a:stretch>
                    <a:fillRect/>
                  </a:stretch>
                </p:blipFill>
                <p:spPr>
                  <a:xfrm>
                    <a:off x="4872715" y="1968157"/>
                    <a:ext cx="137796" cy="1227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6">
                <p14:nvContentPartPr>
                  <p14:cNvPr id="545" name="Mürekkep 544">
                    <a:extLst>
                      <a:ext uri="{FF2B5EF4-FFF2-40B4-BE49-F238E27FC236}">
                        <a16:creationId xmlns:a16="http://schemas.microsoft.com/office/drawing/2014/main" id="{A3E4CEDC-F779-ABA3-8843-BC36984B529B}"/>
                      </a:ext>
                    </a:extLst>
                  </p14:cNvPr>
                  <p14:cNvContentPartPr/>
                  <p14:nvPr/>
                </p14:nvContentPartPr>
                <p14:xfrm>
                  <a:off x="4886410" y="2063066"/>
                  <a:ext cx="87830" cy="252360"/>
                </p14:xfrm>
              </p:contentPart>
            </mc:Choice>
            <mc:Fallback xmlns="">
              <p:pic>
                <p:nvPicPr>
                  <p:cNvPr id="545" name="Mürekkep 544">
                    <a:extLst>
                      <a:ext uri="{FF2B5EF4-FFF2-40B4-BE49-F238E27FC236}">
                        <a16:creationId xmlns:a16="http://schemas.microsoft.com/office/drawing/2014/main" id="{A3E4CEDC-F779-ABA3-8843-BC36984B529B}"/>
                      </a:ext>
                    </a:extLst>
                  </p:cNvPr>
                  <p:cNvPicPr/>
                  <p:nvPr/>
                </p:nvPicPr>
                <p:blipFill>
                  <a:blip r:embed="rId537"/>
                  <a:stretch>
                    <a:fillRect/>
                  </a:stretch>
                </p:blipFill>
                <p:spPr>
                  <a:xfrm>
                    <a:off x="4850414" y="2020510"/>
                    <a:ext cx="159462" cy="3370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8">
                <p14:nvContentPartPr>
                  <p14:cNvPr id="546" name="Mürekkep 545">
                    <a:extLst>
                      <a:ext uri="{FF2B5EF4-FFF2-40B4-BE49-F238E27FC236}">
                        <a16:creationId xmlns:a16="http://schemas.microsoft.com/office/drawing/2014/main" id="{4644BC48-A80C-AAE6-A9AD-190AF2791B8B}"/>
                      </a:ext>
                    </a:extLst>
                  </p14:cNvPr>
                  <p14:cNvContentPartPr/>
                  <p14:nvPr/>
                </p14:nvContentPartPr>
                <p14:xfrm>
                  <a:off x="4928648" y="2003180"/>
                  <a:ext cx="59578" cy="15952"/>
                </p14:xfrm>
              </p:contentPart>
            </mc:Choice>
            <mc:Fallback xmlns="">
              <p:pic>
                <p:nvPicPr>
                  <p:cNvPr id="546" name="Mürekkep 545">
                    <a:extLst>
                      <a:ext uri="{FF2B5EF4-FFF2-40B4-BE49-F238E27FC236}">
                        <a16:creationId xmlns:a16="http://schemas.microsoft.com/office/drawing/2014/main" id="{4644BC48-A80C-AAE6-A9AD-190AF2791B8B}"/>
                      </a:ext>
                    </a:extLst>
                  </p:cNvPr>
                  <p:cNvPicPr/>
                  <p:nvPr/>
                </p:nvPicPr>
                <p:blipFill>
                  <a:blip r:embed="rId539"/>
                  <a:stretch>
                    <a:fillRect/>
                  </a:stretch>
                </p:blipFill>
                <p:spPr>
                  <a:xfrm>
                    <a:off x="4892901" y="1961201"/>
                    <a:ext cx="131433" cy="9949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27" name="Dikdörtgen: Köşeleri Yuvarlatılmış 826">
              <a:extLst>
                <a:ext uri="{FF2B5EF4-FFF2-40B4-BE49-F238E27FC236}">
                  <a16:creationId xmlns:a16="http://schemas.microsoft.com/office/drawing/2014/main" id="{E24C4325-A623-9C68-1A73-AAFA3334756D}"/>
                </a:ext>
              </a:extLst>
            </p:cNvPr>
            <p:cNvSpPr/>
            <p:nvPr/>
          </p:nvSpPr>
          <p:spPr>
            <a:xfrm>
              <a:off x="4219751" y="1903836"/>
              <a:ext cx="1042774" cy="65876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832" name="Grup 831">
            <a:extLst>
              <a:ext uri="{FF2B5EF4-FFF2-40B4-BE49-F238E27FC236}">
                <a16:creationId xmlns:a16="http://schemas.microsoft.com/office/drawing/2014/main" id="{FCBC9827-E08E-C76C-C956-9D44CADF18E5}"/>
              </a:ext>
            </a:extLst>
          </p:cNvPr>
          <p:cNvGrpSpPr/>
          <p:nvPr/>
        </p:nvGrpSpPr>
        <p:grpSpPr>
          <a:xfrm>
            <a:off x="4904007" y="2704994"/>
            <a:ext cx="1327355" cy="567352"/>
            <a:chOff x="4916129" y="2718301"/>
            <a:chExt cx="1327355" cy="56735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618" name="Mürekkep 617">
                  <a:extLst>
                    <a:ext uri="{FF2B5EF4-FFF2-40B4-BE49-F238E27FC236}">
                      <a16:creationId xmlns:a16="http://schemas.microsoft.com/office/drawing/2014/main" id="{8DACE507-2E0C-6EBC-EA1D-1A544FA21892}"/>
                    </a:ext>
                  </a:extLst>
                </p14:cNvPr>
                <p14:cNvContentPartPr/>
                <p14:nvPr/>
              </p14:nvContentPartPr>
              <p14:xfrm>
                <a:off x="5011061" y="2854436"/>
                <a:ext cx="12850" cy="212661"/>
              </p14:xfrm>
            </p:contentPart>
          </mc:Choice>
          <mc:Fallback xmlns="">
            <p:pic>
              <p:nvPicPr>
                <p:cNvPr id="618" name="Mürekkep 617">
                  <a:extLst>
                    <a:ext uri="{FF2B5EF4-FFF2-40B4-BE49-F238E27FC236}">
                      <a16:creationId xmlns:a16="http://schemas.microsoft.com/office/drawing/2014/main" id="{8DACE507-2E0C-6EBC-EA1D-1A544FA2189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75367" y="2818813"/>
                  <a:ext cx="83882" cy="284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619" name="Mürekkep 618">
                  <a:extLst>
                    <a:ext uri="{FF2B5EF4-FFF2-40B4-BE49-F238E27FC236}">
                      <a16:creationId xmlns:a16="http://schemas.microsoft.com/office/drawing/2014/main" id="{2B57CF58-3A4F-2EBE-BF0C-F158DDDCA3A3}"/>
                    </a:ext>
                  </a:extLst>
                </p14:cNvPr>
                <p14:cNvContentPartPr/>
                <p14:nvPr/>
              </p14:nvContentPartPr>
              <p14:xfrm>
                <a:off x="5082115" y="2907601"/>
                <a:ext cx="140095" cy="123717"/>
              </p14:xfrm>
            </p:contentPart>
          </mc:Choice>
          <mc:Fallback xmlns="">
            <p:pic>
              <p:nvPicPr>
                <p:cNvPr id="619" name="Mürekkep 618">
                  <a:extLst>
                    <a:ext uri="{FF2B5EF4-FFF2-40B4-BE49-F238E27FC236}">
                      <a16:creationId xmlns:a16="http://schemas.microsoft.com/office/drawing/2014/main" id="{2B57CF58-3A4F-2EBE-BF0C-F158DDDCA3A3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046101" y="2871996"/>
                  <a:ext cx="211763" cy="1952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620" name="Mürekkep 619">
                  <a:extLst>
                    <a:ext uri="{FF2B5EF4-FFF2-40B4-BE49-F238E27FC236}">
                      <a16:creationId xmlns:a16="http://schemas.microsoft.com/office/drawing/2014/main" id="{94F32F2D-5C1E-02CF-B122-BB974BEC4BF7}"/>
                    </a:ext>
                  </a:extLst>
                </p14:cNvPr>
                <p14:cNvContentPartPr/>
                <p14:nvPr/>
              </p14:nvContentPartPr>
              <p14:xfrm>
                <a:off x="5262525" y="2901050"/>
                <a:ext cx="109607" cy="144629"/>
              </p14:xfrm>
            </p:contentPart>
          </mc:Choice>
          <mc:Fallback xmlns="">
            <p:pic>
              <p:nvPicPr>
                <p:cNvPr id="620" name="Mürekkep 619">
                  <a:extLst>
                    <a:ext uri="{FF2B5EF4-FFF2-40B4-BE49-F238E27FC236}">
                      <a16:creationId xmlns:a16="http://schemas.microsoft.com/office/drawing/2014/main" id="{94F32F2D-5C1E-02CF-B122-BB974BEC4BF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226588" y="2865432"/>
                  <a:ext cx="181121" cy="216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621" name="Mürekkep 620">
                  <a:extLst>
                    <a:ext uri="{FF2B5EF4-FFF2-40B4-BE49-F238E27FC236}">
                      <a16:creationId xmlns:a16="http://schemas.microsoft.com/office/drawing/2014/main" id="{593AA48D-67A5-ED15-C5F1-7D9963750AFD}"/>
                    </a:ext>
                  </a:extLst>
                </p14:cNvPr>
                <p14:cNvContentPartPr/>
                <p14:nvPr/>
              </p14:nvContentPartPr>
              <p14:xfrm>
                <a:off x="5275123" y="2972357"/>
                <a:ext cx="129764" cy="23433"/>
              </p14:xfrm>
            </p:contentPart>
          </mc:Choice>
          <mc:Fallback xmlns="">
            <p:pic>
              <p:nvPicPr>
                <p:cNvPr id="621" name="Mürekkep 620">
                  <a:extLst>
                    <a:ext uri="{FF2B5EF4-FFF2-40B4-BE49-F238E27FC236}">
                      <a16:creationId xmlns:a16="http://schemas.microsoft.com/office/drawing/2014/main" id="{593AA48D-67A5-ED15-C5F1-7D9963750AF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239537" y="2936667"/>
                  <a:ext cx="201296" cy="95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622" name="Mürekkep 621">
                  <a:extLst>
                    <a:ext uri="{FF2B5EF4-FFF2-40B4-BE49-F238E27FC236}">
                      <a16:creationId xmlns:a16="http://schemas.microsoft.com/office/drawing/2014/main" id="{79F3287D-0234-05C0-CFCE-77852A2E266C}"/>
                    </a:ext>
                  </a:extLst>
                </p14:cNvPr>
                <p14:cNvContentPartPr/>
                <p14:nvPr/>
              </p14:nvContentPartPr>
              <p14:xfrm>
                <a:off x="5442934" y="2888703"/>
                <a:ext cx="117922" cy="197039"/>
              </p14:xfrm>
            </p:contentPart>
          </mc:Choice>
          <mc:Fallback xmlns="">
            <p:pic>
              <p:nvPicPr>
                <p:cNvPr id="622" name="Mürekkep 621">
                  <a:extLst>
                    <a:ext uri="{FF2B5EF4-FFF2-40B4-BE49-F238E27FC236}">
                      <a16:creationId xmlns:a16="http://schemas.microsoft.com/office/drawing/2014/main" id="{79F3287D-0234-05C0-CFCE-77852A2E266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406982" y="2853107"/>
                  <a:ext cx="189466" cy="268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623" name="Mürekkep 622">
                  <a:extLst>
                    <a:ext uri="{FF2B5EF4-FFF2-40B4-BE49-F238E27FC236}">
                      <a16:creationId xmlns:a16="http://schemas.microsoft.com/office/drawing/2014/main" id="{C5EEA31A-562A-19D2-8A2B-7AE25DF42B1A}"/>
                    </a:ext>
                  </a:extLst>
                </p14:cNvPr>
                <p14:cNvContentPartPr/>
                <p14:nvPr/>
              </p14:nvContentPartPr>
              <p14:xfrm>
                <a:off x="5577485" y="3052735"/>
                <a:ext cx="45858" cy="106079"/>
              </p14:xfrm>
            </p:contentPart>
          </mc:Choice>
          <mc:Fallback xmlns="">
            <p:pic>
              <p:nvPicPr>
                <p:cNvPr id="623" name="Mürekkep 622">
                  <a:extLst>
                    <a:ext uri="{FF2B5EF4-FFF2-40B4-BE49-F238E27FC236}">
                      <a16:creationId xmlns:a16="http://schemas.microsoft.com/office/drawing/2014/main" id="{C5EEA31A-562A-19D2-8A2B-7AE25DF42B1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541658" y="3016776"/>
                  <a:ext cx="117153" cy="17763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30" name="Grup 629">
              <a:extLst>
                <a:ext uri="{FF2B5EF4-FFF2-40B4-BE49-F238E27FC236}">
                  <a16:creationId xmlns:a16="http://schemas.microsoft.com/office/drawing/2014/main" id="{2BD212CD-089F-21CA-7C00-7B19674FC93B}"/>
                </a:ext>
              </a:extLst>
            </p:cNvPr>
            <p:cNvGrpSpPr/>
            <p:nvPr/>
          </p:nvGrpSpPr>
          <p:grpSpPr>
            <a:xfrm>
              <a:off x="5706997" y="2896262"/>
              <a:ext cx="478236" cy="218708"/>
              <a:chOff x="5706997" y="2896262"/>
              <a:chExt cx="478236" cy="21870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52">
                <p14:nvContentPartPr>
                  <p14:cNvPr id="626" name="Mürekkep 625">
                    <a:extLst>
                      <a:ext uri="{FF2B5EF4-FFF2-40B4-BE49-F238E27FC236}">
                        <a16:creationId xmlns:a16="http://schemas.microsoft.com/office/drawing/2014/main" id="{0D843928-B4F1-B16F-C233-1B83D0A6356B}"/>
                      </a:ext>
                    </a:extLst>
                  </p14:cNvPr>
                  <p14:cNvContentPartPr/>
                  <p14:nvPr/>
                </p14:nvContentPartPr>
                <p14:xfrm>
                  <a:off x="5706997" y="2896262"/>
                  <a:ext cx="155213" cy="197039"/>
                </p14:xfrm>
              </p:contentPart>
            </mc:Choice>
            <mc:Fallback xmlns="">
              <p:pic>
                <p:nvPicPr>
                  <p:cNvPr id="626" name="Mürekkep 625">
                    <a:extLst>
                      <a:ext uri="{FF2B5EF4-FFF2-40B4-BE49-F238E27FC236}">
                        <a16:creationId xmlns:a16="http://schemas.microsoft.com/office/drawing/2014/main" id="{0D843928-B4F1-B16F-C233-1B83D0A6356B}"/>
                      </a:ext>
                    </a:extLst>
                  </p:cNvPr>
                  <p:cNvPicPr/>
                  <p:nvPr/>
                </p:nvPicPr>
                <p:blipFill>
                  <a:blip r:embed="rId553"/>
                  <a:stretch>
                    <a:fillRect/>
                  </a:stretch>
                </p:blipFill>
                <p:spPr>
                  <a:xfrm>
                    <a:off x="5671068" y="2860306"/>
                    <a:ext cx="226712" cy="2685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4">
                <p14:nvContentPartPr>
                  <p14:cNvPr id="627" name="Mürekkep 626">
                    <a:extLst>
                      <a:ext uri="{FF2B5EF4-FFF2-40B4-BE49-F238E27FC236}">
                        <a16:creationId xmlns:a16="http://schemas.microsoft.com/office/drawing/2014/main" id="{4B664123-A99F-1975-6250-62614D061A0C}"/>
                      </a:ext>
                    </a:extLst>
                  </p14:cNvPr>
                  <p14:cNvContentPartPr/>
                  <p14:nvPr/>
                </p14:nvContentPartPr>
                <p14:xfrm>
                  <a:off x="5886903" y="2917680"/>
                  <a:ext cx="64504" cy="175369"/>
                </p14:xfrm>
              </p:contentPart>
            </mc:Choice>
            <mc:Fallback xmlns="">
              <p:pic>
                <p:nvPicPr>
                  <p:cNvPr id="627" name="Mürekkep 626">
                    <a:extLst>
                      <a:ext uri="{FF2B5EF4-FFF2-40B4-BE49-F238E27FC236}">
                        <a16:creationId xmlns:a16="http://schemas.microsoft.com/office/drawing/2014/main" id="{4B664123-A99F-1975-6250-62614D061A0C}"/>
                      </a:ext>
                    </a:extLst>
                  </p:cNvPr>
                  <p:cNvPicPr/>
                  <p:nvPr/>
                </p:nvPicPr>
                <p:blipFill>
                  <a:blip r:embed="rId555"/>
                  <a:stretch>
                    <a:fillRect/>
                  </a:stretch>
                </p:blipFill>
                <p:spPr>
                  <a:xfrm>
                    <a:off x="5851067" y="2881670"/>
                    <a:ext cx="135817" cy="2470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6">
                <p14:nvContentPartPr>
                  <p14:cNvPr id="628" name="Mürekkep 627">
                    <a:extLst>
                      <a:ext uri="{FF2B5EF4-FFF2-40B4-BE49-F238E27FC236}">
                        <a16:creationId xmlns:a16="http://schemas.microsoft.com/office/drawing/2014/main" id="{E9AFB6CE-9176-4289-3A76-C57C2176E15F}"/>
                      </a:ext>
                    </a:extLst>
                  </p14:cNvPr>
                  <p14:cNvContentPartPr/>
                  <p14:nvPr/>
                </p14:nvContentPartPr>
                <p14:xfrm>
                  <a:off x="5925454" y="2979664"/>
                  <a:ext cx="84158" cy="30236"/>
                </p14:xfrm>
              </p:contentPart>
            </mc:Choice>
            <mc:Fallback xmlns="">
              <p:pic>
                <p:nvPicPr>
                  <p:cNvPr id="628" name="Mürekkep 627">
                    <a:extLst>
                      <a:ext uri="{FF2B5EF4-FFF2-40B4-BE49-F238E27FC236}">
                        <a16:creationId xmlns:a16="http://schemas.microsoft.com/office/drawing/2014/main" id="{E9AFB6CE-9176-4289-3A76-C57C2176E15F}"/>
                      </a:ext>
                    </a:extLst>
                  </p:cNvPr>
                  <p:cNvPicPr/>
                  <p:nvPr/>
                </p:nvPicPr>
                <p:blipFill>
                  <a:blip r:embed="rId557"/>
                  <a:stretch>
                    <a:fillRect/>
                  </a:stretch>
                </p:blipFill>
                <p:spPr>
                  <a:xfrm>
                    <a:off x="5889489" y="2944029"/>
                    <a:ext cx="155728" cy="1018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8">
                <p14:nvContentPartPr>
                  <p14:cNvPr id="629" name="Mürekkep 628">
                    <a:extLst>
                      <a:ext uri="{FF2B5EF4-FFF2-40B4-BE49-F238E27FC236}">
                        <a16:creationId xmlns:a16="http://schemas.microsoft.com/office/drawing/2014/main" id="{2EA60A08-291C-BCD0-46BF-084D5449C73F}"/>
                      </a:ext>
                    </a:extLst>
                  </p14:cNvPr>
                  <p14:cNvContentPartPr/>
                  <p14:nvPr/>
                </p14:nvContentPartPr>
                <p14:xfrm>
                  <a:off x="6080414" y="2915160"/>
                  <a:ext cx="104819" cy="199810"/>
                </p14:xfrm>
              </p:contentPart>
            </mc:Choice>
            <mc:Fallback xmlns="">
              <p:pic>
                <p:nvPicPr>
                  <p:cNvPr id="629" name="Mürekkep 628">
                    <a:extLst>
                      <a:ext uri="{FF2B5EF4-FFF2-40B4-BE49-F238E27FC236}">
                        <a16:creationId xmlns:a16="http://schemas.microsoft.com/office/drawing/2014/main" id="{2EA60A08-291C-BCD0-46BF-084D5449C73F}"/>
                      </a:ext>
                    </a:extLst>
                  </p:cNvPr>
                  <p:cNvPicPr/>
                  <p:nvPr/>
                </p:nvPicPr>
                <p:blipFill>
                  <a:blip r:embed="rId559"/>
                  <a:stretch>
                    <a:fillRect/>
                  </a:stretch>
                </p:blipFill>
                <p:spPr>
                  <a:xfrm>
                    <a:off x="6044394" y="2879158"/>
                    <a:ext cx="176499" cy="271454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28" name="Dikdörtgen: Köşeleri Yuvarlatılmış 827">
              <a:extLst>
                <a:ext uri="{FF2B5EF4-FFF2-40B4-BE49-F238E27FC236}">
                  <a16:creationId xmlns:a16="http://schemas.microsoft.com/office/drawing/2014/main" id="{16B5DC82-BBFD-6558-A0E2-A09C05175BB5}"/>
                </a:ext>
              </a:extLst>
            </p:cNvPr>
            <p:cNvSpPr/>
            <p:nvPr/>
          </p:nvSpPr>
          <p:spPr>
            <a:xfrm>
              <a:off x="4916129" y="2718301"/>
              <a:ext cx="1327355" cy="5673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833" name="Grup 832">
            <a:extLst>
              <a:ext uri="{FF2B5EF4-FFF2-40B4-BE49-F238E27FC236}">
                <a16:creationId xmlns:a16="http://schemas.microsoft.com/office/drawing/2014/main" id="{F6817CB3-B5FE-B91D-7DD3-D685A5FFA495}"/>
              </a:ext>
            </a:extLst>
          </p:cNvPr>
          <p:cNvGrpSpPr/>
          <p:nvPr/>
        </p:nvGrpSpPr>
        <p:grpSpPr>
          <a:xfrm>
            <a:off x="9842315" y="3564333"/>
            <a:ext cx="1022554" cy="415096"/>
            <a:chOff x="9801442" y="3571533"/>
            <a:chExt cx="1022554" cy="41509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750" name="Mürekkep 749">
                  <a:extLst>
                    <a:ext uri="{FF2B5EF4-FFF2-40B4-BE49-F238E27FC236}">
                      <a16:creationId xmlns:a16="http://schemas.microsoft.com/office/drawing/2014/main" id="{C3EC00CC-CA97-088C-937E-E99EE1ACDEFD}"/>
                    </a:ext>
                  </a:extLst>
                </p14:cNvPr>
                <p14:cNvContentPartPr/>
                <p14:nvPr/>
              </p14:nvContentPartPr>
              <p14:xfrm>
                <a:off x="9870035" y="3715010"/>
                <a:ext cx="132120" cy="162000"/>
              </p14:xfrm>
            </p:contentPart>
          </mc:Choice>
          <mc:Fallback xmlns="">
            <p:pic>
              <p:nvPicPr>
                <p:cNvPr id="750" name="Mürekkep 749">
                  <a:extLst>
                    <a:ext uri="{FF2B5EF4-FFF2-40B4-BE49-F238E27FC236}">
                      <a16:creationId xmlns:a16="http://schemas.microsoft.com/office/drawing/2014/main" id="{C3EC00CC-CA97-088C-937E-E99EE1ACDEF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834395" y="3679010"/>
                  <a:ext cx="203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751" name="Mürekkep 750">
                  <a:extLst>
                    <a:ext uri="{FF2B5EF4-FFF2-40B4-BE49-F238E27FC236}">
                      <a16:creationId xmlns:a16="http://schemas.microsoft.com/office/drawing/2014/main" id="{19BA31DD-B106-A411-1617-111B7B06A0C1}"/>
                    </a:ext>
                  </a:extLst>
                </p14:cNvPr>
                <p14:cNvContentPartPr/>
                <p14:nvPr/>
              </p14:nvContentPartPr>
              <p14:xfrm>
                <a:off x="10073435" y="3678290"/>
                <a:ext cx="27720" cy="162000"/>
              </p14:xfrm>
            </p:contentPart>
          </mc:Choice>
          <mc:Fallback xmlns="">
            <p:pic>
              <p:nvPicPr>
                <p:cNvPr id="751" name="Mürekkep 750">
                  <a:extLst>
                    <a:ext uri="{FF2B5EF4-FFF2-40B4-BE49-F238E27FC236}">
                      <a16:creationId xmlns:a16="http://schemas.microsoft.com/office/drawing/2014/main" id="{19BA31DD-B106-A411-1617-111B7B06A0C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037795" y="3642290"/>
                  <a:ext cx="993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752" name="Mürekkep 751">
                  <a:extLst>
                    <a:ext uri="{FF2B5EF4-FFF2-40B4-BE49-F238E27FC236}">
                      <a16:creationId xmlns:a16="http://schemas.microsoft.com/office/drawing/2014/main" id="{8766E8A4-8571-ECD9-3002-FB804E67E27B}"/>
                    </a:ext>
                  </a:extLst>
                </p14:cNvPr>
                <p14:cNvContentPartPr/>
                <p14:nvPr/>
              </p14:nvContentPartPr>
              <p14:xfrm>
                <a:off x="10240475" y="3812930"/>
                <a:ext cx="19080" cy="83880"/>
              </p14:xfrm>
            </p:contentPart>
          </mc:Choice>
          <mc:Fallback xmlns="">
            <p:pic>
              <p:nvPicPr>
                <p:cNvPr id="752" name="Mürekkep 751">
                  <a:extLst>
                    <a:ext uri="{FF2B5EF4-FFF2-40B4-BE49-F238E27FC236}">
                      <a16:creationId xmlns:a16="http://schemas.microsoft.com/office/drawing/2014/main" id="{8766E8A4-8571-ECD9-3002-FB804E67E27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04835" y="3776930"/>
                  <a:ext cx="90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753" name="Mürekkep 752">
                  <a:extLst>
                    <a:ext uri="{FF2B5EF4-FFF2-40B4-BE49-F238E27FC236}">
                      <a16:creationId xmlns:a16="http://schemas.microsoft.com/office/drawing/2014/main" id="{94A35E02-FE6D-74C8-A827-8E0BEE3ADB59}"/>
                    </a:ext>
                  </a:extLst>
                </p14:cNvPr>
                <p14:cNvContentPartPr/>
                <p14:nvPr/>
              </p14:nvContentPartPr>
              <p14:xfrm>
                <a:off x="10377995" y="3675770"/>
                <a:ext cx="48600" cy="163800"/>
              </p14:xfrm>
            </p:contentPart>
          </mc:Choice>
          <mc:Fallback xmlns="">
            <p:pic>
              <p:nvPicPr>
                <p:cNvPr id="753" name="Mürekkep 752">
                  <a:extLst>
                    <a:ext uri="{FF2B5EF4-FFF2-40B4-BE49-F238E27FC236}">
                      <a16:creationId xmlns:a16="http://schemas.microsoft.com/office/drawing/2014/main" id="{94A35E02-FE6D-74C8-A827-8E0BEE3ADB5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342355" y="3640130"/>
                  <a:ext cx="1202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754" name="Mürekkep 753">
                  <a:extLst>
                    <a:ext uri="{FF2B5EF4-FFF2-40B4-BE49-F238E27FC236}">
                      <a16:creationId xmlns:a16="http://schemas.microsoft.com/office/drawing/2014/main" id="{F7B18A20-BAAC-2327-A46E-187B0EAD12D5}"/>
                    </a:ext>
                  </a:extLst>
                </p14:cNvPr>
                <p14:cNvContentPartPr/>
                <p14:nvPr/>
              </p14:nvContentPartPr>
              <p14:xfrm>
                <a:off x="10505435" y="3687650"/>
                <a:ext cx="120240" cy="162000"/>
              </p14:xfrm>
            </p:contentPart>
          </mc:Choice>
          <mc:Fallback xmlns="">
            <p:pic>
              <p:nvPicPr>
                <p:cNvPr id="754" name="Mürekkep 753">
                  <a:extLst>
                    <a:ext uri="{FF2B5EF4-FFF2-40B4-BE49-F238E27FC236}">
                      <a16:creationId xmlns:a16="http://schemas.microsoft.com/office/drawing/2014/main" id="{F7B18A20-BAAC-2327-A46E-187B0EAD12D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469795" y="3652010"/>
                  <a:ext cx="191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755" name="Mürekkep 754">
                  <a:extLst>
                    <a:ext uri="{FF2B5EF4-FFF2-40B4-BE49-F238E27FC236}">
                      <a16:creationId xmlns:a16="http://schemas.microsoft.com/office/drawing/2014/main" id="{9FEA9611-5117-18E8-FDED-B6EF9A01C3F7}"/>
                    </a:ext>
                  </a:extLst>
                </p14:cNvPr>
                <p14:cNvContentPartPr/>
                <p14:nvPr/>
              </p14:nvContentPartPr>
              <p14:xfrm>
                <a:off x="10672475" y="3657770"/>
                <a:ext cx="83880" cy="16560"/>
              </p14:xfrm>
            </p:contentPart>
          </mc:Choice>
          <mc:Fallback xmlns="">
            <p:pic>
              <p:nvPicPr>
                <p:cNvPr id="755" name="Mürekkep 754">
                  <a:extLst>
                    <a:ext uri="{FF2B5EF4-FFF2-40B4-BE49-F238E27FC236}">
                      <a16:creationId xmlns:a16="http://schemas.microsoft.com/office/drawing/2014/main" id="{9FEA9611-5117-18E8-FDED-B6EF9A01C3F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636475" y="3621770"/>
                  <a:ext cx="155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756" name="Mürekkep 755">
                  <a:extLst>
                    <a:ext uri="{FF2B5EF4-FFF2-40B4-BE49-F238E27FC236}">
                      <a16:creationId xmlns:a16="http://schemas.microsoft.com/office/drawing/2014/main" id="{1214376C-8EF0-9DEF-A0B1-830861C4DB9E}"/>
                    </a:ext>
                  </a:extLst>
                </p14:cNvPr>
                <p14:cNvContentPartPr/>
                <p14:nvPr/>
              </p14:nvContentPartPr>
              <p14:xfrm>
                <a:off x="10672475" y="3704570"/>
                <a:ext cx="73440" cy="162000"/>
              </p14:xfrm>
            </p:contentPart>
          </mc:Choice>
          <mc:Fallback xmlns="">
            <p:pic>
              <p:nvPicPr>
                <p:cNvPr id="756" name="Mürekkep 755">
                  <a:extLst>
                    <a:ext uri="{FF2B5EF4-FFF2-40B4-BE49-F238E27FC236}">
                      <a16:creationId xmlns:a16="http://schemas.microsoft.com/office/drawing/2014/main" id="{1214376C-8EF0-9DEF-A0B1-830861C4DB9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636475" y="3668930"/>
                  <a:ext cx="145080" cy="2336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29" name="Dikdörtgen: Köşeleri Yuvarlatılmış 828">
              <a:extLst>
                <a:ext uri="{FF2B5EF4-FFF2-40B4-BE49-F238E27FC236}">
                  <a16:creationId xmlns:a16="http://schemas.microsoft.com/office/drawing/2014/main" id="{166288C2-141B-C2ED-EFC3-53401240E5F2}"/>
                </a:ext>
              </a:extLst>
            </p:cNvPr>
            <p:cNvSpPr/>
            <p:nvPr/>
          </p:nvSpPr>
          <p:spPr>
            <a:xfrm>
              <a:off x="9801442" y="3571533"/>
              <a:ext cx="1022554" cy="41509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834" name="Grup 833">
            <a:extLst>
              <a:ext uri="{FF2B5EF4-FFF2-40B4-BE49-F238E27FC236}">
                <a16:creationId xmlns:a16="http://schemas.microsoft.com/office/drawing/2014/main" id="{B5BAC39D-2F49-37FD-BBF9-B64A72CE7D41}"/>
              </a:ext>
            </a:extLst>
          </p:cNvPr>
          <p:cNvGrpSpPr/>
          <p:nvPr/>
        </p:nvGrpSpPr>
        <p:grpSpPr>
          <a:xfrm>
            <a:off x="6989334" y="4176983"/>
            <a:ext cx="1042774" cy="489555"/>
            <a:chOff x="6925392" y="4184857"/>
            <a:chExt cx="1042774" cy="4895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801" name="Mürekkep 800">
                  <a:extLst>
                    <a:ext uri="{FF2B5EF4-FFF2-40B4-BE49-F238E27FC236}">
                      <a16:creationId xmlns:a16="http://schemas.microsoft.com/office/drawing/2014/main" id="{AD39838C-C48D-4009-F28E-B0E71891A00E}"/>
                    </a:ext>
                  </a:extLst>
                </p14:cNvPr>
                <p14:cNvContentPartPr/>
                <p14:nvPr/>
              </p14:nvContentPartPr>
              <p14:xfrm>
                <a:off x="7033670" y="4318548"/>
                <a:ext cx="98347" cy="182864"/>
              </p14:xfrm>
            </p:contentPart>
          </mc:Choice>
          <mc:Fallback xmlns="">
            <p:pic>
              <p:nvPicPr>
                <p:cNvPr id="801" name="Mürekkep 800">
                  <a:extLst>
                    <a:ext uri="{FF2B5EF4-FFF2-40B4-BE49-F238E27FC236}">
                      <a16:creationId xmlns:a16="http://schemas.microsoft.com/office/drawing/2014/main" id="{AD39838C-C48D-4009-F28E-B0E71891A00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998136" y="4282551"/>
                  <a:ext cx="169774" cy="254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802" name="Mürekkep 801">
                  <a:extLst>
                    <a:ext uri="{FF2B5EF4-FFF2-40B4-BE49-F238E27FC236}">
                      <a16:creationId xmlns:a16="http://schemas.microsoft.com/office/drawing/2014/main" id="{5EDFBB55-86B8-364E-51B4-AF3A9088C7EF}"/>
                    </a:ext>
                  </a:extLst>
                </p14:cNvPr>
                <p14:cNvContentPartPr/>
                <p14:nvPr/>
              </p14:nvContentPartPr>
              <p14:xfrm>
                <a:off x="7198607" y="4297547"/>
                <a:ext cx="60186" cy="51735"/>
              </p14:xfrm>
            </p:contentPart>
          </mc:Choice>
          <mc:Fallback xmlns="">
            <p:pic>
              <p:nvPicPr>
                <p:cNvPr id="802" name="Mürekkep 801">
                  <a:extLst>
                    <a:ext uri="{FF2B5EF4-FFF2-40B4-BE49-F238E27FC236}">
                      <a16:creationId xmlns:a16="http://schemas.microsoft.com/office/drawing/2014/main" id="{5EDFBB55-86B8-364E-51B4-AF3A9088C7E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162567" y="4261620"/>
                  <a:ext cx="131905" cy="123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803" name="Mürekkep 802">
                  <a:extLst>
                    <a:ext uri="{FF2B5EF4-FFF2-40B4-BE49-F238E27FC236}">
                      <a16:creationId xmlns:a16="http://schemas.microsoft.com/office/drawing/2014/main" id="{1B297E99-E1BD-18A1-3CF2-D24C9B5DCAC0}"/>
                    </a:ext>
                  </a:extLst>
                </p14:cNvPr>
                <p14:cNvContentPartPr/>
                <p14:nvPr/>
              </p14:nvContentPartPr>
              <p14:xfrm>
                <a:off x="7178374" y="4356453"/>
                <a:ext cx="94249" cy="177742"/>
              </p14:xfrm>
            </p:contentPart>
          </mc:Choice>
          <mc:Fallback xmlns="">
            <p:pic>
              <p:nvPicPr>
                <p:cNvPr id="803" name="Mürekkep 802">
                  <a:extLst>
                    <a:ext uri="{FF2B5EF4-FFF2-40B4-BE49-F238E27FC236}">
                      <a16:creationId xmlns:a16="http://schemas.microsoft.com/office/drawing/2014/main" id="{1B297E99-E1BD-18A1-3CF2-D24C9B5DCAC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142401" y="4320473"/>
                  <a:ext cx="165835" cy="249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04" name="Mürekkep 803">
                  <a:extLst>
                    <a:ext uri="{FF2B5EF4-FFF2-40B4-BE49-F238E27FC236}">
                      <a16:creationId xmlns:a16="http://schemas.microsoft.com/office/drawing/2014/main" id="{FAB58017-C51E-1781-1036-EEE1CFA75ED6}"/>
                    </a:ext>
                  </a:extLst>
                </p14:cNvPr>
                <p14:cNvContentPartPr/>
                <p14:nvPr/>
              </p14:nvContentPartPr>
              <p14:xfrm>
                <a:off x="7310015" y="4334427"/>
                <a:ext cx="51991" cy="208987"/>
              </p14:xfrm>
            </p:contentPart>
          </mc:Choice>
          <mc:Fallback xmlns="">
            <p:pic>
              <p:nvPicPr>
                <p:cNvPr id="804" name="Mürekkep 803">
                  <a:extLst>
                    <a:ext uri="{FF2B5EF4-FFF2-40B4-BE49-F238E27FC236}">
                      <a16:creationId xmlns:a16="http://schemas.microsoft.com/office/drawing/2014/main" id="{FAB58017-C51E-1781-1036-EEE1CFA75ED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274159" y="4298457"/>
                  <a:ext cx="123344" cy="280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05" name="Mürekkep 804">
                  <a:extLst>
                    <a:ext uri="{FF2B5EF4-FFF2-40B4-BE49-F238E27FC236}">
                      <a16:creationId xmlns:a16="http://schemas.microsoft.com/office/drawing/2014/main" id="{893F2361-7BA1-F2AB-5AA4-7F94C6C1D796}"/>
                    </a:ext>
                  </a:extLst>
                </p14:cNvPr>
                <p14:cNvContentPartPr/>
                <p14:nvPr/>
              </p14:nvContentPartPr>
              <p14:xfrm>
                <a:off x="7322821" y="4451726"/>
                <a:ext cx="77602" cy="22538"/>
              </p14:xfrm>
            </p:contentPart>
          </mc:Choice>
          <mc:Fallback xmlns="">
            <p:pic>
              <p:nvPicPr>
                <p:cNvPr id="805" name="Mürekkep 804">
                  <a:extLst>
                    <a:ext uri="{FF2B5EF4-FFF2-40B4-BE49-F238E27FC236}">
                      <a16:creationId xmlns:a16="http://schemas.microsoft.com/office/drawing/2014/main" id="{893F2361-7BA1-F2AB-5AA4-7F94C6C1D79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287253" y="4415951"/>
                  <a:ext cx="149096" cy="93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06" name="Mürekkep 805">
                  <a:extLst>
                    <a:ext uri="{FF2B5EF4-FFF2-40B4-BE49-F238E27FC236}">
                      <a16:creationId xmlns:a16="http://schemas.microsoft.com/office/drawing/2014/main" id="{C11ECD70-2C93-C3F2-7E1C-6137EEB93378}"/>
                    </a:ext>
                  </a:extLst>
                </p14:cNvPr>
                <p14:cNvContentPartPr/>
                <p14:nvPr/>
              </p14:nvContentPartPr>
              <p14:xfrm>
                <a:off x="7446779" y="4500132"/>
                <a:ext cx="21001" cy="88871"/>
              </p14:xfrm>
            </p:contentPart>
          </mc:Choice>
          <mc:Fallback xmlns="">
            <p:pic>
              <p:nvPicPr>
                <p:cNvPr id="806" name="Mürekkep 805">
                  <a:extLst>
                    <a:ext uri="{FF2B5EF4-FFF2-40B4-BE49-F238E27FC236}">
                      <a16:creationId xmlns:a16="http://schemas.microsoft.com/office/drawing/2014/main" id="{C11ECD70-2C93-C3F2-7E1C-6137EEB93378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410932" y="4464152"/>
                  <a:ext cx="93056" cy="16047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12" name="Grup 811">
              <a:extLst>
                <a:ext uri="{FF2B5EF4-FFF2-40B4-BE49-F238E27FC236}">
                  <a16:creationId xmlns:a16="http://schemas.microsoft.com/office/drawing/2014/main" id="{C86970CB-717F-95C7-6737-F077FEA34E94}"/>
                </a:ext>
              </a:extLst>
            </p:cNvPr>
            <p:cNvGrpSpPr/>
            <p:nvPr/>
          </p:nvGrpSpPr>
          <p:grpSpPr>
            <a:xfrm>
              <a:off x="7570737" y="4330329"/>
              <a:ext cx="126776" cy="217951"/>
              <a:chOff x="7570737" y="4330329"/>
              <a:chExt cx="126776" cy="217951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86">
                <p14:nvContentPartPr>
                  <p14:cNvPr id="810" name="Mürekkep 809">
                    <a:extLst>
                      <a:ext uri="{FF2B5EF4-FFF2-40B4-BE49-F238E27FC236}">
                        <a16:creationId xmlns:a16="http://schemas.microsoft.com/office/drawing/2014/main" id="{C122FCB0-5AAB-DF94-BFC4-E9AEE69D4229}"/>
                      </a:ext>
                    </a:extLst>
                  </p14:cNvPr>
                  <p14:cNvContentPartPr/>
                  <p14:nvPr/>
                </p14:nvContentPartPr>
                <p14:xfrm>
                  <a:off x="7570737" y="4337500"/>
                  <a:ext cx="126776" cy="210780"/>
                </p14:xfrm>
              </p:contentPart>
            </mc:Choice>
            <mc:Fallback xmlns="">
              <p:pic>
                <p:nvPicPr>
                  <p:cNvPr id="810" name="Mürekkep 809">
                    <a:extLst>
                      <a:ext uri="{FF2B5EF4-FFF2-40B4-BE49-F238E27FC236}">
                        <a16:creationId xmlns:a16="http://schemas.microsoft.com/office/drawing/2014/main" id="{C122FCB0-5AAB-DF94-BFC4-E9AEE69D4229}"/>
                      </a:ext>
                    </a:extLst>
                  </p:cNvPr>
                  <p:cNvPicPr/>
                  <p:nvPr/>
                </p:nvPicPr>
                <p:blipFill>
                  <a:blip r:embed="rId587"/>
                  <a:stretch>
                    <a:fillRect/>
                  </a:stretch>
                </p:blipFill>
                <p:spPr>
                  <a:xfrm>
                    <a:off x="7534823" y="4301531"/>
                    <a:ext cx="198245" cy="2823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8">
                <p14:nvContentPartPr>
                  <p14:cNvPr id="811" name="Mürekkep 810">
                    <a:extLst>
                      <a:ext uri="{FF2B5EF4-FFF2-40B4-BE49-F238E27FC236}">
                        <a16:creationId xmlns:a16="http://schemas.microsoft.com/office/drawing/2014/main" id="{B9BB5BE8-E1FB-1967-6AC8-91B8B11FE529}"/>
                      </a:ext>
                    </a:extLst>
                  </p14:cNvPr>
                  <p14:cNvContentPartPr/>
                  <p14:nvPr/>
                </p14:nvContentPartPr>
                <p14:xfrm>
                  <a:off x="7578421" y="4330329"/>
                  <a:ext cx="119092" cy="29197"/>
                </p14:xfrm>
              </p:contentPart>
            </mc:Choice>
            <mc:Fallback xmlns="">
              <p:pic>
                <p:nvPicPr>
                  <p:cNvPr id="811" name="Mürekkep 810">
                    <a:extLst>
                      <a:ext uri="{FF2B5EF4-FFF2-40B4-BE49-F238E27FC236}">
                        <a16:creationId xmlns:a16="http://schemas.microsoft.com/office/drawing/2014/main" id="{B9BB5BE8-E1FB-1967-6AC8-91B8B11FE529}"/>
                      </a:ext>
                    </a:extLst>
                  </p:cNvPr>
                  <p:cNvPicPr/>
                  <p:nvPr/>
                </p:nvPicPr>
                <p:blipFill>
                  <a:blip r:embed="rId589"/>
                  <a:stretch>
                    <a:fillRect/>
                  </a:stretch>
                </p:blipFill>
                <p:spPr>
                  <a:xfrm>
                    <a:off x="7542801" y="4294723"/>
                    <a:ext cx="190691" cy="100053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30" name="Dikdörtgen: Köşeleri Yuvarlatılmış 829">
              <a:extLst>
                <a:ext uri="{FF2B5EF4-FFF2-40B4-BE49-F238E27FC236}">
                  <a16:creationId xmlns:a16="http://schemas.microsoft.com/office/drawing/2014/main" id="{7B12608E-75AA-8EA7-D847-D208ED7B6DAC}"/>
                </a:ext>
              </a:extLst>
            </p:cNvPr>
            <p:cNvSpPr/>
            <p:nvPr/>
          </p:nvSpPr>
          <p:spPr>
            <a:xfrm>
              <a:off x="6925392" y="4184857"/>
              <a:ext cx="1042774" cy="48955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66789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B6CAB30-25EA-CA17-A414-3D8CCBD0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tr-TR" dirty="0"/>
              <a:t>Manuel ANOVA Tablosu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İçerik Yer Tutucusu 6">
            <a:extLst>
              <a:ext uri="{FF2B5EF4-FFF2-40B4-BE49-F238E27FC236}">
                <a16:creationId xmlns:a16="http://schemas.microsoft.com/office/drawing/2014/main" id="{C25CDACB-92B2-99A3-B530-8FDD5F33D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035149"/>
              </p:ext>
            </p:extLst>
          </p:nvPr>
        </p:nvGraphicFramePr>
        <p:xfrm>
          <a:off x="838200" y="2275610"/>
          <a:ext cx="10515602" cy="365883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29033">
                  <a:extLst>
                    <a:ext uri="{9D8B030D-6E8A-4147-A177-3AD203B41FA5}">
                      <a16:colId xmlns:a16="http://schemas.microsoft.com/office/drawing/2014/main" val="3548383867"/>
                    </a:ext>
                  </a:extLst>
                </a:gridCol>
                <a:gridCol w="2243668">
                  <a:extLst>
                    <a:ext uri="{9D8B030D-6E8A-4147-A177-3AD203B41FA5}">
                      <a16:colId xmlns:a16="http://schemas.microsoft.com/office/drawing/2014/main" val="512779182"/>
                    </a:ext>
                  </a:extLst>
                </a:gridCol>
                <a:gridCol w="2021106">
                  <a:extLst>
                    <a:ext uri="{9D8B030D-6E8A-4147-A177-3AD203B41FA5}">
                      <a16:colId xmlns:a16="http://schemas.microsoft.com/office/drawing/2014/main" val="4245347464"/>
                    </a:ext>
                  </a:extLst>
                </a:gridCol>
                <a:gridCol w="2423712">
                  <a:extLst>
                    <a:ext uri="{9D8B030D-6E8A-4147-A177-3AD203B41FA5}">
                      <a16:colId xmlns:a16="http://schemas.microsoft.com/office/drawing/2014/main" val="3974932433"/>
                    </a:ext>
                  </a:extLst>
                </a:gridCol>
                <a:gridCol w="1698083">
                  <a:extLst>
                    <a:ext uri="{9D8B030D-6E8A-4147-A177-3AD203B41FA5}">
                      <a16:colId xmlns:a16="http://schemas.microsoft.com/office/drawing/2014/main" val="3051365562"/>
                    </a:ext>
                  </a:extLst>
                </a:gridCol>
              </a:tblGrid>
              <a:tr h="81793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 b="1" dirty="0">
                          <a:solidFill>
                            <a:srgbClr val="FFFFFF"/>
                          </a:solidFill>
                          <a:effectLst/>
                        </a:rPr>
                        <a:t>Değişken Kaynağı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b="1">
                          <a:solidFill>
                            <a:srgbClr val="FFFFFF"/>
                          </a:solidFill>
                          <a:effectLst/>
                        </a:rPr>
                        <a:t>Serbestlik Derecesi 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b="1">
                          <a:solidFill>
                            <a:srgbClr val="FFFFFF"/>
                          </a:solidFill>
                          <a:effectLst/>
                        </a:rPr>
                        <a:t>Kareler Toplamı 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b="1">
                          <a:solidFill>
                            <a:srgbClr val="FFFFFF"/>
                          </a:solidFill>
                          <a:effectLst/>
                        </a:rPr>
                        <a:t>Kareler Ortalaması 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b="1">
                          <a:solidFill>
                            <a:srgbClr val="FFFFFF"/>
                          </a:solidFill>
                          <a:effectLst/>
                        </a:rPr>
                        <a:t>F Test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869732"/>
                  </a:ext>
                </a:extLst>
              </a:tr>
              <a:tr h="5681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Mod 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325,125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325,125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1,97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0414"/>
                  </a:ext>
                </a:extLst>
              </a:tr>
              <a:tr h="5681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Tempo</a:t>
                      </a:r>
                    </a:p>
                  </a:txBody>
                  <a:tcPr marL="234140" marR="140484" marT="140484" marB="140484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0,125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0,125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0,00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3902"/>
                  </a:ext>
                </a:extLst>
              </a:tr>
              <a:tr h="5681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Etkileşim 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91,125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91,125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0,55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11716"/>
                  </a:ext>
                </a:extLst>
              </a:tr>
              <a:tr h="5681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Hata </a:t>
                      </a:r>
                    </a:p>
                  </a:txBody>
                  <a:tcPr marL="234140" marR="140484" marT="140484" marB="140484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657,5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164,375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tr-T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722577"/>
                  </a:ext>
                </a:extLst>
              </a:tr>
              <a:tr h="5681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Genel Toplam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1073,875</a:t>
                      </a: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tr-TR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tr-T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34140" marR="140484" marT="140484" marB="140484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52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51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F18087-9223-D75F-D6CC-7088C2291C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51384" y="370661"/>
            <a:ext cx="4920119" cy="796410"/>
          </a:xfrm>
        </p:spPr>
        <p:txBody>
          <a:bodyPr>
            <a:normAutofit/>
          </a:bodyPr>
          <a:lstStyle/>
          <a:p>
            <a:r>
              <a:rPr lang="tr-TR" sz="2000" b="1" dirty="0"/>
              <a:t>Deneme, Blok ve Etkileşim için Kritik Değer : </a:t>
            </a:r>
          </a:p>
        </p:txBody>
      </p:sp>
      <p:grpSp>
        <p:nvGrpSpPr>
          <p:cNvPr id="48" name="Grup 47">
            <a:extLst>
              <a:ext uri="{FF2B5EF4-FFF2-40B4-BE49-F238E27FC236}">
                <a16:creationId xmlns:a16="http://schemas.microsoft.com/office/drawing/2014/main" id="{D5D0ACF9-3DC9-C9D2-FE97-85AAE058426A}"/>
              </a:ext>
            </a:extLst>
          </p:cNvPr>
          <p:cNvGrpSpPr/>
          <p:nvPr/>
        </p:nvGrpSpPr>
        <p:grpSpPr>
          <a:xfrm>
            <a:off x="8318037" y="160762"/>
            <a:ext cx="3645458" cy="1472336"/>
            <a:chOff x="4265558" y="1843596"/>
            <a:chExt cx="6763694" cy="1762371"/>
          </a:xfrm>
        </p:grpSpPr>
        <p:pic>
          <p:nvPicPr>
            <p:cNvPr id="33" name="İçerik Yer Tutucusu 32" descr="metin, ekran görüntüsü, yazı tipi, sayı, numara içeren bir resim&#10;&#10;Yapay zeka tarafından oluşturulmuş içerik yanlış olabilir.">
              <a:extLst>
                <a:ext uri="{FF2B5EF4-FFF2-40B4-BE49-F238E27FC236}">
                  <a16:creationId xmlns:a16="http://schemas.microsoft.com/office/drawing/2014/main" id="{18C5B087-B345-0398-B94D-BD3C5C44EE33}"/>
                </a:ext>
              </a:extLst>
            </p:cNvPr>
            <p:cNvPicPr>
              <a:picLocks noGrp="1" noChangeAspect="1"/>
            </p:cNvPicPr>
            <p:nvPr>
              <p:ph idx="1"/>
            </p:nvPr>
          </p:nvPicPr>
          <p:blipFill>
            <a:blip r:embed="rId2"/>
            <a:stretch>
              <a:fillRect/>
            </a:stretch>
          </p:blipFill>
          <p:spPr>
            <a:xfrm>
              <a:off x="4265558" y="1843596"/>
              <a:ext cx="6763694" cy="176237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5" name="Mürekkep 34">
                  <a:extLst>
                    <a:ext uri="{FF2B5EF4-FFF2-40B4-BE49-F238E27FC236}">
                      <a16:creationId xmlns:a16="http://schemas.microsoft.com/office/drawing/2014/main" id="{9157D460-1DD5-9FE6-86D3-5A3DC00E3B88}"/>
                    </a:ext>
                  </a:extLst>
                </p14:cNvPr>
                <p14:cNvContentPartPr>
                  <a14:cpLocks xmlns:a14="http://schemas.microsoft.com/office/drawing/2010/main"/>
                </p14:cNvContentPartPr>
                <p14:nvPr/>
              </p14:nvContentPartPr>
              <p14:xfrm flipV="1">
                <a:off x="4956531" y="2989007"/>
                <a:ext cx="478080" cy="150643"/>
              </p14:xfrm>
            </p:contentPart>
          </mc:Choice>
          <mc:Fallback xmlns="">
            <p:pic>
              <p:nvPicPr>
                <p:cNvPr id="35" name="Mürekkep 34">
                  <a:extLst>
                    <a:ext uri="{FF2B5EF4-FFF2-40B4-BE49-F238E27FC236}">
                      <a16:creationId xmlns:a16="http://schemas.microsoft.com/office/drawing/2014/main" id="{9157D460-1DD5-9FE6-86D3-5A3DC00E3B8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V="1">
                  <a:off x="4923192" y="2945966"/>
                  <a:ext cx="544091" cy="23629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 181">
            <a:extLst>
              <a:ext uri="{FF2B5EF4-FFF2-40B4-BE49-F238E27FC236}">
                <a16:creationId xmlns:a16="http://schemas.microsoft.com/office/drawing/2014/main" id="{E8396728-5F87-A32B-E83A-9754CCF8FF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191947" y="594988"/>
            <a:ext cx="1693140" cy="356827"/>
            <a:chOff x="5191947" y="594988"/>
            <a:chExt cx="1693140" cy="356827"/>
          </a:xfrm>
        </p:grpSpPr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046E7681-A748-C34F-A9A1-C539666B1E2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384611" y="752323"/>
              <a:ext cx="344554" cy="165945"/>
              <a:chOff x="6905566" y="1006944"/>
              <a:chExt cx="410599" cy="1683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8" name="Mürekkep 7">
                    <a:extLst>
                      <a:ext uri="{FF2B5EF4-FFF2-40B4-BE49-F238E27FC236}">
                        <a16:creationId xmlns:a16="http://schemas.microsoft.com/office/drawing/2014/main" id="{ACB531A6-2663-C8CE-A901-47CC7DF62E7B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6905566" y="1023736"/>
                  <a:ext cx="16562" cy="95691"/>
                </p14:xfrm>
              </p:contentPart>
            </mc:Choice>
            <mc:Fallback xmlns="">
              <p:pic>
                <p:nvPicPr>
                  <p:cNvPr id="8" name="Mürekkep 7">
                    <a:extLst>
                      <a:ext uri="{FF2B5EF4-FFF2-40B4-BE49-F238E27FC236}">
                        <a16:creationId xmlns:a16="http://schemas.microsoft.com/office/drawing/2014/main" id="{ACB531A6-2663-C8CE-A901-47CC7DF62E7B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863099" y="987213"/>
                    <a:ext cx="101071" cy="1683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9" name="Mürekkep 8">
                    <a:extLst>
                      <a:ext uri="{FF2B5EF4-FFF2-40B4-BE49-F238E27FC236}">
                        <a16:creationId xmlns:a16="http://schemas.microsoft.com/office/drawing/2014/main" id="{F39F3BA0-C687-899B-7E51-C3E663933F6D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021500" y="1049959"/>
                  <a:ext cx="7131" cy="230"/>
                </p14:xfrm>
              </p:contentPart>
            </mc:Choice>
            <mc:Fallback xmlns="">
              <p:pic>
                <p:nvPicPr>
                  <p:cNvPr id="9" name="Mürekkep 8">
                    <a:extLst>
                      <a:ext uri="{FF2B5EF4-FFF2-40B4-BE49-F238E27FC236}">
                        <a16:creationId xmlns:a16="http://schemas.microsoft.com/office/drawing/2014/main" id="{F39F3BA0-C687-899B-7E51-C3E663933F6D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979553" y="1026959"/>
                    <a:ext cx="90606" cy="4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1" name="Mürekkep 10">
                    <a:extLst>
                      <a:ext uri="{FF2B5EF4-FFF2-40B4-BE49-F238E27FC236}">
                        <a16:creationId xmlns:a16="http://schemas.microsoft.com/office/drawing/2014/main" id="{CFCB802C-A8F1-FFA6-792F-3BABA5BC439D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005168" y="1116437"/>
                  <a:ext cx="35654" cy="58887"/>
                </p14:xfrm>
              </p:contentPart>
            </mc:Choice>
            <mc:Fallback xmlns="">
              <p:pic>
                <p:nvPicPr>
                  <p:cNvPr id="11" name="Mürekkep 10">
                    <a:extLst>
                      <a:ext uri="{FF2B5EF4-FFF2-40B4-BE49-F238E27FC236}">
                        <a16:creationId xmlns:a16="http://schemas.microsoft.com/office/drawing/2014/main" id="{CFCB802C-A8F1-FFA6-792F-3BABA5BC439D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962723" y="1080087"/>
                    <a:ext cx="120120" cy="1312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2" name="Mürekkep 11">
                    <a:extLst>
                      <a:ext uri="{FF2B5EF4-FFF2-40B4-BE49-F238E27FC236}">
                        <a16:creationId xmlns:a16="http://schemas.microsoft.com/office/drawing/2014/main" id="{9BF75EA6-E29E-A72A-2024-25EF57F8B7CD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128003" y="1006944"/>
                  <a:ext cx="65098" cy="148828"/>
                </p14:xfrm>
              </p:contentPart>
            </mc:Choice>
            <mc:Fallback xmlns="">
              <p:pic>
                <p:nvPicPr>
                  <p:cNvPr id="12" name="Mürekkep 11">
                    <a:extLst>
                      <a:ext uri="{FF2B5EF4-FFF2-40B4-BE49-F238E27FC236}">
                        <a16:creationId xmlns:a16="http://schemas.microsoft.com/office/drawing/2014/main" id="{9BF75EA6-E29E-A72A-2024-25EF57F8B7CD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085175" y="970467"/>
                    <a:ext cx="150325" cy="22141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3" name="Mürekkep 12">
                    <a:extLst>
                      <a:ext uri="{FF2B5EF4-FFF2-40B4-BE49-F238E27FC236}">
                        <a16:creationId xmlns:a16="http://schemas.microsoft.com/office/drawing/2014/main" id="{EA2C0600-751B-A66B-1EA8-2C5143020AA3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304434" y="1010854"/>
                  <a:ext cx="11731" cy="2760"/>
                </p14:xfrm>
              </p:contentPart>
            </mc:Choice>
            <mc:Fallback xmlns="">
              <p:pic>
                <p:nvPicPr>
                  <p:cNvPr id="13" name="Mürekkep 12">
                    <a:extLst>
                      <a:ext uri="{FF2B5EF4-FFF2-40B4-BE49-F238E27FC236}">
                        <a16:creationId xmlns:a16="http://schemas.microsoft.com/office/drawing/2014/main" id="{EA2C0600-751B-A66B-1EA8-2C5143020AA3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7262538" y="976354"/>
                    <a:ext cx="95105" cy="714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4" name="Mürekkep 13">
                    <a:extLst>
                      <a:ext uri="{FF2B5EF4-FFF2-40B4-BE49-F238E27FC236}">
                        <a16:creationId xmlns:a16="http://schemas.microsoft.com/office/drawing/2014/main" id="{36E600C7-7BF3-57ED-4EC8-2C331E6E8127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264869" y="1096885"/>
                  <a:ext cx="39565" cy="76139"/>
                </p14:xfrm>
              </p:contentPart>
            </mc:Choice>
            <mc:Fallback xmlns="">
              <p:pic>
                <p:nvPicPr>
                  <p:cNvPr id="14" name="Mürekkep 13">
                    <a:extLst>
                      <a:ext uri="{FF2B5EF4-FFF2-40B4-BE49-F238E27FC236}">
                        <a16:creationId xmlns:a16="http://schemas.microsoft.com/office/drawing/2014/main" id="{36E600C7-7BF3-57ED-4EC8-2C331E6E8127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222326" y="1060455"/>
                    <a:ext cx="124226" cy="14863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5" name="Grup 24">
              <a:extLst>
                <a:ext uri="{FF2B5EF4-FFF2-40B4-BE49-F238E27FC236}">
                  <a16:creationId xmlns:a16="http://schemas.microsoft.com/office/drawing/2014/main" id="{5ACEF1A7-0FF1-1AC3-387E-26474E3AC31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91947" y="594988"/>
              <a:ext cx="138400" cy="326219"/>
              <a:chOff x="6675999" y="847305"/>
              <a:chExt cx="164930" cy="33100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22" name="Mürekkep 21">
                    <a:extLst>
                      <a:ext uri="{FF2B5EF4-FFF2-40B4-BE49-F238E27FC236}">
                        <a16:creationId xmlns:a16="http://schemas.microsoft.com/office/drawing/2014/main" id="{CD10A58F-78EC-605A-D8DB-3B31D9369C49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6680600" y="865247"/>
                  <a:ext cx="11961" cy="313067"/>
                </p14:xfrm>
              </p:contentPart>
            </mc:Choice>
            <mc:Fallback xmlns="">
              <p:pic>
                <p:nvPicPr>
                  <p:cNvPr id="22" name="Mürekkep 21">
                    <a:extLst>
                      <a:ext uri="{FF2B5EF4-FFF2-40B4-BE49-F238E27FC236}">
                        <a16:creationId xmlns:a16="http://schemas.microsoft.com/office/drawing/2014/main" id="{CD10A58F-78EC-605A-D8DB-3B31D9369C49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637882" y="828716"/>
                    <a:ext cx="96970" cy="3857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3" name="Mürekkep 22">
                    <a:extLst>
                      <a:ext uri="{FF2B5EF4-FFF2-40B4-BE49-F238E27FC236}">
                        <a16:creationId xmlns:a16="http://schemas.microsoft.com/office/drawing/2014/main" id="{4BE18800-BCCB-C8A9-EB5D-0A70F5BDE0D2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6675999" y="847305"/>
                  <a:ext cx="164930" cy="13802"/>
                </p14:xfrm>
              </p:contentPart>
            </mc:Choice>
            <mc:Fallback xmlns="">
              <p:pic>
                <p:nvPicPr>
                  <p:cNvPr id="23" name="Mürekkep 22">
                    <a:extLst>
                      <a:ext uri="{FF2B5EF4-FFF2-40B4-BE49-F238E27FC236}">
                        <a16:creationId xmlns:a16="http://schemas.microsoft.com/office/drawing/2014/main" id="{4BE18800-BCCB-C8A9-EB5D-0A70F5BDE0D2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633160" y="810984"/>
                    <a:ext cx="250180" cy="860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4" name="Mürekkep 23">
                    <a:extLst>
                      <a:ext uri="{FF2B5EF4-FFF2-40B4-BE49-F238E27FC236}">
                        <a16:creationId xmlns:a16="http://schemas.microsoft.com/office/drawing/2014/main" id="{EFA76B32-A44C-3BAB-6B93-816C72F1EB9B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6687500" y="993832"/>
                  <a:ext cx="130195" cy="17252"/>
                </p14:xfrm>
              </p:contentPart>
            </mc:Choice>
            <mc:Fallback xmlns="">
              <p:pic>
                <p:nvPicPr>
                  <p:cNvPr id="24" name="Mürekkep 23">
                    <a:extLst>
                      <a:ext uri="{FF2B5EF4-FFF2-40B4-BE49-F238E27FC236}">
                        <a16:creationId xmlns:a16="http://schemas.microsoft.com/office/drawing/2014/main" id="{EFA76B32-A44C-3BAB-6B93-816C72F1EB9B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644673" y="957890"/>
                    <a:ext cx="215421" cy="8877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8" name="Grup 27">
              <a:extLst>
                <a:ext uri="{FF2B5EF4-FFF2-40B4-BE49-F238E27FC236}">
                  <a16:creationId xmlns:a16="http://schemas.microsoft.com/office/drawing/2014/main" id="{458F79E2-D9EF-9A02-26C8-30F0260593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863326" y="735314"/>
              <a:ext cx="285304" cy="133526"/>
              <a:chOff x="7475804" y="989692"/>
              <a:chExt cx="339981" cy="135486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6" name="Mürekkep 15">
                    <a:extLst>
                      <a:ext uri="{FF2B5EF4-FFF2-40B4-BE49-F238E27FC236}">
                        <a16:creationId xmlns:a16="http://schemas.microsoft.com/office/drawing/2014/main" id="{4ACD8EE7-C839-CCC2-640A-6E225B7C3861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475804" y="1010854"/>
                  <a:ext cx="77059" cy="99372"/>
                </p14:xfrm>
              </p:contentPart>
            </mc:Choice>
            <mc:Fallback xmlns="">
              <p:pic>
                <p:nvPicPr>
                  <p:cNvPr id="16" name="Mürekkep 15">
                    <a:extLst>
                      <a:ext uri="{FF2B5EF4-FFF2-40B4-BE49-F238E27FC236}">
                        <a16:creationId xmlns:a16="http://schemas.microsoft.com/office/drawing/2014/main" id="{4ACD8EE7-C839-CCC2-640A-6E225B7C3861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432993" y="974454"/>
                    <a:ext cx="162252" cy="1718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7" name="Mürekkep 16">
                    <a:extLst>
                      <a:ext uri="{FF2B5EF4-FFF2-40B4-BE49-F238E27FC236}">
                        <a16:creationId xmlns:a16="http://schemas.microsoft.com/office/drawing/2014/main" id="{D213287D-8AAE-3971-F656-1E84B6C34C20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575636" y="1086533"/>
                  <a:ext cx="41865" cy="38645"/>
                </p14:xfrm>
              </p:contentPart>
            </mc:Choice>
            <mc:Fallback xmlns="">
              <p:pic>
                <p:nvPicPr>
                  <p:cNvPr id="17" name="Mürekkep 16">
                    <a:extLst>
                      <a:ext uri="{FF2B5EF4-FFF2-40B4-BE49-F238E27FC236}">
                        <a16:creationId xmlns:a16="http://schemas.microsoft.com/office/drawing/2014/main" id="{D213287D-8AAE-3971-F656-1E84B6C34C20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533348" y="1050075"/>
                    <a:ext cx="126018" cy="1111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26" name="Mürekkep 25">
                    <a:extLst>
                      <a:ext uri="{FF2B5EF4-FFF2-40B4-BE49-F238E27FC236}">
                        <a16:creationId xmlns:a16="http://schemas.microsoft.com/office/drawing/2014/main" id="{DFDED5DA-58A5-9331-80F7-8F427941945D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647405" y="1019595"/>
                  <a:ext cx="81890" cy="90631"/>
                </p14:xfrm>
              </p:contentPart>
            </mc:Choice>
            <mc:Fallback xmlns="">
              <p:pic>
                <p:nvPicPr>
                  <p:cNvPr id="26" name="Mürekkep 25">
                    <a:extLst>
                      <a:ext uri="{FF2B5EF4-FFF2-40B4-BE49-F238E27FC236}">
                        <a16:creationId xmlns:a16="http://schemas.microsoft.com/office/drawing/2014/main" id="{DFDED5DA-58A5-9331-80F7-8F427941945D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604531" y="983050"/>
                    <a:ext cx="167210" cy="1633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27" name="Mürekkep 26">
                    <a:extLst>
                      <a:ext uri="{FF2B5EF4-FFF2-40B4-BE49-F238E27FC236}">
                        <a16:creationId xmlns:a16="http://schemas.microsoft.com/office/drawing/2014/main" id="{45F75A07-D8FC-1D8D-B951-A1B3E3C7A267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751837" y="989692"/>
                  <a:ext cx="63948" cy="129965"/>
                </p14:xfrm>
              </p:contentPart>
            </mc:Choice>
            <mc:Fallback xmlns="">
              <p:pic>
                <p:nvPicPr>
                  <p:cNvPr id="27" name="Mürekkep 26">
                    <a:extLst>
                      <a:ext uri="{FF2B5EF4-FFF2-40B4-BE49-F238E27FC236}">
                        <a16:creationId xmlns:a16="http://schemas.microsoft.com/office/drawing/2014/main" id="{45F75A07-D8FC-1D8D-B951-A1B3E3C7A267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709205" y="953287"/>
                    <a:ext cx="148786" cy="20241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Grup 36">
              <a:extLst>
                <a:ext uri="{FF2B5EF4-FFF2-40B4-BE49-F238E27FC236}">
                  <a16:creationId xmlns:a16="http://schemas.microsoft.com/office/drawing/2014/main" id="{BDD94591-1E89-2811-106C-A491DC105C3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64257" y="777946"/>
              <a:ext cx="97482" cy="78892"/>
              <a:chOff x="7953571" y="1032937"/>
              <a:chExt cx="116164" cy="8004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29" name="Mürekkep 28">
                    <a:extLst>
                      <a:ext uri="{FF2B5EF4-FFF2-40B4-BE49-F238E27FC236}">
                        <a16:creationId xmlns:a16="http://schemas.microsoft.com/office/drawing/2014/main" id="{A4D07787-C407-55C7-CA60-B0C3D17B2993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953571" y="1032937"/>
                  <a:ext cx="111563" cy="10581"/>
                </p14:xfrm>
              </p:contentPart>
            </mc:Choice>
            <mc:Fallback xmlns="">
              <p:pic>
                <p:nvPicPr>
                  <p:cNvPr id="29" name="Mürekkep 28">
                    <a:extLst>
                      <a:ext uri="{FF2B5EF4-FFF2-40B4-BE49-F238E27FC236}">
                        <a16:creationId xmlns:a16="http://schemas.microsoft.com/office/drawing/2014/main" id="{A4D07787-C407-55C7-CA60-B0C3D17B2993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7910827" y="997667"/>
                    <a:ext cx="196624" cy="807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0" name="Mürekkep 29">
                    <a:extLst>
                      <a:ext uri="{FF2B5EF4-FFF2-40B4-BE49-F238E27FC236}">
                        <a16:creationId xmlns:a16="http://schemas.microsoft.com/office/drawing/2014/main" id="{D634E0FD-7BA5-CA4D-5321-36B98F960853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7976804" y="1103325"/>
                  <a:ext cx="92931" cy="9661"/>
                </p14:xfrm>
              </p:contentPart>
            </mc:Choice>
            <mc:Fallback xmlns="">
              <p:pic>
                <p:nvPicPr>
                  <p:cNvPr id="30" name="Mürekkep 29">
                    <a:extLst>
                      <a:ext uri="{FF2B5EF4-FFF2-40B4-BE49-F238E27FC236}">
                        <a16:creationId xmlns:a16="http://schemas.microsoft.com/office/drawing/2014/main" id="{D634E0FD-7BA5-CA4D-5321-36B98F960853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933979" y="1066167"/>
                    <a:ext cx="178153" cy="8360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7" name="Grup 46">
              <a:extLst>
                <a:ext uri="{FF2B5EF4-FFF2-40B4-BE49-F238E27FC236}">
                  <a16:creationId xmlns:a16="http://schemas.microsoft.com/office/drawing/2014/main" id="{97453E94-E0C3-96C3-B6F7-003C8B0B66B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466396" y="626048"/>
              <a:ext cx="418691" cy="325767"/>
              <a:chOff x="8194410" y="878819"/>
              <a:chExt cx="498929" cy="330549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38" name="Mürekkep 37">
                    <a:extLst>
                      <a:ext uri="{FF2B5EF4-FFF2-40B4-BE49-F238E27FC236}">
                        <a16:creationId xmlns:a16="http://schemas.microsoft.com/office/drawing/2014/main" id="{A909C1CA-A4C9-AF06-6219-2E6E66AF7F8A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194410" y="890780"/>
                  <a:ext cx="141927" cy="219446"/>
                </p14:xfrm>
              </p:contentPart>
            </mc:Choice>
            <mc:Fallback xmlns="">
              <p:pic>
                <p:nvPicPr>
                  <p:cNvPr id="38" name="Mürekkep 37">
                    <a:extLst>
                      <a:ext uri="{FF2B5EF4-FFF2-40B4-BE49-F238E27FC236}">
                        <a16:creationId xmlns:a16="http://schemas.microsoft.com/office/drawing/2014/main" id="{A909C1CA-A4C9-AF06-6219-2E6E66AF7F8A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151661" y="854267"/>
                    <a:ext cx="226998" cy="2921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39" name="Mürekkep 38">
                    <a:extLst>
                      <a:ext uri="{FF2B5EF4-FFF2-40B4-BE49-F238E27FC236}">
                        <a16:creationId xmlns:a16="http://schemas.microsoft.com/office/drawing/2014/main" id="{DA22768F-A92C-23DB-68E1-17A88AD450F0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298612" y="976810"/>
                  <a:ext cx="65558" cy="19782"/>
                </p14:xfrm>
              </p:contentPart>
            </mc:Choice>
            <mc:Fallback xmlns="">
              <p:pic>
                <p:nvPicPr>
                  <p:cNvPr id="39" name="Mürekkep 38">
                    <a:extLst>
                      <a:ext uri="{FF2B5EF4-FFF2-40B4-BE49-F238E27FC236}">
                        <a16:creationId xmlns:a16="http://schemas.microsoft.com/office/drawing/2014/main" id="{DA22768F-A92C-23DB-68E1-17A88AD450F0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256042" y="940177"/>
                    <a:ext cx="150273" cy="926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41" name="Mürekkep 40">
                    <a:extLst>
                      <a:ext uri="{FF2B5EF4-FFF2-40B4-BE49-F238E27FC236}">
                        <a16:creationId xmlns:a16="http://schemas.microsoft.com/office/drawing/2014/main" id="{DF831DF9-65A6-DCAF-2E53-15ED89CA7A4D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387173" y="1092974"/>
                  <a:ext cx="42555" cy="116394"/>
                </p14:xfrm>
              </p:contentPart>
            </mc:Choice>
            <mc:Fallback xmlns="">
              <p:pic>
                <p:nvPicPr>
                  <p:cNvPr id="41" name="Mürekkep 40">
                    <a:extLst>
                      <a:ext uri="{FF2B5EF4-FFF2-40B4-BE49-F238E27FC236}">
                        <a16:creationId xmlns:a16="http://schemas.microsoft.com/office/drawing/2014/main" id="{DF831DF9-65A6-DCAF-2E53-15ED89CA7A4D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8344618" y="1056487"/>
                    <a:ext cx="127239" cy="1890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43" name="Mürekkep 42">
                    <a:extLst>
                      <a:ext uri="{FF2B5EF4-FFF2-40B4-BE49-F238E27FC236}">
                        <a16:creationId xmlns:a16="http://schemas.microsoft.com/office/drawing/2014/main" id="{3B236560-CAB0-0DA4-4BC8-95CE248F11C0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489075" y="924824"/>
                  <a:ext cx="88561" cy="237618"/>
                </p14:xfrm>
              </p:contentPart>
            </mc:Choice>
            <mc:Fallback xmlns="">
              <p:pic>
                <p:nvPicPr>
                  <p:cNvPr id="43" name="Mürekkep 42">
                    <a:extLst>
                      <a:ext uri="{FF2B5EF4-FFF2-40B4-BE49-F238E27FC236}">
                        <a16:creationId xmlns:a16="http://schemas.microsoft.com/office/drawing/2014/main" id="{3B236560-CAB0-0DA4-4BC8-95CE248F11C0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8446292" y="888324"/>
                    <a:ext cx="173699" cy="3102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44" name="Mürekkep 43">
                    <a:extLst>
                      <a:ext uri="{FF2B5EF4-FFF2-40B4-BE49-F238E27FC236}">
                        <a16:creationId xmlns:a16="http://schemas.microsoft.com/office/drawing/2014/main" id="{B15EF8D5-D182-C717-03CC-4355167B20BA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528639" y="1030407"/>
                  <a:ext cx="71999" cy="23923"/>
                </p14:xfrm>
              </p:contentPart>
            </mc:Choice>
            <mc:Fallback xmlns="">
              <p:pic>
                <p:nvPicPr>
                  <p:cNvPr id="44" name="Mürekkep 43">
                    <a:extLst>
                      <a:ext uri="{FF2B5EF4-FFF2-40B4-BE49-F238E27FC236}">
                        <a16:creationId xmlns:a16="http://schemas.microsoft.com/office/drawing/2014/main" id="{B15EF8D5-D182-C717-03CC-4355167B20BA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8486036" y="994160"/>
                    <a:ext cx="156779" cy="960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46" name="Mürekkep 45">
                    <a:extLst>
                      <a:ext uri="{FF2B5EF4-FFF2-40B4-BE49-F238E27FC236}">
                        <a16:creationId xmlns:a16="http://schemas.microsoft.com/office/drawing/2014/main" id="{E7CD4D5B-0C5B-66C7-E92C-B0732A9D0353}"/>
                      </a:ext>
                    </a:extLst>
                  </p14:cNvPr>
                  <p14:cNvContentPartPr>
                    <a14:cpLocks xmlns:a14="http://schemas.microsoft.com/office/drawing/2010/main" noGrp="1" noRot="1" noMove="1" noResize="1" noEditPoints="1" noAdjustHandles="1" noChangeArrowheads="1" noChangeShapeType="1"/>
                  </p14:cNvContentPartPr>
                  <p14:nvPr/>
                </p14:nvContentPartPr>
                <p14:xfrm>
                  <a:off x="8653774" y="878819"/>
                  <a:ext cx="39565" cy="264071"/>
                </p14:xfrm>
              </p:contentPart>
            </mc:Choice>
            <mc:Fallback xmlns="">
              <p:pic>
                <p:nvPicPr>
                  <p:cNvPr id="46" name="Mürekkep 45">
                    <a:extLst>
                      <a:ext uri="{FF2B5EF4-FFF2-40B4-BE49-F238E27FC236}">
                        <a16:creationId xmlns:a16="http://schemas.microsoft.com/office/drawing/2014/main" id="{E7CD4D5B-0C5B-66C7-E92C-B0732A9D0353}"/>
                      </a:ext>
                    </a:extLst>
                  </p:cNvPr>
                  <p:cNvPicPr>
                    <a:picLocks noGrp="1" noRot="1" noMove="1" noResize="1" noEditPoints="1" noAdjustHandles="1" noChangeArrowheads="1" noChangeShapeType="1"/>
                  </p:cNvPicPr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8611231" y="842345"/>
                    <a:ext cx="124226" cy="33665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80" name="Metin kutusu 179">
            <a:extLst>
              <a:ext uri="{FF2B5EF4-FFF2-40B4-BE49-F238E27FC236}">
                <a16:creationId xmlns:a16="http://schemas.microsoft.com/office/drawing/2014/main" id="{FF2E9F48-3E5C-FD45-B09C-FD7AB033BB96}"/>
              </a:ext>
            </a:extLst>
          </p:cNvPr>
          <p:cNvSpPr txBox="1"/>
          <p:nvPr/>
        </p:nvSpPr>
        <p:spPr>
          <a:xfrm>
            <a:off x="122814" y="4580791"/>
            <a:ext cx="11481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 setinden çektiğim 8 satırlık veride, F değerlerinin çok düşük çıktığı görülmektedir. Bunun sebebi, seçtiğim 8 şarkının içinde çok fazla rastgele değişkenlik (Hata = 657,5) olmasıdır. Küçük örneklem müzik gibi karmaşık bir konuda yetersiz kalıyor. Bu yüzden  kararı asıl veri setinin </a:t>
            </a:r>
            <a:r>
              <a:rPr lang="tr-TR" dirty="0" err="1"/>
              <a:t>Minitab</a:t>
            </a:r>
            <a:r>
              <a:rPr lang="tr-TR" dirty="0"/>
              <a:t> analizine bırakıyorum.</a:t>
            </a:r>
          </a:p>
        </p:txBody>
      </p:sp>
      <p:grpSp>
        <p:nvGrpSpPr>
          <p:cNvPr id="206" name="Grup 205">
            <a:extLst>
              <a:ext uri="{FF2B5EF4-FFF2-40B4-BE49-F238E27FC236}">
                <a16:creationId xmlns:a16="http://schemas.microsoft.com/office/drawing/2014/main" id="{776ADC23-E882-95B1-A92C-13DE753CD68F}"/>
              </a:ext>
            </a:extLst>
          </p:cNvPr>
          <p:cNvGrpSpPr/>
          <p:nvPr/>
        </p:nvGrpSpPr>
        <p:grpSpPr>
          <a:xfrm>
            <a:off x="228505" y="2022780"/>
            <a:ext cx="8461949" cy="2102581"/>
            <a:chOff x="228505" y="1452509"/>
            <a:chExt cx="8461949" cy="2102581"/>
          </a:xfrm>
        </p:grpSpPr>
        <p:grpSp>
          <p:nvGrpSpPr>
            <p:cNvPr id="179" name="Grup 178">
              <a:extLst>
                <a:ext uri="{FF2B5EF4-FFF2-40B4-BE49-F238E27FC236}">
                  <a16:creationId xmlns:a16="http://schemas.microsoft.com/office/drawing/2014/main" id="{8DE679F7-2D2D-BD69-AD94-93126EF8BAFC}"/>
                </a:ext>
              </a:extLst>
            </p:cNvPr>
            <p:cNvGrpSpPr/>
            <p:nvPr/>
          </p:nvGrpSpPr>
          <p:grpSpPr>
            <a:xfrm>
              <a:off x="228505" y="1452509"/>
              <a:ext cx="8461949" cy="2102581"/>
              <a:chOff x="642504" y="2406838"/>
              <a:chExt cx="8461949" cy="2102581"/>
            </a:xfrm>
          </p:grpSpPr>
          <p:grpSp>
            <p:nvGrpSpPr>
              <p:cNvPr id="172" name="Grup 171">
                <a:extLst>
                  <a:ext uri="{FF2B5EF4-FFF2-40B4-BE49-F238E27FC236}">
                    <a16:creationId xmlns:a16="http://schemas.microsoft.com/office/drawing/2014/main" id="{2A468F29-CD27-5D28-A8FF-4C7AA1D4C644}"/>
                  </a:ext>
                </a:extLst>
              </p:cNvPr>
              <p:cNvGrpSpPr/>
              <p:nvPr/>
            </p:nvGrpSpPr>
            <p:grpSpPr>
              <a:xfrm>
                <a:off x="642504" y="2406838"/>
                <a:ext cx="4501236" cy="2044324"/>
                <a:chOff x="730994" y="2331031"/>
                <a:chExt cx="4501236" cy="2044324"/>
              </a:xfrm>
            </p:grpSpPr>
            <p:grpSp>
              <p:nvGrpSpPr>
                <p:cNvPr id="85" name="Grup 84">
                  <a:extLst>
                    <a:ext uri="{FF2B5EF4-FFF2-40B4-BE49-F238E27FC236}">
                      <a16:creationId xmlns:a16="http://schemas.microsoft.com/office/drawing/2014/main" id="{6354A08A-A2E0-CD1B-2BF2-21FA1BBF6B73}"/>
                    </a:ext>
                  </a:extLst>
                </p:cNvPr>
                <p:cNvGrpSpPr/>
                <p:nvPr/>
              </p:nvGrpSpPr>
              <p:grpSpPr>
                <a:xfrm>
                  <a:off x="3110422" y="2331031"/>
                  <a:ext cx="1624757" cy="505108"/>
                  <a:chOff x="3110422" y="2331031"/>
                  <a:chExt cx="1624757" cy="505108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7">
                    <p14:nvContentPartPr>
                      <p14:cNvPr id="66" name="Mürekkep 65">
                        <a:extLst>
                          <a:ext uri="{FF2B5EF4-FFF2-40B4-BE49-F238E27FC236}">
                            <a16:creationId xmlns:a16="http://schemas.microsoft.com/office/drawing/2014/main" id="{08C66F79-0A83-4069-0F46-21906BBB3B5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147967" y="2443277"/>
                      <a:ext cx="6258" cy="280615"/>
                    </p14:xfrm>
                  </p:contentPart>
                </mc:Choice>
                <mc:Fallback xmlns="">
                  <p:pic>
                    <p:nvPicPr>
                      <p:cNvPr id="66" name="Mürekkep 65">
                        <a:extLst>
                          <a:ext uri="{FF2B5EF4-FFF2-40B4-BE49-F238E27FC236}">
                            <a16:creationId xmlns:a16="http://schemas.microsoft.com/office/drawing/2014/main" id="{08C66F79-0A83-4069-0F46-21906BB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113200" y="2407301"/>
                        <a:ext cx="75444" cy="35220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9">
                    <p14:nvContentPartPr>
                      <p14:cNvPr id="67" name="Mürekkep 66">
                        <a:extLst>
                          <a:ext uri="{FF2B5EF4-FFF2-40B4-BE49-F238E27FC236}">
                            <a16:creationId xmlns:a16="http://schemas.microsoft.com/office/drawing/2014/main" id="{23535661-8577-B4E4-8659-B4B4A69E94B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110422" y="2366594"/>
                      <a:ext cx="112152" cy="97521"/>
                    </p14:xfrm>
                  </p:contentPart>
                </mc:Choice>
                <mc:Fallback xmlns="">
                  <p:pic>
                    <p:nvPicPr>
                      <p:cNvPr id="67" name="Mürekkep 66">
                        <a:extLst>
                          <a:ext uri="{FF2B5EF4-FFF2-40B4-BE49-F238E27FC236}">
                            <a16:creationId xmlns:a16="http://schemas.microsoft.com/office/drawing/2014/main" id="{23535661-8577-B4E4-8659-B4B4A69E9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074476" y="2330608"/>
                        <a:ext cx="183685" cy="16913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1">
                    <p14:nvContentPartPr>
                      <p14:cNvPr id="68" name="Mürekkep 67">
                        <a:extLst>
                          <a:ext uri="{FF2B5EF4-FFF2-40B4-BE49-F238E27FC236}">
                            <a16:creationId xmlns:a16="http://schemas.microsoft.com/office/drawing/2014/main" id="{835FE5D7-8422-51A2-23C9-CFEE5654B43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134489" y="2544132"/>
                      <a:ext cx="99637" cy="16670"/>
                    </p14:xfrm>
                  </p:contentPart>
                </mc:Choice>
                <mc:Fallback xmlns="">
                  <p:pic>
                    <p:nvPicPr>
                      <p:cNvPr id="68" name="Mürekkep 67">
                        <a:extLst>
                          <a:ext uri="{FF2B5EF4-FFF2-40B4-BE49-F238E27FC236}">
                            <a16:creationId xmlns:a16="http://schemas.microsoft.com/office/drawing/2014/main" id="{835FE5D7-8422-51A2-23C9-CFEE5654B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098519" y="2508664"/>
                        <a:ext cx="171217" cy="8725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3">
                    <p14:nvContentPartPr>
                      <p14:cNvPr id="69" name="Mürekkep 68">
                        <a:extLst>
                          <a:ext uri="{FF2B5EF4-FFF2-40B4-BE49-F238E27FC236}">
                            <a16:creationId xmlns:a16="http://schemas.microsoft.com/office/drawing/2014/main" id="{A6C46F07-1AD9-FC0B-F647-D54B78C97EE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262766" y="2673882"/>
                      <a:ext cx="124426" cy="34452"/>
                    </p14:xfrm>
                  </p:contentPart>
                </mc:Choice>
                <mc:Fallback xmlns="">
                  <p:pic>
                    <p:nvPicPr>
                      <p:cNvPr id="69" name="Mürekkep 68">
                        <a:extLst>
                          <a:ext uri="{FF2B5EF4-FFF2-40B4-BE49-F238E27FC236}">
                            <a16:creationId xmlns:a16="http://schemas.microsoft.com/office/drawing/2014/main" id="{A6C46F07-1AD9-FC0B-F647-D54B78C97E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226805" y="2637994"/>
                        <a:ext cx="195989" cy="10586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5">
                    <p14:nvContentPartPr>
                      <p14:cNvPr id="70" name="Mürekkep 69">
                        <a:extLst>
                          <a:ext uri="{FF2B5EF4-FFF2-40B4-BE49-F238E27FC236}">
                            <a16:creationId xmlns:a16="http://schemas.microsoft.com/office/drawing/2014/main" id="{473BC27A-BEA1-F19A-DB6B-DA6F445F94D7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319083" y="2731672"/>
                      <a:ext cx="24548" cy="104467"/>
                    </p14:xfrm>
                  </p:contentPart>
                </mc:Choice>
                <mc:Fallback xmlns="">
                  <p:pic>
                    <p:nvPicPr>
                      <p:cNvPr id="70" name="Mürekkep 69">
                        <a:extLst>
                          <a:ext uri="{FF2B5EF4-FFF2-40B4-BE49-F238E27FC236}">
                            <a16:creationId xmlns:a16="http://schemas.microsoft.com/office/drawing/2014/main" id="{473BC27A-BEA1-F19A-DB6B-DA6F445F94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282983" y="2695649"/>
                        <a:ext cx="96387" cy="176153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7">
                    <p14:nvContentPartPr>
                      <p14:cNvPr id="71" name="Mürekkep 70">
                        <a:extLst>
                          <a:ext uri="{FF2B5EF4-FFF2-40B4-BE49-F238E27FC236}">
                            <a16:creationId xmlns:a16="http://schemas.microsoft.com/office/drawing/2014/main" id="{14A1FF1A-D1F2-E8D4-87D7-F9E746EFCE7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385988" y="2706944"/>
                      <a:ext cx="136941" cy="97521"/>
                    </p14:xfrm>
                  </p:contentPart>
                </mc:Choice>
                <mc:Fallback xmlns="">
                  <p:pic>
                    <p:nvPicPr>
                      <p:cNvPr id="71" name="Mürekkep 70">
                        <a:extLst>
                          <a:ext uri="{FF2B5EF4-FFF2-40B4-BE49-F238E27FC236}">
                            <a16:creationId xmlns:a16="http://schemas.microsoft.com/office/drawing/2014/main" id="{14A1FF1A-D1F2-E8D4-87D7-F9E746EFCE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350045" y="2670958"/>
                        <a:ext cx="208467" cy="16913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9">
                    <p14:nvContentPartPr>
                      <p14:cNvPr id="72" name="Mürekkep 71">
                        <a:extLst>
                          <a:ext uri="{FF2B5EF4-FFF2-40B4-BE49-F238E27FC236}">
                            <a16:creationId xmlns:a16="http://schemas.microsoft.com/office/drawing/2014/main" id="{5201479B-09F6-3A5A-8697-627FD992E22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486106" y="2599144"/>
                      <a:ext cx="117446" cy="208100"/>
                    </p14:xfrm>
                  </p:contentPart>
                </mc:Choice>
                <mc:Fallback xmlns="">
                  <p:pic>
                    <p:nvPicPr>
                      <p:cNvPr id="72" name="Mürekkep 71">
                        <a:extLst>
                          <a:ext uri="{FF2B5EF4-FFF2-40B4-BE49-F238E27FC236}">
                            <a16:creationId xmlns:a16="http://schemas.microsoft.com/office/drawing/2014/main" id="{5201479B-09F6-3A5A-8697-627FD992E2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450190" y="2563141"/>
                        <a:ext cx="188919" cy="279747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1">
                    <p14:nvContentPartPr>
                      <p14:cNvPr id="73" name="Mürekkep 72">
                        <a:extLst>
                          <a:ext uri="{FF2B5EF4-FFF2-40B4-BE49-F238E27FC236}">
                            <a16:creationId xmlns:a16="http://schemas.microsoft.com/office/drawing/2014/main" id="{B1ED1D38-D125-57F1-C6D9-AE9ECB2B1693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638932" y="2603867"/>
                      <a:ext cx="24789" cy="195597"/>
                    </p14:xfrm>
                  </p:contentPart>
                </mc:Choice>
                <mc:Fallback xmlns="">
                  <p:pic>
                    <p:nvPicPr>
                      <p:cNvPr id="73" name="Mürekkep 72">
                        <a:extLst>
                          <a:ext uri="{FF2B5EF4-FFF2-40B4-BE49-F238E27FC236}">
                            <a16:creationId xmlns:a16="http://schemas.microsoft.com/office/drawing/2014/main" id="{B1ED1D38-D125-57F1-C6D9-AE9ECB2B1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3603519" y="2567845"/>
                        <a:ext cx="95261" cy="2672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3">
                    <p14:nvContentPartPr>
                      <p14:cNvPr id="74" name="Mürekkep 73">
                        <a:extLst>
                          <a:ext uri="{FF2B5EF4-FFF2-40B4-BE49-F238E27FC236}">
                            <a16:creationId xmlns:a16="http://schemas.microsoft.com/office/drawing/2014/main" id="{BA610B3C-8CA7-7D6E-811B-8BF53618606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695007" y="2726115"/>
                      <a:ext cx="111911" cy="101966"/>
                    </p14:xfrm>
                  </p:contentPart>
                </mc:Choice>
                <mc:Fallback xmlns="">
                  <p:pic>
                    <p:nvPicPr>
                      <p:cNvPr id="74" name="Mürekkep 73">
                        <a:extLst>
                          <a:ext uri="{FF2B5EF4-FFF2-40B4-BE49-F238E27FC236}">
                            <a16:creationId xmlns:a16="http://schemas.microsoft.com/office/drawing/2014/main" id="{BA610B3C-8CA7-7D6E-811B-8BF536186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3659023" y="2690211"/>
                        <a:ext cx="183520" cy="17341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5">
                    <p14:nvContentPartPr>
                      <p14:cNvPr id="75" name="Mürekkep 74">
                        <a:extLst>
                          <a:ext uri="{FF2B5EF4-FFF2-40B4-BE49-F238E27FC236}">
                            <a16:creationId xmlns:a16="http://schemas.microsoft.com/office/drawing/2014/main" id="{94602367-0D69-7B08-EAE4-DC7ABC431CB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959503" y="2507735"/>
                      <a:ext cx="104691" cy="31673"/>
                    </p14:xfrm>
                  </p:contentPart>
                </mc:Choice>
                <mc:Fallback xmlns="">
                  <p:pic>
                    <p:nvPicPr>
                      <p:cNvPr id="75" name="Mürekkep 74">
                        <a:extLst>
                          <a:ext uri="{FF2B5EF4-FFF2-40B4-BE49-F238E27FC236}">
                            <a16:creationId xmlns:a16="http://schemas.microsoft.com/office/drawing/2014/main" id="{94602367-0D69-7B08-EAE4-DC7ABC431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3923527" y="2471743"/>
                        <a:ext cx="176284" cy="103297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7">
                    <p14:nvContentPartPr>
                      <p14:cNvPr id="76" name="Mürekkep 75">
                        <a:extLst>
                          <a:ext uri="{FF2B5EF4-FFF2-40B4-BE49-F238E27FC236}">
                            <a16:creationId xmlns:a16="http://schemas.microsoft.com/office/drawing/2014/main" id="{173A7B8B-8310-D794-2B2C-7F8E789DA96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942415" y="2603867"/>
                      <a:ext cx="85197" cy="19171"/>
                    </p14:xfrm>
                  </p:contentPart>
                </mc:Choice>
                <mc:Fallback xmlns="">
                  <p:pic>
                    <p:nvPicPr>
                      <p:cNvPr id="76" name="Mürekkep 75">
                        <a:extLst>
                          <a:ext uri="{FF2B5EF4-FFF2-40B4-BE49-F238E27FC236}">
                            <a16:creationId xmlns:a16="http://schemas.microsoft.com/office/drawing/2014/main" id="{173A7B8B-8310-D794-2B2C-7F8E789DA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3906467" y="2567695"/>
                        <a:ext cx="156734" cy="91153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9">
                    <p14:nvContentPartPr>
                      <p14:cNvPr id="79" name="Mürekkep 78">
                        <a:extLst>
                          <a:ext uri="{FF2B5EF4-FFF2-40B4-BE49-F238E27FC236}">
                            <a16:creationId xmlns:a16="http://schemas.microsoft.com/office/drawing/2014/main" id="{50BC628A-E320-C56C-D534-79B654EE6DE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199690" y="2331031"/>
                      <a:ext cx="155953" cy="343962"/>
                    </p14:xfrm>
                  </p:contentPart>
                </mc:Choice>
                <mc:Fallback xmlns="">
                  <p:pic>
                    <p:nvPicPr>
                      <p:cNvPr id="79" name="Mürekkep 78">
                        <a:extLst>
                          <a:ext uri="{FF2B5EF4-FFF2-40B4-BE49-F238E27FC236}">
                            <a16:creationId xmlns:a16="http://schemas.microsoft.com/office/drawing/2014/main" id="{50BC628A-E320-C56C-D534-79B654EE6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4163756" y="2295052"/>
                        <a:ext cx="227461" cy="41556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1">
                    <p14:nvContentPartPr>
                      <p14:cNvPr id="80" name="Mürekkep 79">
                        <a:extLst>
                          <a:ext uri="{FF2B5EF4-FFF2-40B4-BE49-F238E27FC236}">
                            <a16:creationId xmlns:a16="http://schemas.microsoft.com/office/drawing/2014/main" id="{F527CE0B-B47C-C1BB-88FA-909451F0334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236031" y="2523294"/>
                      <a:ext cx="131165" cy="8335"/>
                    </p14:xfrm>
                  </p:contentPart>
                </mc:Choice>
                <mc:Fallback xmlns="">
                  <p:pic>
                    <p:nvPicPr>
                      <p:cNvPr id="80" name="Mürekkep 79">
                        <a:extLst>
                          <a:ext uri="{FF2B5EF4-FFF2-40B4-BE49-F238E27FC236}">
                            <a16:creationId xmlns:a16="http://schemas.microsoft.com/office/drawing/2014/main" id="{F527CE0B-B47C-C1BB-88FA-909451F03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4200095" y="2487055"/>
                        <a:ext cx="202677" cy="8045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3">
                    <p14:nvContentPartPr>
                      <p14:cNvPr id="81" name="Mürekkep 80">
                        <a:extLst>
                          <a:ext uri="{FF2B5EF4-FFF2-40B4-BE49-F238E27FC236}">
                            <a16:creationId xmlns:a16="http://schemas.microsoft.com/office/drawing/2014/main" id="{CE8884E3-55D8-499E-F015-E324956780D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447098" y="2575527"/>
                      <a:ext cx="24548" cy="140585"/>
                    </p14:xfrm>
                  </p:contentPart>
                </mc:Choice>
                <mc:Fallback xmlns="">
                  <p:pic>
                    <p:nvPicPr>
                      <p:cNvPr id="81" name="Mürekkep 80">
                        <a:extLst>
                          <a:ext uri="{FF2B5EF4-FFF2-40B4-BE49-F238E27FC236}">
                            <a16:creationId xmlns:a16="http://schemas.microsoft.com/office/drawing/2014/main" id="{CE8884E3-55D8-499E-F015-E32495678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4411521" y="2539480"/>
                        <a:ext cx="95346" cy="2123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5">
                    <p14:nvContentPartPr>
                      <p14:cNvPr id="82" name="Mürekkep 81">
                        <a:extLst>
                          <a:ext uri="{FF2B5EF4-FFF2-40B4-BE49-F238E27FC236}">
                            <a16:creationId xmlns:a16="http://schemas.microsoft.com/office/drawing/2014/main" id="{5836038C-D92C-76E2-DEEB-E8B1816FC37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551308" y="2367428"/>
                      <a:ext cx="61852" cy="281449"/>
                    </p14:xfrm>
                  </p:contentPart>
                </mc:Choice>
                <mc:Fallback xmlns="">
                  <p:pic>
                    <p:nvPicPr>
                      <p:cNvPr id="82" name="Mürekkep 81">
                        <a:extLst>
                          <a:ext uri="{FF2B5EF4-FFF2-40B4-BE49-F238E27FC236}">
                            <a16:creationId xmlns:a16="http://schemas.microsoft.com/office/drawing/2014/main" id="{5836038C-D92C-76E2-DEEB-E8B1816FC3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4515348" y="2331483"/>
                        <a:ext cx="133413" cy="35297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7">
                    <p14:nvContentPartPr>
                      <p14:cNvPr id="83" name="Mürekkep 82">
                        <a:extLst>
                          <a:ext uri="{FF2B5EF4-FFF2-40B4-BE49-F238E27FC236}">
                            <a16:creationId xmlns:a16="http://schemas.microsoft.com/office/drawing/2014/main" id="{4A2D157E-F99F-FAF9-14FB-1B7800A05EA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551308" y="2511069"/>
                      <a:ext cx="72923" cy="20838"/>
                    </p14:xfrm>
                  </p:contentPart>
                </mc:Choice>
                <mc:Fallback xmlns="">
                  <p:pic>
                    <p:nvPicPr>
                      <p:cNvPr id="83" name="Mürekkep 82">
                        <a:extLst>
                          <a:ext uri="{FF2B5EF4-FFF2-40B4-BE49-F238E27FC236}">
                            <a16:creationId xmlns:a16="http://schemas.microsoft.com/office/drawing/2014/main" id="{4A2D157E-F99F-FAF9-14FB-1B7800A05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4515385" y="2475141"/>
                        <a:ext cx="144409" cy="923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9">
                    <p14:nvContentPartPr>
                      <p14:cNvPr id="84" name="Mürekkep 83">
                        <a:extLst>
                          <a:ext uri="{FF2B5EF4-FFF2-40B4-BE49-F238E27FC236}">
                            <a16:creationId xmlns:a16="http://schemas.microsoft.com/office/drawing/2014/main" id="{B122A69A-6116-07BB-975F-A00CCBAC759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667792" y="2391322"/>
                      <a:ext cx="67387" cy="304231"/>
                    </p14:xfrm>
                  </p:contentPart>
                </mc:Choice>
                <mc:Fallback xmlns="">
                  <p:pic>
                    <p:nvPicPr>
                      <p:cNvPr id="84" name="Mürekkep 83">
                        <a:extLst>
                          <a:ext uri="{FF2B5EF4-FFF2-40B4-BE49-F238E27FC236}">
                            <a16:creationId xmlns:a16="http://schemas.microsoft.com/office/drawing/2014/main" id="{B122A69A-6116-07BB-975F-A00CCBAC7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4631756" y="2355361"/>
                        <a:ext cx="139098" cy="37579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171" name="Grup 170">
                  <a:extLst>
                    <a:ext uri="{FF2B5EF4-FFF2-40B4-BE49-F238E27FC236}">
                      <a16:creationId xmlns:a16="http://schemas.microsoft.com/office/drawing/2014/main" id="{9FE10113-BED6-CE24-413B-777F3F893846}"/>
                    </a:ext>
                  </a:extLst>
                </p:cNvPr>
                <p:cNvGrpSpPr/>
                <p:nvPr/>
              </p:nvGrpSpPr>
              <p:grpSpPr>
                <a:xfrm>
                  <a:off x="730994" y="2421606"/>
                  <a:ext cx="4501236" cy="1953749"/>
                  <a:chOff x="730994" y="2421606"/>
                  <a:chExt cx="4501236" cy="1953749"/>
                </a:xfrm>
              </p:grpSpPr>
              <p:grpSp>
                <p:nvGrpSpPr>
                  <p:cNvPr id="64" name="Grup 63">
                    <a:extLst>
                      <a:ext uri="{FF2B5EF4-FFF2-40B4-BE49-F238E27FC236}">
                        <a16:creationId xmlns:a16="http://schemas.microsoft.com/office/drawing/2014/main" id="{F901A1ED-A430-C451-9A1B-6DF2C3DAA284}"/>
                      </a:ext>
                    </a:extLst>
                  </p:cNvPr>
                  <p:cNvGrpSpPr/>
                  <p:nvPr/>
                </p:nvGrpSpPr>
                <p:grpSpPr>
                  <a:xfrm>
                    <a:off x="744886" y="2421606"/>
                    <a:ext cx="621408" cy="495383"/>
                    <a:chOff x="744886" y="2421606"/>
                    <a:chExt cx="621408" cy="495383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81">
                      <p14:nvContentPartPr>
                        <p14:cNvPr id="51" name="Mürekkep 50">
                          <a:extLst>
                            <a:ext uri="{FF2B5EF4-FFF2-40B4-BE49-F238E27FC236}">
                              <a16:creationId xmlns:a16="http://schemas.microsoft.com/office/drawing/2014/main" id="{6E282317-D788-2C62-361D-0D7D75DE1153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44886" y="2442999"/>
                        <a:ext cx="48856" cy="324236"/>
                      </p14:xfrm>
                    </p:contentPart>
                  </mc:Choice>
                  <mc:Fallback xmlns="">
                    <p:pic>
                      <p:nvPicPr>
                        <p:cNvPr id="51" name="Mürekkep 50">
                          <a:extLst>
                            <a:ext uri="{FF2B5EF4-FFF2-40B4-BE49-F238E27FC236}">
                              <a16:creationId xmlns:a16="http://schemas.microsoft.com/office/drawing/2014/main" id="{6E282317-D788-2C62-361D-0D7D75DE11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2"/>
                        <a:stretch>
                          <a:fillRect/>
                        </a:stretch>
                      </p:blipFill>
                      <p:spPr>
                        <a:xfrm>
                          <a:off x="709225" y="2406973"/>
                          <a:ext cx="119822" cy="39592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83">
                      <p14:nvContentPartPr>
                        <p14:cNvPr id="52" name="Mürekkep 51">
                          <a:extLst>
                            <a:ext uri="{FF2B5EF4-FFF2-40B4-BE49-F238E27FC236}">
                              <a16:creationId xmlns:a16="http://schemas.microsoft.com/office/drawing/2014/main" id="{A7A09645-8BCA-A02E-CA63-66343876AD29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49459" y="2421606"/>
                        <a:ext cx="143920" cy="94465"/>
                      </p14:xfrm>
                    </p:contentPart>
                  </mc:Choice>
                  <mc:Fallback xmlns="">
                    <p:pic>
                      <p:nvPicPr>
                        <p:cNvPr id="52" name="Mürekkep 51">
                          <a:extLst>
                            <a:ext uri="{FF2B5EF4-FFF2-40B4-BE49-F238E27FC236}">
                              <a16:creationId xmlns:a16="http://schemas.microsoft.com/office/drawing/2014/main" id="{A7A09645-8BCA-A02E-CA63-66343876AD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4"/>
                        <a:stretch>
                          <a:fillRect/>
                        </a:stretch>
                      </p:blipFill>
                      <p:spPr>
                        <a:xfrm>
                          <a:off x="713479" y="2385688"/>
                          <a:ext cx="215520" cy="16594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85">
                      <p14:nvContentPartPr>
                        <p14:cNvPr id="53" name="Mürekkep 52">
                          <a:extLst>
                            <a:ext uri="{FF2B5EF4-FFF2-40B4-BE49-F238E27FC236}">
                              <a16:creationId xmlns:a16="http://schemas.microsoft.com/office/drawing/2014/main" id="{B72DA492-5B9B-EDF8-3BAB-D7764E759AD4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800721" y="2583585"/>
                        <a:ext cx="85197" cy="49177"/>
                      </p14:xfrm>
                    </p:contentPart>
                  </mc:Choice>
                  <mc:Fallback xmlns="">
                    <p:pic>
                      <p:nvPicPr>
                        <p:cNvPr id="53" name="Mürekkep 52">
                          <a:extLst>
                            <a:ext uri="{FF2B5EF4-FFF2-40B4-BE49-F238E27FC236}">
                              <a16:creationId xmlns:a16="http://schemas.microsoft.com/office/drawing/2014/main" id="{B72DA492-5B9B-EDF8-3BAB-D7764E759A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6"/>
                        <a:stretch>
                          <a:fillRect/>
                        </a:stretch>
                      </p:blipFill>
                      <p:spPr>
                        <a:xfrm>
                          <a:off x="764773" y="2547689"/>
                          <a:ext cx="156734" cy="12060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87">
                      <p14:nvContentPartPr>
                        <p14:cNvPr id="54" name="Mürekkep 53">
                          <a:extLst>
                            <a:ext uri="{FF2B5EF4-FFF2-40B4-BE49-F238E27FC236}">
                              <a16:creationId xmlns:a16="http://schemas.microsoft.com/office/drawing/2014/main" id="{33D51315-C2A0-4DA3-15AA-A223AB24A453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873403" y="2759733"/>
                        <a:ext cx="180502" cy="157256"/>
                      </p14:xfrm>
                    </p:contentPart>
                  </mc:Choice>
                  <mc:Fallback xmlns="">
                    <p:pic>
                      <p:nvPicPr>
                        <p:cNvPr id="54" name="Mürekkep 53">
                          <a:extLst>
                            <a:ext uri="{FF2B5EF4-FFF2-40B4-BE49-F238E27FC236}">
                              <a16:creationId xmlns:a16="http://schemas.microsoft.com/office/drawing/2014/main" id="{33D51315-C2A0-4DA3-15AA-A223AB24A4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8"/>
                        <a:stretch>
                          <a:fillRect/>
                        </a:stretch>
                      </p:blipFill>
                      <p:spPr>
                        <a:xfrm>
                          <a:off x="837375" y="2723748"/>
                          <a:ext cx="252198" cy="22886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89">
                      <p14:nvContentPartPr>
                        <p14:cNvPr id="55" name="Mürekkep 54">
                          <a:extLst>
                            <a:ext uri="{FF2B5EF4-FFF2-40B4-BE49-F238E27FC236}">
                              <a16:creationId xmlns:a16="http://schemas.microsoft.com/office/drawing/2014/main" id="{452DBCBE-D419-4A21-CCDA-811DDFAE787D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164612" y="2631373"/>
                        <a:ext cx="133571" cy="17226"/>
                      </p14:xfrm>
                    </p:contentPart>
                  </mc:Choice>
                  <mc:Fallback xmlns="">
                    <p:pic>
                      <p:nvPicPr>
                        <p:cNvPr id="55" name="Mürekkep 54">
                          <a:extLst>
                            <a:ext uri="{FF2B5EF4-FFF2-40B4-BE49-F238E27FC236}">
                              <a16:creationId xmlns:a16="http://schemas.microsoft.com/office/drawing/2014/main" id="{452DBCBE-D419-4A21-CCDA-811DDFAE78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0"/>
                        <a:stretch>
                          <a:fillRect/>
                        </a:stretch>
                      </p:blipFill>
                      <p:spPr>
                        <a:xfrm>
                          <a:off x="1128706" y="2595485"/>
                          <a:ext cx="205024" cy="8864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1">
                      <p14:nvContentPartPr>
                        <p14:cNvPr id="56" name="Mürekkep 55">
                          <a:extLst>
                            <a:ext uri="{FF2B5EF4-FFF2-40B4-BE49-F238E27FC236}">
                              <a16:creationId xmlns:a16="http://schemas.microsoft.com/office/drawing/2014/main" id="{A1173D4F-F3FE-9917-0B31-46984B98FCE3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181460" y="2718891"/>
                        <a:ext cx="184834" cy="28895"/>
                      </p14:xfrm>
                    </p:contentPart>
                  </mc:Choice>
                  <mc:Fallback xmlns="">
                    <p:pic>
                      <p:nvPicPr>
                        <p:cNvPr id="56" name="Mürekkep 55">
                          <a:extLst>
                            <a:ext uri="{FF2B5EF4-FFF2-40B4-BE49-F238E27FC236}">
                              <a16:creationId xmlns:a16="http://schemas.microsoft.com/office/drawing/2014/main" id="{A1173D4F-F3FE-9917-0B31-46984B98FC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2"/>
                        <a:stretch>
                          <a:fillRect/>
                        </a:stretch>
                      </p:blipFill>
                      <p:spPr>
                        <a:xfrm>
                          <a:off x="1145500" y="2682772"/>
                          <a:ext cx="256394" cy="10077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4" name="Grup 103">
                    <a:extLst>
                      <a:ext uri="{FF2B5EF4-FFF2-40B4-BE49-F238E27FC236}">
                        <a16:creationId xmlns:a16="http://schemas.microsoft.com/office/drawing/2014/main" id="{6FD58913-6EC4-3FF8-BD04-DA93C0C274C1}"/>
                      </a:ext>
                    </a:extLst>
                  </p:cNvPr>
                  <p:cNvGrpSpPr/>
                  <p:nvPr/>
                </p:nvGrpSpPr>
                <p:grpSpPr>
                  <a:xfrm>
                    <a:off x="767391" y="3270953"/>
                    <a:ext cx="348407" cy="380914"/>
                    <a:chOff x="767391" y="3270953"/>
                    <a:chExt cx="348407" cy="380914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3">
                      <p14:nvContentPartPr>
                        <p14:cNvPr id="100" name="Mürekkep 99">
                          <a:extLst>
                            <a:ext uri="{FF2B5EF4-FFF2-40B4-BE49-F238E27FC236}">
                              <a16:creationId xmlns:a16="http://schemas.microsoft.com/office/drawing/2014/main" id="{60962E24-AEF6-5775-8D03-C246A5831FDA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72947" y="3331800"/>
                        <a:ext cx="14448" cy="223937"/>
                      </p14:xfrm>
                    </p:contentPart>
                  </mc:Choice>
                  <mc:Fallback xmlns="">
                    <p:pic>
                      <p:nvPicPr>
                        <p:cNvPr id="100" name="Mürekkep 99">
                          <a:extLst>
                            <a:ext uri="{FF2B5EF4-FFF2-40B4-BE49-F238E27FC236}">
                              <a16:creationId xmlns:a16="http://schemas.microsoft.com/office/drawing/2014/main" id="{60962E24-AEF6-5775-8D03-C246A5831F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4"/>
                        <a:stretch>
                          <a:fillRect/>
                        </a:stretch>
                      </p:blipFill>
                      <p:spPr>
                        <a:xfrm>
                          <a:off x="736827" y="3295855"/>
                          <a:ext cx="86327" cy="29546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5">
                      <p14:nvContentPartPr>
                        <p14:cNvPr id="101" name="Mürekkep 100">
                          <a:extLst>
                            <a:ext uri="{FF2B5EF4-FFF2-40B4-BE49-F238E27FC236}">
                              <a16:creationId xmlns:a16="http://schemas.microsoft.com/office/drawing/2014/main" id="{DB1E1FB0-B7EB-9921-EA20-0868B5495DEB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67391" y="3270953"/>
                        <a:ext cx="112246" cy="64180"/>
                      </p14:xfrm>
                    </p:contentPart>
                  </mc:Choice>
                  <mc:Fallback xmlns="">
                    <p:pic>
                      <p:nvPicPr>
                        <p:cNvPr id="101" name="Mürekkep 100">
                          <a:extLst>
                            <a:ext uri="{FF2B5EF4-FFF2-40B4-BE49-F238E27FC236}">
                              <a16:creationId xmlns:a16="http://schemas.microsoft.com/office/drawing/2014/main" id="{DB1E1FB0-B7EB-9921-EA20-0868B5495D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6"/>
                        <a:stretch>
                          <a:fillRect/>
                        </a:stretch>
                      </p:blipFill>
                      <p:spPr>
                        <a:xfrm>
                          <a:off x="731415" y="3235098"/>
                          <a:ext cx="183839" cy="13553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7">
                      <p14:nvContentPartPr>
                        <p14:cNvPr id="102" name="Mürekkep 101">
                          <a:extLst>
                            <a:ext uri="{FF2B5EF4-FFF2-40B4-BE49-F238E27FC236}">
                              <a16:creationId xmlns:a16="http://schemas.microsoft.com/office/drawing/2014/main" id="{F96C3EC7-02E3-C9BC-B210-7C02B88A48EF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95452" y="3412094"/>
                        <a:ext cx="106689" cy="11391"/>
                      </p14:xfrm>
                    </p:contentPart>
                  </mc:Choice>
                  <mc:Fallback xmlns="">
                    <p:pic>
                      <p:nvPicPr>
                        <p:cNvPr id="102" name="Mürekkep 101">
                          <a:extLst>
                            <a:ext uri="{FF2B5EF4-FFF2-40B4-BE49-F238E27FC236}">
                              <a16:creationId xmlns:a16="http://schemas.microsoft.com/office/drawing/2014/main" id="{F96C3EC7-02E3-C9BC-B210-7C02B88A48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8"/>
                        <a:stretch>
                          <a:fillRect/>
                        </a:stretch>
                      </p:blipFill>
                      <p:spPr>
                        <a:xfrm>
                          <a:off x="759530" y="3376497"/>
                          <a:ext cx="178174" cy="8222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9">
                      <p14:nvContentPartPr>
                        <p14:cNvPr id="103" name="Mürekkep 102">
                          <a:extLst>
                            <a:ext uri="{FF2B5EF4-FFF2-40B4-BE49-F238E27FC236}">
                              <a16:creationId xmlns:a16="http://schemas.microsoft.com/office/drawing/2014/main" id="{C6F426A2-DD72-82D9-791D-5AA9B872CF85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38260" y="3471829"/>
                        <a:ext cx="177538" cy="180038"/>
                      </p14:xfrm>
                    </p:contentPart>
                  </mc:Choice>
                  <mc:Fallback xmlns="">
                    <p:pic>
                      <p:nvPicPr>
                        <p:cNvPr id="103" name="Mürekkep 102">
                          <a:extLst>
                            <a:ext uri="{FF2B5EF4-FFF2-40B4-BE49-F238E27FC236}">
                              <a16:creationId xmlns:a16="http://schemas.microsoft.com/office/drawing/2014/main" id="{C6F426A2-DD72-82D9-791D-5AA9B872CF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0"/>
                        <a:stretch>
                          <a:fillRect/>
                        </a:stretch>
                      </p:blipFill>
                      <p:spPr>
                        <a:xfrm>
                          <a:off x="902321" y="3435893"/>
                          <a:ext cx="249056" cy="25155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1">
                    <p14:nvContentPartPr>
                      <p14:cNvPr id="105" name="Mürekkep 104">
                        <a:extLst>
                          <a:ext uri="{FF2B5EF4-FFF2-40B4-BE49-F238E27FC236}">
                            <a16:creationId xmlns:a16="http://schemas.microsoft.com/office/drawing/2014/main" id="{894D19A1-E94A-ABEA-E753-02F4119001F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307783" y="3430987"/>
                      <a:ext cx="75849" cy="5001"/>
                    </p14:xfrm>
                  </p:contentPart>
                </mc:Choice>
                <mc:Fallback xmlns="">
                  <p:pic>
                    <p:nvPicPr>
                      <p:cNvPr id="105" name="Mürekkep 104">
                        <a:extLst>
                          <a:ext uri="{FF2B5EF4-FFF2-40B4-BE49-F238E27FC236}">
                            <a16:creationId xmlns:a16="http://schemas.microsoft.com/office/drawing/2014/main" id="{894D19A1-E94A-ABEA-E753-02F411900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2"/>
                      <a:stretch>
                        <a:fillRect/>
                      </a:stretch>
                    </p:blipFill>
                    <p:spPr>
                      <a:xfrm>
                        <a:off x="1271836" y="3397647"/>
                        <a:ext cx="147384" cy="7134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3">
                    <p14:nvContentPartPr>
                      <p14:cNvPr id="106" name="Mürekkep 105">
                        <a:extLst>
                          <a:ext uri="{FF2B5EF4-FFF2-40B4-BE49-F238E27FC236}">
                            <a16:creationId xmlns:a16="http://schemas.microsoft.com/office/drawing/2014/main" id="{22F47BEB-74E2-CA65-C83E-09C1A4703FC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313340" y="3547679"/>
                      <a:ext cx="134751" cy="16392"/>
                    </p14:xfrm>
                  </p:contentPart>
                </mc:Choice>
                <mc:Fallback xmlns="">
                  <p:pic>
                    <p:nvPicPr>
                      <p:cNvPr id="106" name="Mürekkep 105">
                        <a:extLst>
                          <a:ext uri="{FF2B5EF4-FFF2-40B4-BE49-F238E27FC236}">
                            <a16:creationId xmlns:a16="http://schemas.microsoft.com/office/drawing/2014/main" id="{22F47BEB-74E2-CA65-C83E-09C1A4703F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4"/>
                      <a:stretch>
                        <a:fillRect/>
                      </a:stretch>
                    </p:blipFill>
                    <p:spPr>
                      <a:xfrm>
                        <a:off x="1277310" y="3512044"/>
                        <a:ext cx="206450" cy="873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grpSp>
                <p:nvGrpSpPr>
                  <p:cNvPr id="132" name="Grup 131">
                    <a:extLst>
                      <a:ext uri="{FF2B5EF4-FFF2-40B4-BE49-F238E27FC236}">
                        <a16:creationId xmlns:a16="http://schemas.microsoft.com/office/drawing/2014/main" id="{242C22F5-D798-848E-7FA5-8E82585B95DD}"/>
                      </a:ext>
                    </a:extLst>
                  </p:cNvPr>
                  <p:cNvGrpSpPr/>
                  <p:nvPr/>
                </p:nvGrpSpPr>
                <p:grpSpPr>
                  <a:xfrm>
                    <a:off x="3240417" y="3275121"/>
                    <a:ext cx="961871" cy="328125"/>
                    <a:chOff x="3240417" y="3275121"/>
                    <a:chExt cx="961871" cy="328125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05">
                      <p14:nvContentPartPr>
                        <p14:cNvPr id="113" name="Mürekkep 112">
                          <a:extLst>
                            <a:ext uri="{FF2B5EF4-FFF2-40B4-BE49-F238E27FC236}">
                              <a16:creationId xmlns:a16="http://schemas.microsoft.com/office/drawing/2014/main" id="{B842DEB3-0351-D20D-7A6D-E528FBB0C004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68479" y="3290680"/>
                        <a:ext cx="14170" cy="233661"/>
                      </p14:xfrm>
                    </p:contentPart>
                  </mc:Choice>
                  <mc:Fallback xmlns="">
                    <p:pic>
                      <p:nvPicPr>
                        <p:cNvPr id="113" name="Mürekkep 112">
                          <a:extLst>
                            <a:ext uri="{FF2B5EF4-FFF2-40B4-BE49-F238E27FC236}">
                              <a16:creationId xmlns:a16="http://schemas.microsoft.com/office/drawing/2014/main" id="{B842DEB3-0351-D20D-7A6D-E528FBB0C0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6"/>
                        <a:stretch>
                          <a:fillRect/>
                        </a:stretch>
                      </p:blipFill>
                      <p:spPr>
                        <a:xfrm>
                          <a:off x="3233054" y="3254677"/>
                          <a:ext cx="84666" cy="30530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07">
                      <p14:nvContentPartPr>
                        <p14:cNvPr id="114" name="Mürekkep 113">
                          <a:extLst>
                            <a:ext uri="{FF2B5EF4-FFF2-40B4-BE49-F238E27FC236}">
                              <a16:creationId xmlns:a16="http://schemas.microsoft.com/office/drawing/2014/main" id="{D55EEC4E-E376-FD67-5576-6C1BDAE2D585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40417" y="3275121"/>
                        <a:ext cx="120581" cy="44454"/>
                      </p14:xfrm>
                    </p:contentPart>
                  </mc:Choice>
                  <mc:Fallback xmlns="">
                    <p:pic>
                      <p:nvPicPr>
                        <p:cNvPr id="114" name="Mürekkep 113">
                          <a:extLst>
                            <a:ext uri="{FF2B5EF4-FFF2-40B4-BE49-F238E27FC236}">
                              <a16:creationId xmlns:a16="http://schemas.microsoft.com/office/drawing/2014/main" id="{D55EEC4E-E376-FD67-5576-6C1BDAE2D5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8"/>
                        <a:stretch>
                          <a:fillRect/>
                        </a:stretch>
                      </p:blipFill>
                      <p:spPr>
                        <a:xfrm>
                          <a:off x="3204530" y="3239271"/>
                          <a:ext cx="191997" cy="115796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09">
                      <p14:nvContentPartPr>
                        <p14:cNvPr id="115" name="Mürekkep 114">
                          <a:extLst>
                            <a:ext uri="{FF2B5EF4-FFF2-40B4-BE49-F238E27FC236}">
                              <a16:creationId xmlns:a16="http://schemas.microsoft.com/office/drawing/2014/main" id="{7CF07927-964C-3A08-07B3-BF82152C9602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90706" y="3415151"/>
                        <a:ext cx="98354" cy="21116"/>
                      </p14:xfrm>
                    </p:contentPart>
                  </mc:Choice>
                  <mc:Fallback xmlns="">
                    <p:pic>
                      <p:nvPicPr>
                        <p:cNvPr id="115" name="Mürekkep 114">
                          <a:extLst>
                            <a:ext uri="{FF2B5EF4-FFF2-40B4-BE49-F238E27FC236}">
                              <a16:creationId xmlns:a16="http://schemas.microsoft.com/office/drawing/2014/main" id="{7CF07927-964C-3A08-07B3-BF82152C96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0"/>
                        <a:stretch>
                          <a:fillRect/>
                        </a:stretch>
                      </p:blipFill>
                      <p:spPr>
                        <a:xfrm>
                          <a:off x="3254679" y="3379361"/>
                          <a:ext cx="170048" cy="923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1">
                      <p14:nvContentPartPr>
                        <p14:cNvPr id="117" name="Mürekkep 116">
                          <a:extLst>
                            <a:ext uri="{FF2B5EF4-FFF2-40B4-BE49-F238E27FC236}">
                              <a16:creationId xmlns:a16="http://schemas.microsoft.com/office/drawing/2014/main" id="{B90984AC-9DE2-1601-8139-6E40AFBC87BC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467132" y="3427931"/>
                        <a:ext cx="129472" cy="24172"/>
                      </p14:xfrm>
                    </p:contentPart>
                  </mc:Choice>
                  <mc:Fallback xmlns="">
                    <p:pic>
                      <p:nvPicPr>
                        <p:cNvPr id="117" name="Mürekkep 116">
                          <a:extLst>
                            <a:ext uri="{FF2B5EF4-FFF2-40B4-BE49-F238E27FC236}">
                              <a16:creationId xmlns:a16="http://schemas.microsoft.com/office/drawing/2014/main" id="{B90984AC-9DE2-1601-8139-6E40AFBC87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2"/>
                        <a:stretch>
                          <a:fillRect/>
                        </a:stretch>
                      </p:blipFill>
                      <p:spPr>
                        <a:xfrm>
                          <a:off x="3431168" y="3392384"/>
                          <a:ext cx="201041" cy="949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3">
                      <p14:nvContentPartPr>
                        <p14:cNvPr id="118" name="Mürekkep 117">
                          <a:extLst>
                            <a:ext uri="{FF2B5EF4-FFF2-40B4-BE49-F238E27FC236}">
                              <a16:creationId xmlns:a16="http://schemas.microsoft.com/office/drawing/2014/main" id="{3E3613B7-AB81-4113-F961-AF27073EBFB6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531590" y="3467384"/>
                        <a:ext cx="14725" cy="135862"/>
                      </p14:xfrm>
                    </p:contentPart>
                  </mc:Choice>
                  <mc:Fallback xmlns="">
                    <p:pic>
                      <p:nvPicPr>
                        <p:cNvPr id="118" name="Mürekkep 117">
                          <a:extLst>
                            <a:ext uri="{FF2B5EF4-FFF2-40B4-BE49-F238E27FC236}">
                              <a16:creationId xmlns:a16="http://schemas.microsoft.com/office/drawing/2014/main" id="{3E3613B7-AB81-4113-F961-AF27073EBF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4"/>
                        <a:stretch>
                          <a:fillRect/>
                        </a:stretch>
                      </p:blipFill>
                      <p:spPr>
                        <a:xfrm>
                          <a:off x="3494777" y="3431346"/>
                          <a:ext cx="87982" cy="20757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5">
                      <p14:nvContentPartPr>
                        <p14:cNvPr id="119" name="Mürekkep 118">
                          <a:extLst>
                            <a:ext uri="{FF2B5EF4-FFF2-40B4-BE49-F238E27FC236}">
                              <a16:creationId xmlns:a16="http://schemas.microsoft.com/office/drawing/2014/main" id="{6BE6C06A-A9E7-9FAB-A5A2-6C3C83F14D61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603550" y="3482943"/>
                        <a:ext cx="127527" cy="107801"/>
                      </p14:xfrm>
                    </p:contentPart>
                  </mc:Choice>
                  <mc:Fallback xmlns="">
                    <p:pic>
                      <p:nvPicPr>
                        <p:cNvPr id="119" name="Mürekkep 118">
                          <a:extLst>
                            <a:ext uri="{FF2B5EF4-FFF2-40B4-BE49-F238E27FC236}">
                              <a16:creationId xmlns:a16="http://schemas.microsoft.com/office/drawing/2014/main" id="{6BE6C06A-A9E7-9FAB-A5A2-6C3C83F14D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6"/>
                        <a:stretch>
                          <a:fillRect/>
                        </a:stretch>
                      </p:blipFill>
                      <p:spPr>
                        <a:xfrm>
                          <a:off x="3567627" y="3446889"/>
                          <a:ext cx="199014" cy="1795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7">
                      <p14:nvContentPartPr>
                        <p14:cNvPr id="120" name="Mürekkep 119">
                          <a:extLst>
                            <a:ext uri="{FF2B5EF4-FFF2-40B4-BE49-F238E27FC236}">
                              <a16:creationId xmlns:a16="http://schemas.microsoft.com/office/drawing/2014/main" id="{9E7CBD39-6872-9AC5-3A00-0F4A59209128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710239" y="3375976"/>
                        <a:ext cx="200043" cy="200876"/>
                      </p14:xfrm>
                    </p:contentPart>
                  </mc:Choice>
                  <mc:Fallback xmlns="">
                    <p:pic>
                      <p:nvPicPr>
                        <p:cNvPr id="120" name="Mürekkep 119">
                          <a:extLst>
                            <a:ext uri="{FF2B5EF4-FFF2-40B4-BE49-F238E27FC236}">
                              <a16:creationId xmlns:a16="http://schemas.microsoft.com/office/drawing/2014/main" id="{9E7CBD39-6872-9AC5-3A00-0F4A592091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8"/>
                        <a:stretch>
                          <a:fillRect/>
                        </a:stretch>
                      </p:blipFill>
                      <p:spPr>
                        <a:xfrm>
                          <a:off x="3674260" y="3339977"/>
                          <a:ext cx="271641" cy="27251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9">
                      <p14:nvContentPartPr>
                        <p14:cNvPr id="121" name="Mürekkep 120">
                          <a:extLst>
                            <a:ext uri="{FF2B5EF4-FFF2-40B4-BE49-F238E27FC236}">
                              <a16:creationId xmlns:a16="http://schemas.microsoft.com/office/drawing/2014/main" id="{3E42BB91-311E-F39A-6C0E-2C4AAE9FC371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909726" y="3350692"/>
                        <a:ext cx="93075" cy="228104"/>
                      </p14:xfrm>
                    </p:contentPart>
                  </mc:Choice>
                  <mc:Fallback xmlns="">
                    <p:pic>
                      <p:nvPicPr>
                        <p:cNvPr id="121" name="Mürekkep 120">
                          <a:extLst>
                            <a:ext uri="{FF2B5EF4-FFF2-40B4-BE49-F238E27FC236}">
                              <a16:creationId xmlns:a16="http://schemas.microsoft.com/office/drawing/2014/main" id="{3E42BB91-311E-F39A-6C0E-2C4AAE9FC37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0"/>
                        <a:stretch>
                          <a:fillRect/>
                        </a:stretch>
                      </p:blipFill>
                      <p:spPr>
                        <a:xfrm>
                          <a:off x="3873790" y="3314713"/>
                          <a:ext cx="164588" cy="29970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21">
                      <p14:nvContentPartPr>
                        <p14:cNvPr id="122" name="Mürekkep 121">
                          <a:extLst>
                            <a:ext uri="{FF2B5EF4-FFF2-40B4-BE49-F238E27FC236}">
                              <a16:creationId xmlns:a16="http://schemas.microsoft.com/office/drawing/2014/main" id="{C1FF3726-1EF3-2745-EDA0-F0C1B91264D0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044199" y="3438489"/>
                        <a:ext cx="158089" cy="125860"/>
                      </p14:xfrm>
                    </p:contentPart>
                  </mc:Choice>
                  <mc:Fallback xmlns="">
                    <p:pic>
                      <p:nvPicPr>
                        <p:cNvPr id="122" name="Mürekkep 121">
                          <a:extLst>
                            <a:ext uri="{FF2B5EF4-FFF2-40B4-BE49-F238E27FC236}">
                              <a16:creationId xmlns:a16="http://schemas.microsoft.com/office/drawing/2014/main" id="{C1FF3726-1EF3-2745-EDA0-F0C1B91264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2"/>
                        <a:stretch>
                          <a:fillRect/>
                        </a:stretch>
                      </p:blipFill>
                      <p:spPr>
                        <a:xfrm>
                          <a:off x="4008270" y="3402529"/>
                          <a:ext cx="229588" cy="19742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31" name="Grup 130">
                    <a:extLst>
                      <a:ext uri="{FF2B5EF4-FFF2-40B4-BE49-F238E27FC236}">
                        <a16:creationId xmlns:a16="http://schemas.microsoft.com/office/drawing/2014/main" id="{039B0A14-06F0-24C8-CAF3-218D3021678C}"/>
                      </a:ext>
                    </a:extLst>
                  </p:cNvPr>
                  <p:cNvGrpSpPr/>
                  <p:nvPr/>
                </p:nvGrpSpPr>
                <p:grpSpPr>
                  <a:xfrm>
                    <a:off x="4377604" y="3287623"/>
                    <a:ext cx="854626" cy="343962"/>
                    <a:chOff x="4377604" y="3287623"/>
                    <a:chExt cx="854626" cy="343962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23">
                      <p14:nvContentPartPr>
                        <p14:cNvPr id="123" name="Mürekkep 122">
                          <a:extLst>
                            <a:ext uri="{FF2B5EF4-FFF2-40B4-BE49-F238E27FC236}">
                              <a16:creationId xmlns:a16="http://schemas.microsoft.com/office/drawing/2014/main" id="{9CA7F236-817A-09FE-1C06-DE25439FFD8A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385939" y="3410983"/>
                        <a:ext cx="134751" cy="35841"/>
                      </p14:xfrm>
                    </p:contentPart>
                  </mc:Choice>
                  <mc:Fallback xmlns="">
                    <p:pic>
                      <p:nvPicPr>
                        <p:cNvPr id="123" name="Mürekkep 122">
                          <a:extLst>
                            <a:ext uri="{FF2B5EF4-FFF2-40B4-BE49-F238E27FC236}">
                              <a16:creationId xmlns:a16="http://schemas.microsoft.com/office/drawing/2014/main" id="{9CA7F236-817A-09FE-1C06-DE25439FFD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4"/>
                        <a:stretch>
                          <a:fillRect/>
                        </a:stretch>
                      </p:blipFill>
                      <p:spPr>
                        <a:xfrm>
                          <a:off x="4350005" y="3375142"/>
                          <a:ext cx="206259" cy="10716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25">
                      <p14:nvContentPartPr>
                        <p14:cNvPr id="124" name="Mürekkep 123">
                          <a:extLst>
                            <a:ext uri="{FF2B5EF4-FFF2-40B4-BE49-F238E27FC236}">
                              <a16:creationId xmlns:a16="http://schemas.microsoft.com/office/drawing/2014/main" id="{C9F331F2-D5FD-29D5-2970-7FDBD4C831FE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377604" y="3524063"/>
                        <a:ext cx="137529" cy="8057"/>
                      </p14:xfrm>
                    </p:contentPart>
                  </mc:Choice>
                  <mc:Fallback xmlns="">
                    <p:pic>
                      <p:nvPicPr>
                        <p:cNvPr id="124" name="Mürekkep 123">
                          <a:extLst>
                            <a:ext uri="{FF2B5EF4-FFF2-40B4-BE49-F238E27FC236}">
                              <a16:creationId xmlns:a16="http://schemas.microsoft.com/office/drawing/2014/main" id="{C9F331F2-D5FD-29D5-2970-7FDBD4C831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6"/>
                        <a:stretch>
                          <a:fillRect/>
                        </a:stretch>
                      </p:blipFill>
                      <p:spPr>
                        <a:xfrm>
                          <a:off x="4341602" y="3489033"/>
                          <a:ext cx="209174" cy="7776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27">
                      <p14:nvContentPartPr>
                        <p14:cNvPr id="125" name="Mürekkep 124">
                          <a:extLst>
                            <a:ext uri="{FF2B5EF4-FFF2-40B4-BE49-F238E27FC236}">
                              <a16:creationId xmlns:a16="http://schemas.microsoft.com/office/drawing/2014/main" id="{770EA7B9-2212-C3AF-6C83-DB5AF4AA47C9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649050" y="3290680"/>
                        <a:ext cx="143364" cy="281449"/>
                      </p14:xfrm>
                    </p:contentPart>
                  </mc:Choice>
                  <mc:Fallback xmlns="">
                    <p:pic>
                      <p:nvPicPr>
                        <p:cNvPr id="125" name="Mürekkep 124">
                          <a:extLst>
                            <a:ext uri="{FF2B5EF4-FFF2-40B4-BE49-F238E27FC236}">
                              <a16:creationId xmlns:a16="http://schemas.microsoft.com/office/drawing/2014/main" id="{770EA7B9-2212-C3AF-6C83-DB5AF4AA47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8"/>
                        <a:stretch>
                          <a:fillRect/>
                        </a:stretch>
                      </p:blipFill>
                      <p:spPr>
                        <a:xfrm>
                          <a:off x="4613029" y="3254689"/>
                          <a:ext cx="215046" cy="35307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29">
                      <p14:nvContentPartPr>
                        <p14:cNvPr id="126" name="Mürekkep 125">
                          <a:extLst>
                            <a:ext uri="{FF2B5EF4-FFF2-40B4-BE49-F238E27FC236}">
                              <a16:creationId xmlns:a16="http://schemas.microsoft.com/office/drawing/2014/main" id="{60F1CC94-7C53-42A8-B3AD-BB0B4E582CA2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677112" y="3435711"/>
                        <a:ext cx="143086" cy="16392"/>
                      </p14:xfrm>
                    </p:contentPart>
                  </mc:Choice>
                  <mc:Fallback xmlns="">
                    <p:pic>
                      <p:nvPicPr>
                        <p:cNvPr id="126" name="Mürekkep 125">
                          <a:extLst>
                            <a:ext uri="{FF2B5EF4-FFF2-40B4-BE49-F238E27FC236}">
                              <a16:creationId xmlns:a16="http://schemas.microsoft.com/office/drawing/2014/main" id="{60F1CC94-7C53-42A8-B3AD-BB0B4E582C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0"/>
                        <a:stretch>
                          <a:fillRect/>
                        </a:stretch>
                      </p:blipFill>
                      <p:spPr>
                        <a:xfrm>
                          <a:off x="4641070" y="3399284"/>
                          <a:ext cx="214809" cy="8888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1">
                      <p14:nvContentPartPr>
                        <p14:cNvPr id="127" name="Mürekkep 126">
                          <a:extLst>
                            <a:ext uri="{FF2B5EF4-FFF2-40B4-BE49-F238E27FC236}">
                              <a16:creationId xmlns:a16="http://schemas.microsoft.com/office/drawing/2014/main" id="{93D53EAD-43DE-6895-8C62-E6D627C7A017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889935" y="3479887"/>
                        <a:ext cx="14170" cy="131695"/>
                      </p14:xfrm>
                    </p:contentPart>
                  </mc:Choice>
                  <mc:Fallback xmlns="">
                    <p:pic>
                      <p:nvPicPr>
                        <p:cNvPr id="127" name="Mürekkep 126">
                          <a:extLst>
                            <a:ext uri="{FF2B5EF4-FFF2-40B4-BE49-F238E27FC236}">
                              <a16:creationId xmlns:a16="http://schemas.microsoft.com/office/drawing/2014/main" id="{93D53EAD-43DE-6895-8C62-E6D627C7A0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2"/>
                        <a:stretch>
                          <a:fillRect/>
                        </a:stretch>
                      </p:blipFill>
                      <p:spPr>
                        <a:xfrm>
                          <a:off x="4853602" y="3444003"/>
                          <a:ext cx="86473" cy="20310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3">
                      <p14:nvContentPartPr>
                        <p14:cNvPr id="128" name="Mürekkep 127">
                          <a:extLst>
                            <a:ext uri="{FF2B5EF4-FFF2-40B4-BE49-F238E27FC236}">
                              <a16:creationId xmlns:a16="http://schemas.microsoft.com/office/drawing/2014/main" id="{CD0B6006-DB76-ACF6-6E51-79D15891E76E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976898" y="3287623"/>
                        <a:ext cx="75849" cy="283949"/>
                      </p14:xfrm>
                    </p:contentPart>
                  </mc:Choice>
                  <mc:Fallback xmlns="">
                    <p:pic>
                      <p:nvPicPr>
                        <p:cNvPr id="128" name="Mürekkep 127">
                          <a:extLst>
                            <a:ext uri="{FF2B5EF4-FFF2-40B4-BE49-F238E27FC236}">
                              <a16:creationId xmlns:a16="http://schemas.microsoft.com/office/drawing/2014/main" id="{CD0B6006-DB76-ACF6-6E51-79D15891E7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4"/>
                        <a:stretch>
                          <a:fillRect/>
                        </a:stretch>
                      </p:blipFill>
                      <p:spPr>
                        <a:xfrm>
                          <a:off x="4940951" y="3251635"/>
                          <a:ext cx="147384" cy="355566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5">
                      <p14:nvContentPartPr>
                        <p14:cNvPr id="129" name="Mürekkep 128">
                          <a:extLst>
                            <a:ext uri="{FF2B5EF4-FFF2-40B4-BE49-F238E27FC236}">
                              <a16:creationId xmlns:a16="http://schemas.microsoft.com/office/drawing/2014/main" id="{0D9C7DA6-BCA4-6D74-F6CF-5601E30D28EC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976898" y="3443768"/>
                        <a:ext cx="61958" cy="28617"/>
                      </p14:xfrm>
                    </p:contentPart>
                  </mc:Choice>
                  <mc:Fallback xmlns="">
                    <p:pic>
                      <p:nvPicPr>
                        <p:cNvPr id="129" name="Mürekkep 128">
                          <a:extLst>
                            <a:ext uri="{FF2B5EF4-FFF2-40B4-BE49-F238E27FC236}">
                              <a16:creationId xmlns:a16="http://schemas.microsoft.com/office/drawing/2014/main" id="{0D9C7DA6-BCA4-6D74-F6CF-5601E30D28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6"/>
                        <a:stretch>
                          <a:fillRect/>
                        </a:stretch>
                      </p:blipFill>
                      <p:spPr>
                        <a:xfrm>
                          <a:off x="4940876" y="3407997"/>
                          <a:ext cx="133642" cy="998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7">
                      <p14:nvContentPartPr>
                        <p14:cNvPr id="130" name="Mürekkep 129">
                          <a:extLst>
                            <a:ext uri="{FF2B5EF4-FFF2-40B4-BE49-F238E27FC236}">
                              <a16:creationId xmlns:a16="http://schemas.microsoft.com/office/drawing/2014/main" id="{6D8C8291-E417-037D-3585-FBBCF120E4CD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5125263" y="3342357"/>
                        <a:ext cx="106967" cy="289228"/>
                      </p14:xfrm>
                    </p:contentPart>
                  </mc:Choice>
                  <mc:Fallback xmlns="">
                    <p:pic>
                      <p:nvPicPr>
                        <p:cNvPr id="130" name="Mürekkep 129">
                          <a:extLst>
                            <a:ext uri="{FF2B5EF4-FFF2-40B4-BE49-F238E27FC236}">
                              <a16:creationId xmlns:a16="http://schemas.microsoft.com/office/drawing/2014/main" id="{6D8C8291-E417-037D-3585-FBBCF120E4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8"/>
                        <a:stretch>
                          <a:fillRect/>
                        </a:stretch>
                      </p:blipFill>
                      <p:spPr>
                        <a:xfrm>
                          <a:off x="5089368" y="3306339"/>
                          <a:ext cx="178398" cy="36090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40" name="Grup 139">
                    <a:extLst>
                      <a:ext uri="{FF2B5EF4-FFF2-40B4-BE49-F238E27FC236}">
                        <a16:creationId xmlns:a16="http://schemas.microsoft.com/office/drawing/2014/main" id="{1ADBCEAB-27D4-3FEA-6D8C-A5C1B8F481E9}"/>
                      </a:ext>
                    </a:extLst>
                  </p:cNvPr>
                  <p:cNvGrpSpPr/>
                  <p:nvPr/>
                </p:nvGrpSpPr>
                <p:grpSpPr>
                  <a:xfrm>
                    <a:off x="730994" y="3939151"/>
                    <a:ext cx="327847" cy="436204"/>
                    <a:chOff x="730994" y="3939151"/>
                    <a:chExt cx="327847" cy="436204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9">
                      <p14:nvContentPartPr>
                        <p14:cNvPr id="133" name="Mürekkep 132">
                          <a:extLst>
                            <a:ext uri="{FF2B5EF4-FFF2-40B4-BE49-F238E27FC236}">
                              <a16:creationId xmlns:a16="http://schemas.microsoft.com/office/drawing/2014/main" id="{2B86DEDB-9356-2895-FC91-6BBB5D849415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72947" y="4018612"/>
                        <a:ext cx="36952" cy="228938"/>
                      </p14:xfrm>
                    </p:contentPart>
                  </mc:Choice>
                  <mc:Fallback xmlns="">
                    <p:pic>
                      <p:nvPicPr>
                        <p:cNvPr id="133" name="Mürekkep 132">
                          <a:extLst>
                            <a:ext uri="{FF2B5EF4-FFF2-40B4-BE49-F238E27FC236}">
                              <a16:creationId xmlns:a16="http://schemas.microsoft.com/office/drawing/2014/main" id="{2B86DEDB-9356-2895-FC91-6BBB5D8494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0"/>
                        <a:stretch>
                          <a:fillRect/>
                        </a:stretch>
                      </p:blipFill>
                      <p:spPr>
                        <a:xfrm>
                          <a:off x="737071" y="3982672"/>
                          <a:ext cx="108345" cy="30045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41">
                      <p14:nvContentPartPr>
                        <p14:cNvPr id="134" name="Mürekkep 133">
                          <a:extLst>
                            <a:ext uri="{FF2B5EF4-FFF2-40B4-BE49-F238E27FC236}">
                              <a16:creationId xmlns:a16="http://schemas.microsoft.com/office/drawing/2014/main" id="{C7B25227-0240-3743-F6C7-C9315000F26F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30994" y="3939151"/>
                        <a:ext cx="129194" cy="108356"/>
                      </p14:xfrm>
                    </p:contentPart>
                  </mc:Choice>
                  <mc:Fallback xmlns="">
                    <p:pic>
                      <p:nvPicPr>
                        <p:cNvPr id="134" name="Mürekkep 133">
                          <a:extLst>
                            <a:ext uri="{FF2B5EF4-FFF2-40B4-BE49-F238E27FC236}">
                              <a16:creationId xmlns:a16="http://schemas.microsoft.com/office/drawing/2014/main" id="{C7B25227-0240-3743-F6C7-C9315000F2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2"/>
                        <a:stretch>
                          <a:fillRect/>
                        </a:stretch>
                      </p:blipFill>
                      <p:spPr>
                        <a:xfrm>
                          <a:off x="695007" y="3903152"/>
                          <a:ext cx="200809" cy="179993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43">
                      <p14:nvContentPartPr>
                        <p14:cNvPr id="135" name="Mürekkep 134">
                          <a:extLst>
                            <a:ext uri="{FF2B5EF4-FFF2-40B4-BE49-F238E27FC236}">
                              <a16:creationId xmlns:a16="http://schemas.microsoft.com/office/drawing/2014/main" id="{6B81F3AD-660C-C9CA-70D1-497F7460B60E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744886" y="4095851"/>
                        <a:ext cx="129194" cy="26950"/>
                      </p14:xfrm>
                    </p:contentPart>
                  </mc:Choice>
                  <mc:Fallback xmlns="">
                    <p:pic>
                      <p:nvPicPr>
                        <p:cNvPr id="135" name="Mürekkep 134">
                          <a:extLst>
                            <a:ext uri="{FF2B5EF4-FFF2-40B4-BE49-F238E27FC236}">
                              <a16:creationId xmlns:a16="http://schemas.microsoft.com/office/drawing/2014/main" id="{6B81F3AD-660C-C9CA-70D1-497F7460B6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4"/>
                        <a:stretch>
                          <a:fillRect/>
                        </a:stretch>
                      </p:blipFill>
                      <p:spPr>
                        <a:xfrm>
                          <a:off x="708899" y="4060390"/>
                          <a:ext cx="200809" cy="97516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45">
                      <p14:nvContentPartPr>
                        <p14:cNvPr id="136" name="Mürekkep 135">
                          <a:extLst>
                            <a:ext uri="{FF2B5EF4-FFF2-40B4-BE49-F238E27FC236}">
                              <a16:creationId xmlns:a16="http://schemas.microsoft.com/office/drawing/2014/main" id="{29BFA731-0441-23BA-3720-BC57A7611178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57431" y="4191983"/>
                        <a:ext cx="14725" cy="120026"/>
                      </p14:xfrm>
                    </p:contentPart>
                  </mc:Choice>
                  <mc:Fallback xmlns="">
                    <p:pic>
                      <p:nvPicPr>
                        <p:cNvPr id="136" name="Mürekkep 135">
                          <a:extLst>
                            <a:ext uri="{FF2B5EF4-FFF2-40B4-BE49-F238E27FC236}">
                              <a16:creationId xmlns:a16="http://schemas.microsoft.com/office/drawing/2014/main" id="{29BFA731-0441-23BA-3720-BC57A76111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6"/>
                        <a:stretch>
                          <a:fillRect/>
                        </a:stretch>
                      </p:blipFill>
                      <p:spPr>
                        <a:xfrm>
                          <a:off x="921516" y="4156047"/>
                          <a:ext cx="86195" cy="1915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47">
                      <p14:nvContentPartPr>
                        <p14:cNvPr id="137" name="Mürekkep 136">
                          <a:extLst>
                            <a:ext uri="{FF2B5EF4-FFF2-40B4-BE49-F238E27FC236}">
                              <a16:creationId xmlns:a16="http://schemas.microsoft.com/office/drawing/2014/main" id="{0AA1F8A5-F39F-4FD7-7BC3-9B33CAFBE37B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01308" y="4134748"/>
                        <a:ext cx="98632" cy="52789"/>
                      </p14:xfrm>
                    </p:contentPart>
                  </mc:Choice>
                  <mc:Fallback xmlns="">
                    <p:pic>
                      <p:nvPicPr>
                        <p:cNvPr id="137" name="Mürekkep 136">
                          <a:extLst>
                            <a:ext uri="{FF2B5EF4-FFF2-40B4-BE49-F238E27FC236}">
                              <a16:creationId xmlns:a16="http://schemas.microsoft.com/office/drawing/2014/main" id="{0AA1F8A5-F39F-4FD7-7BC3-9B33CAFBE37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8"/>
                        <a:stretch>
                          <a:fillRect/>
                        </a:stretch>
                      </p:blipFill>
                      <p:spPr>
                        <a:xfrm>
                          <a:off x="865311" y="4098837"/>
                          <a:ext cx="170266" cy="12425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49">
                      <p14:nvContentPartPr>
                        <p14:cNvPr id="138" name="Mürekkep 137">
                          <a:extLst>
                            <a:ext uri="{FF2B5EF4-FFF2-40B4-BE49-F238E27FC236}">
                              <a16:creationId xmlns:a16="http://schemas.microsoft.com/office/drawing/2014/main" id="{6348D7C4-4F49-CE46-92F0-782DEE39552F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29647" y="4251162"/>
                        <a:ext cx="78906" cy="19726"/>
                      </p14:xfrm>
                    </p:contentPart>
                  </mc:Choice>
                  <mc:Fallback xmlns="">
                    <p:pic>
                      <p:nvPicPr>
                        <p:cNvPr id="138" name="Mürekkep 137">
                          <a:extLst>
                            <a:ext uri="{FF2B5EF4-FFF2-40B4-BE49-F238E27FC236}">
                              <a16:creationId xmlns:a16="http://schemas.microsoft.com/office/drawing/2014/main" id="{6348D7C4-4F49-CE46-92F0-782DEE3955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0"/>
                        <a:stretch>
                          <a:fillRect/>
                        </a:stretch>
                      </p:blipFill>
                      <p:spPr>
                        <a:xfrm>
                          <a:off x="893617" y="4215937"/>
                          <a:ext cx="150606" cy="89824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51">
                      <p14:nvContentPartPr>
                        <p14:cNvPr id="139" name="Mürekkep 138">
                          <a:extLst>
                            <a:ext uri="{FF2B5EF4-FFF2-40B4-BE49-F238E27FC236}">
                              <a16:creationId xmlns:a16="http://schemas.microsoft.com/office/drawing/2014/main" id="{FA7970E3-30F5-96AD-74BE-03E25E454314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52152" y="4347849"/>
                        <a:ext cx="106689" cy="27506"/>
                      </p14:xfrm>
                    </p:contentPart>
                  </mc:Choice>
                  <mc:Fallback xmlns="">
                    <p:pic>
                      <p:nvPicPr>
                        <p:cNvPr id="139" name="Mürekkep 138">
                          <a:extLst>
                            <a:ext uri="{FF2B5EF4-FFF2-40B4-BE49-F238E27FC236}">
                              <a16:creationId xmlns:a16="http://schemas.microsoft.com/office/drawing/2014/main" id="{FA7970E3-30F5-96AD-74BE-03E25E4543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2"/>
                        <a:stretch>
                          <a:fillRect/>
                        </a:stretch>
                      </p:blipFill>
                      <p:spPr>
                        <a:xfrm>
                          <a:off x="916230" y="4311657"/>
                          <a:ext cx="178174" cy="9952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43" name="Grup 142">
                    <a:extLst>
                      <a:ext uri="{FF2B5EF4-FFF2-40B4-BE49-F238E27FC236}">
                        <a16:creationId xmlns:a16="http://schemas.microsoft.com/office/drawing/2014/main" id="{C2EE5299-3590-FF5A-8B08-BFB1BBB8405E}"/>
                      </a:ext>
                    </a:extLst>
                  </p:cNvPr>
                  <p:cNvGrpSpPr/>
                  <p:nvPr/>
                </p:nvGrpSpPr>
                <p:grpSpPr>
                  <a:xfrm>
                    <a:off x="1285556" y="4134193"/>
                    <a:ext cx="115025" cy="105300"/>
                    <a:chOff x="1285556" y="4134193"/>
                    <a:chExt cx="115025" cy="105300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53">
                      <p14:nvContentPartPr>
                        <p14:cNvPr id="141" name="Mürekkep 140">
                          <a:extLst>
                            <a:ext uri="{FF2B5EF4-FFF2-40B4-BE49-F238E27FC236}">
                              <a16:creationId xmlns:a16="http://schemas.microsoft.com/office/drawing/2014/main" id="{A0865685-20B0-C16A-0B54-4B08D4E1FE53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285556" y="4134193"/>
                        <a:ext cx="115024" cy="25005"/>
                      </p14:xfrm>
                    </p:contentPart>
                  </mc:Choice>
                  <mc:Fallback xmlns="">
                    <p:pic>
                      <p:nvPicPr>
                        <p:cNvPr id="141" name="Mürekkep 140">
                          <a:extLst>
                            <a:ext uri="{FF2B5EF4-FFF2-40B4-BE49-F238E27FC236}">
                              <a16:creationId xmlns:a16="http://schemas.microsoft.com/office/drawing/2014/main" id="{A0865685-20B0-C16A-0B54-4B08D4E1FE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4"/>
                        <a:stretch>
                          <a:fillRect/>
                        </a:stretch>
                      </p:blipFill>
                      <p:spPr>
                        <a:xfrm>
                          <a:off x="1249611" y="4098472"/>
                          <a:ext cx="186555" cy="9609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55">
                      <p14:nvContentPartPr>
                        <p14:cNvPr id="142" name="Mürekkep 141">
                          <a:extLst>
                            <a:ext uri="{FF2B5EF4-FFF2-40B4-BE49-F238E27FC236}">
                              <a16:creationId xmlns:a16="http://schemas.microsoft.com/office/drawing/2014/main" id="{53EAAC10-104A-2ECE-6778-F11A491C2A11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299448" y="4223378"/>
                        <a:ext cx="101133" cy="16115"/>
                      </p14:xfrm>
                    </p:contentPart>
                  </mc:Choice>
                  <mc:Fallback xmlns="">
                    <p:pic>
                      <p:nvPicPr>
                        <p:cNvPr id="142" name="Mürekkep 141">
                          <a:extLst>
                            <a:ext uri="{FF2B5EF4-FFF2-40B4-BE49-F238E27FC236}">
                              <a16:creationId xmlns:a16="http://schemas.microsoft.com/office/drawing/2014/main" id="{53EAAC10-104A-2ECE-6778-F11A491C2A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6"/>
                        <a:stretch>
                          <a:fillRect/>
                        </a:stretch>
                      </p:blipFill>
                      <p:spPr>
                        <a:xfrm>
                          <a:off x="1263585" y="4186753"/>
                          <a:ext cx="172500" cy="889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70" name="Grup 169">
                    <a:extLst>
                      <a:ext uri="{FF2B5EF4-FFF2-40B4-BE49-F238E27FC236}">
                        <a16:creationId xmlns:a16="http://schemas.microsoft.com/office/drawing/2014/main" id="{F9D7282A-635A-B585-9C05-0A04CB59B2A7}"/>
                      </a:ext>
                    </a:extLst>
                  </p:cNvPr>
                  <p:cNvGrpSpPr/>
                  <p:nvPr/>
                </p:nvGrpSpPr>
                <p:grpSpPr>
                  <a:xfrm>
                    <a:off x="3276814" y="3994996"/>
                    <a:ext cx="1747872" cy="372302"/>
                    <a:chOff x="3276814" y="3994996"/>
                    <a:chExt cx="1747872" cy="372302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57">
                      <p14:nvContentPartPr>
                        <p14:cNvPr id="152" name="Mürekkep 151">
                          <a:extLst>
                            <a:ext uri="{FF2B5EF4-FFF2-40B4-BE49-F238E27FC236}">
                              <a16:creationId xmlns:a16="http://schemas.microsoft.com/office/drawing/2014/main" id="{2B61F33C-0359-94CC-EA10-C1331AE4500A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96262" y="4111688"/>
                        <a:ext cx="14170" cy="195597"/>
                      </p14:xfrm>
                    </p:contentPart>
                  </mc:Choice>
                  <mc:Fallback xmlns="">
                    <p:pic>
                      <p:nvPicPr>
                        <p:cNvPr id="152" name="Mürekkep 151">
                          <a:extLst>
                            <a:ext uri="{FF2B5EF4-FFF2-40B4-BE49-F238E27FC236}">
                              <a16:creationId xmlns:a16="http://schemas.microsoft.com/office/drawing/2014/main" id="{2B61F33C-0359-94CC-EA10-C1331AE450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8"/>
                        <a:stretch>
                          <a:fillRect/>
                        </a:stretch>
                      </p:blipFill>
                      <p:spPr>
                        <a:xfrm>
                          <a:off x="3260837" y="4075733"/>
                          <a:ext cx="84666" cy="2671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59">
                      <p14:nvContentPartPr>
                        <p14:cNvPr id="153" name="Mürekkep 152">
                          <a:extLst>
                            <a:ext uri="{FF2B5EF4-FFF2-40B4-BE49-F238E27FC236}">
                              <a16:creationId xmlns:a16="http://schemas.microsoft.com/office/drawing/2014/main" id="{9B5DC9E9-F4AB-15E0-128C-3D07744E368C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76814" y="3994996"/>
                        <a:ext cx="106689" cy="52233"/>
                      </p14:xfrm>
                    </p:contentPart>
                  </mc:Choice>
                  <mc:Fallback xmlns="">
                    <p:pic>
                      <p:nvPicPr>
                        <p:cNvPr id="153" name="Mürekkep 152">
                          <a:extLst>
                            <a:ext uri="{FF2B5EF4-FFF2-40B4-BE49-F238E27FC236}">
                              <a16:creationId xmlns:a16="http://schemas.microsoft.com/office/drawing/2014/main" id="{9B5DC9E9-F4AB-15E0-128C-3D07744E36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0"/>
                        <a:stretch>
                          <a:fillRect/>
                        </a:stretch>
                      </p:blipFill>
                      <p:spPr>
                        <a:xfrm>
                          <a:off x="3240892" y="3959220"/>
                          <a:ext cx="178174" cy="12342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61">
                      <p14:nvContentPartPr>
                        <p14:cNvPr id="154" name="Mürekkep 153">
                          <a:extLst>
                            <a:ext uri="{FF2B5EF4-FFF2-40B4-BE49-F238E27FC236}">
                              <a16:creationId xmlns:a16="http://schemas.microsoft.com/office/drawing/2014/main" id="{855BCFEE-87C4-AC3E-DBA6-61C85049F595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276814" y="4163643"/>
                        <a:ext cx="106689" cy="278"/>
                      </p14:xfrm>
                    </p:contentPart>
                  </mc:Choice>
                  <mc:Fallback xmlns="">
                    <p:pic>
                      <p:nvPicPr>
                        <p:cNvPr id="154" name="Mürekkep 153">
                          <a:extLst>
                            <a:ext uri="{FF2B5EF4-FFF2-40B4-BE49-F238E27FC236}">
                              <a16:creationId xmlns:a16="http://schemas.microsoft.com/office/drawing/2014/main" id="{855BCFEE-87C4-AC3E-DBA6-61C85049F5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2"/>
                        <a:stretch>
                          <a:fillRect/>
                        </a:stretch>
                      </p:blipFill>
                      <p:spPr>
                        <a:xfrm>
                          <a:off x="3240892" y="4135843"/>
                          <a:ext cx="178174" cy="556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63">
                      <p14:nvContentPartPr>
                        <p14:cNvPr id="156" name="Mürekkep 155">
                          <a:extLst>
                            <a:ext uri="{FF2B5EF4-FFF2-40B4-BE49-F238E27FC236}">
                              <a16:creationId xmlns:a16="http://schemas.microsoft.com/office/drawing/2014/main" id="{90D9D892-0110-16FF-B153-A1D798E6FCCE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433514" y="4223378"/>
                        <a:ext cx="140585" cy="13614"/>
                      </p14:xfrm>
                    </p:contentPart>
                  </mc:Choice>
                  <mc:Fallback xmlns="">
                    <p:pic>
                      <p:nvPicPr>
                        <p:cNvPr id="156" name="Mürekkep 155">
                          <a:extLst>
                            <a:ext uri="{FF2B5EF4-FFF2-40B4-BE49-F238E27FC236}">
                              <a16:creationId xmlns:a16="http://schemas.microsoft.com/office/drawing/2014/main" id="{90D9D892-0110-16FF-B153-A1D798E6FC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4"/>
                        <a:stretch>
                          <a:fillRect/>
                        </a:stretch>
                      </p:blipFill>
                      <p:spPr>
                        <a:xfrm>
                          <a:off x="3397559" y="4186583"/>
                          <a:ext cx="212136" cy="8683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65">
                      <p14:nvContentPartPr>
                        <p14:cNvPr id="157" name="Mürekkep 156">
                          <a:extLst>
                            <a:ext uri="{FF2B5EF4-FFF2-40B4-BE49-F238E27FC236}">
                              <a16:creationId xmlns:a16="http://schemas.microsoft.com/office/drawing/2014/main" id="{21BCB68A-728C-1CA5-4E47-0E05DEAA9684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516587" y="4243938"/>
                        <a:ext cx="29451" cy="123082"/>
                      </p14:xfrm>
                    </p:contentPart>
                  </mc:Choice>
                  <mc:Fallback xmlns="">
                    <p:pic>
                      <p:nvPicPr>
                        <p:cNvPr id="157" name="Mürekkep 156">
                          <a:extLst>
                            <a:ext uri="{FF2B5EF4-FFF2-40B4-BE49-F238E27FC236}">
                              <a16:creationId xmlns:a16="http://schemas.microsoft.com/office/drawing/2014/main" id="{21BCB68A-728C-1CA5-4E47-0E05DEAA96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6"/>
                        <a:stretch>
                          <a:fillRect/>
                        </a:stretch>
                      </p:blipFill>
                      <p:spPr>
                        <a:xfrm>
                          <a:off x="3480671" y="4208054"/>
                          <a:ext cx="100924" cy="19449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67">
                      <p14:nvContentPartPr>
                        <p14:cNvPr id="158" name="Mürekkep 157">
                          <a:extLst>
                            <a:ext uri="{FF2B5EF4-FFF2-40B4-BE49-F238E27FC236}">
                              <a16:creationId xmlns:a16="http://schemas.microsoft.com/office/drawing/2014/main" id="{0759D691-9018-9EEC-C8C0-C96FAFFB3F92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603550" y="4254774"/>
                        <a:ext cx="141419" cy="105022"/>
                      </p14:xfrm>
                    </p:contentPart>
                  </mc:Choice>
                  <mc:Fallback xmlns="">
                    <p:pic>
                      <p:nvPicPr>
                        <p:cNvPr id="158" name="Mürekkep 157">
                          <a:extLst>
                            <a:ext uri="{FF2B5EF4-FFF2-40B4-BE49-F238E27FC236}">
                              <a16:creationId xmlns:a16="http://schemas.microsoft.com/office/drawing/2014/main" id="{0759D691-9018-9EEC-C8C0-C96FAFFB3F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8"/>
                        <a:stretch>
                          <a:fillRect/>
                        </a:stretch>
                      </p:blipFill>
                      <p:spPr>
                        <a:xfrm>
                          <a:off x="3567566" y="4218808"/>
                          <a:ext cx="213028" cy="17659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69">
                      <p14:nvContentPartPr>
                        <p14:cNvPr id="159" name="Mürekkep 158">
                          <a:extLst>
                            <a:ext uri="{FF2B5EF4-FFF2-40B4-BE49-F238E27FC236}">
                              <a16:creationId xmlns:a16="http://schemas.microsoft.com/office/drawing/2014/main" id="{A02E1476-0369-CFF5-EFC7-B837BC2B0123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702182" y="4171423"/>
                        <a:ext cx="171703" cy="180038"/>
                      </p14:xfrm>
                    </p:contentPart>
                  </mc:Choice>
                  <mc:Fallback xmlns="">
                    <p:pic>
                      <p:nvPicPr>
                        <p:cNvPr id="159" name="Mürekkep 158">
                          <a:extLst>
                            <a:ext uri="{FF2B5EF4-FFF2-40B4-BE49-F238E27FC236}">
                              <a16:creationId xmlns:a16="http://schemas.microsoft.com/office/drawing/2014/main" id="{A02E1476-0369-CFF5-EFC7-B837BC2B01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0"/>
                        <a:stretch>
                          <a:fillRect/>
                        </a:stretch>
                      </p:blipFill>
                      <p:spPr>
                        <a:xfrm>
                          <a:off x="3666186" y="4135415"/>
                          <a:ext cx="243336" cy="251693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71">
                      <p14:nvContentPartPr>
                        <p14:cNvPr id="160" name="Mürekkep 159">
                          <a:extLst>
                            <a:ext uri="{FF2B5EF4-FFF2-40B4-BE49-F238E27FC236}">
                              <a16:creationId xmlns:a16="http://schemas.microsoft.com/office/drawing/2014/main" id="{AD41BFEB-C0E2-8684-A33C-8E2674A0F96D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850825" y="4158642"/>
                        <a:ext cx="31118" cy="181705"/>
                      </p14:xfrm>
                    </p:contentPart>
                  </mc:Choice>
                  <mc:Fallback xmlns="">
                    <p:pic>
                      <p:nvPicPr>
                        <p:cNvPr id="160" name="Mürekkep 159">
                          <a:extLst>
                            <a:ext uri="{FF2B5EF4-FFF2-40B4-BE49-F238E27FC236}">
                              <a16:creationId xmlns:a16="http://schemas.microsoft.com/office/drawing/2014/main" id="{AD41BFEB-C0E2-8684-A33C-8E2674A0F9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2"/>
                        <a:stretch>
                          <a:fillRect/>
                        </a:stretch>
                      </p:blipFill>
                      <p:spPr>
                        <a:xfrm>
                          <a:off x="3814641" y="4122661"/>
                          <a:ext cx="103124" cy="25330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73">
                      <p14:nvContentPartPr>
                        <p14:cNvPr id="161" name="Mürekkep 160">
                          <a:extLst>
                            <a:ext uri="{FF2B5EF4-FFF2-40B4-BE49-F238E27FC236}">
                              <a16:creationId xmlns:a16="http://schemas.microsoft.com/office/drawing/2014/main" id="{93AD2538-0A61-0DAE-35A2-41AC3D98690D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3937788" y="4262831"/>
                        <a:ext cx="112246" cy="104467"/>
                      </p14:xfrm>
                    </p:contentPart>
                  </mc:Choice>
                  <mc:Fallback xmlns="">
                    <p:pic>
                      <p:nvPicPr>
                        <p:cNvPr id="161" name="Mürekkep 160">
                          <a:extLst>
                            <a:ext uri="{FF2B5EF4-FFF2-40B4-BE49-F238E27FC236}">
                              <a16:creationId xmlns:a16="http://schemas.microsoft.com/office/drawing/2014/main" id="{93AD2538-0A61-0DAE-35A2-41AC3D9869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4"/>
                        <a:stretch>
                          <a:fillRect/>
                        </a:stretch>
                      </p:blipFill>
                      <p:spPr>
                        <a:xfrm>
                          <a:off x="3901927" y="4226932"/>
                          <a:ext cx="183610" cy="17590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75">
                      <p14:nvContentPartPr>
                        <p14:cNvPr id="162" name="Mürekkep 161">
                          <a:extLst>
                            <a:ext uri="{FF2B5EF4-FFF2-40B4-BE49-F238E27FC236}">
                              <a16:creationId xmlns:a16="http://schemas.microsoft.com/office/drawing/2014/main" id="{7B7148E6-46AC-B39C-0F1D-32C301F6C391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215069" y="4210042"/>
                        <a:ext cx="134751" cy="13892"/>
                      </p14:xfrm>
                    </p:contentPart>
                  </mc:Choice>
                  <mc:Fallback xmlns="">
                    <p:pic>
                      <p:nvPicPr>
                        <p:cNvPr id="162" name="Mürekkep 161">
                          <a:extLst>
                            <a:ext uri="{FF2B5EF4-FFF2-40B4-BE49-F238E27FC236}">
                              <a16:creationId xmlns:a16="http://schemas.microsoft.com/office/drawing/2014/main" id="{7B7148E6-46AC-B39C-0F1D-32C301F6C3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6"/>
                        <a:stretch>
                          <a:fillRect/>
                        </a:stretch>
                      </p:blipFill>
                      <p:spPr>
                        <a:xfrm>
                          <a:off x="4179135" y="4174421"/>
                          <a:ext cx="206259" cy="8477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77">
                      <p14:nvContentPartPr>
                        <p14:cNvPr id="163" name="Mürekkep 162">
                          <a:extLst>
                            <a:ext uri="{FF2B5EF4-FFF2-40B4-BE49-F238E27FC236}">
                              <a16:creationId xmlns:a16="http://schemas.microsoft.com/office/drawing/2014/main" id="{46351F9C-2DD4-BC48-4653-20198A2B6A64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251466" y="4322844"/>
                        <a:ext cx="148643" cy="18337"/>
                      </p14:xfrm>
                    </p:contentPart>
                  </mc:Choice>
                  <mc:Fallback xmlns="">
                    <p:pic>
                      <p:nvPicPr>
                        <p:cNvPr id="163" name="Mürekkep 162">
                          <a:extLst>
                            <a:ext uri="{FF2B5EF4-FFF2-40B4-BE49-F238E27FC236}">
                              <a16:creationId xmlns:a16="http://schemas.microsoft.com/office/drawing/2014/main" id="{46351F9C-2DD4-BC48-4653-20198A2B6A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8"/>
                        <a:stretch>
                          <a:fillRect/>
                        </a:stretch>
                      </p:blipFill>
                      <p:spPr>
                        <a:xfrm>
                          <a:off x="4215562" y="4286889"/>
                          <a:ext cx="220092" cy="8988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79">
                      <p14:nvContentPartPr>
                        <p14:cNvPr id="164" name="Mürekkep 163">
                          <a:extLst>
                            <a:ext uri="{FF2B5EF4-FFF2-40B4-BE49-F238E27FC236}">
                              <a16:creationId xmlns:a16="http://schemas.microsoft.com/office/drawing/2014/main" id="{BD226FD2-7800-D6B9-1F9D-3E4641695328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484015" y="4147807"/>
                        <a:ext cx="115580" cy="200598"/>
                      </p14:xfrm>
                    </p:contentPart>
                  </mc:Choice>
                  <mc:Fallback xmlns="">
                    <p:pic>
                      <p:nvPicPr>
                        <p:cNvPr id="164" name="Mürekkep 163">
                          <a:extLst>
                            <a:ext uri="{FF2B5EF4-FFF2-40B4-BE49-F238E27FC236}">
                              <a16:creationId xmlns:a16="http://schemas.microsoft.com/office/drawing/2014/main" id="{BD226FD2-7800-D6B9-1F9D-3E46416953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0"/>
                        <a:stretch>
                          <a:fillRect/>
                        </a:stretch>
                      </p:blipFill>
                      <p:spPr>
                        <a:xfrm>
                          <a:off x="4448121" y="4111858"/>
                          <a:ext cx="187010" cy="27213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81">
                      <p14:nvContentPartPr>
                        <p14:cNvPr id="165" name="Mürekkep 164">
                          <a:extLst>
                            <a:ext uri="{FF2B5EF4-FFF2-40B4-BE49-F238E27FC236}">
                              <a16:creationId xmlns:a16="http://schemas.microsoft.com/office/drawing/2014/main" id="{490737E3-34FF-AA70-9DE6-4BE9F4040A4D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497907" y="4246994"/>
                        <a:ext cx="115024" cy="36397"/>
                      </p14:xfrm>
                    </p:contentPart>
                  </mc:Choice>
                  <mc:Fallback xmlns="">
                    <p:pic>
                      <p:nvPicPr>
                        <p:cNvPr id="165" name="Mürekkep 164">
                          <a:extLst>
                            <a:ext uri="{FF2B5EF4-FFF2-40B4-BE49-F238E27FC236}">
                              <a16:creationId xmlns:a16="http://schemas.microsoft.com/office/drawing/2014/main" id="{490737E3-34FF-AA70-9DE6-4BE9F4040A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2"/>
                        <a:stretch>
                          <a:fillRect/>
                        </a:stretch>
                      </p:blipFill>
                      <p:spPr>
                        <a:xfrm>
                          <a:off x="4461962" y="4210957"/>
                          <a:ext cx="186555" cy="10811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83">
                      <p14:nvContentPartPr>
                        <p14:cNvPr id="166" name="Mürekkep 165">
                          <a:extLst>
                            <a:ext uri="{FF2B5EF4-FFF2-40B4-BE49-F238E27FC236}">
                              <a16:creationId xmlns:a16="http://schemas.microsoft.com/office/drawing/2014/main" id="{1A6A1E1B-3F13-6A9E-D35B-8DD39CDBCADE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654885" y="4275334"/>
                        <a:ext cx="28339" cy="91686"/>
                      </p14:xfrm>
                    </p:contentPart>
                  </mc:Choice>
                  <mc:Fallback xmlns="">
                    <p:pic>
                      <p:nvPicPr>
                        <p:cNvPr id="166" name="Mürekkep 165">
                          <a:extLst>
                            <a:ext uri="{FF2B5EF4-FFF2-40B4-BE49-F238E27FC236}">
                              <a16:creationId xmlns:a16="http://schemas.microsoft.com/office/drawing/2014/main" id="{1A6A1E1B-3F13-6A9E-D35B-8DD39CDBCA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4"/>
                        <a:stretch>
                          <a:fillRect/>
                        </a:stretch>
                      </p:blipFill>
                      <p:spPr>
                        <a:xfrm>
                          <a:off x="4619013" y="4239379"/>
                          <a:ext cx="99725" cy="163237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85">
                      <p14:nvContentPartPr>
                        <p14:cNvPr id="167" name="Mürekkep 166">
                          <a:extLst>
                            <a:ext uri="{FF2B5EF4-FFF2-40B4-BE49-F238E27FC236}">
                              <a16:creationId xmlns:a16="http://schemas.microsoft.com/office/drawing/2014/main" id="{8CB7E9F7-7743-DD79-C75D-2922A4DF86C6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755462" y="4083071"/>
                        <a:ext cx="78628" cy="207822"/>
                      </p14:xfrm>
                    </p:contentPart>
                  </mc:Choice>
                  <mc:Fallback xmlns="">
                    <p:pic>
                      <p:nvPicPr>
                        <p:cNvPr id="167" name="Mürekkep 166">
                          <a:extLst>
                            <a:ext uri="{FF2B5EF4-FFF2-40B4-BE49-F238E27FC236}">
                              <a16:creationId xmlns:a16="http://schemas.microsoft.com/office/drawing/2014/main" id="{8CB7E9F7-7743-DD79-C75D-2922A4DF86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6"/>
                        <a:stretch>
                          <a:fillRect/>
                        </a:stretch>
                      </p:blipFill>
                      <p:spPr>
                        <a:xfrm>
                          <a:off x="4719559" y="4047116"/>
                          <a:ext cx="150075" cy="279373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87">
                      <p14:nvContentPartPr>
                        <p14:cNvPr id="168" name="Mürekkep 167">
                          <a:extLst>
                            <a:ext uri="{FF2B5EF4-FFF2-40B4-BE49-F238E27FC236}">
                              <a16:creationId xmlns:a16="http://schemas.microsoft.com/office/drawing/2014/main" id="{520BAF87-2BB5-6257-133C-65DE4A2DB925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741570" y="4184203"/>
                        <a:ext cx="143086" cy="39731"/>
                      </p14:xfrm>
                    </p:contentPart>
                  </mc:Choice>
                  <mc:Fallback xmlns="">
                    <p:pic>
                      <p:nvPicPr>
                        <p:cNvPr id="168" name="Mürekkep 167">
                          <a:extLst>
                            <a:ext uri="{FF2B5EF4-FFF2-40B4-BE49-F238E27FC236}">
                              <a16:creationId xmlns:a16="http://schemas.microsoft.com/office/drawing/2014/main" id="{520BAF87-2BB5-6257-133C-65DE4A2DB9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8"/>
                        <a:stretch>
                          <a:fillRect/>
                        </a:stretch>
                      </p:blipFill>
                      <p:spPr>
                        <a:xfrm>
                          <a:off x="4705619" y="4148084"/>
                          <a:ext cx="214629" cy="11160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89">
                      <p14:nvContentPartPr>
                        <p14:cNvPr id="169" name="Mürekkep 168">
                          <a:extLst>
                            <a:ext uri="{FF2B5EF4-FFF2-40B4-BE49-F238E27FC236}">
                              <a16:creationId xmlns:a16="http://schemas.microsoft.com/office/drawing/2014/main" id="{3AE5E9B9-D0A0-A1B9-FDFB-38291C8CF59B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4946058" y="4131970"/>
                        <a:ext cx="78628" cy="215324"/>
                      </p14:xfrm>
                    </p:contentPart>
                  </mc:Choice>
                  <mc:Fallback xmlns="">
                    <p:pic>
                      <p:nvPicPr>
                        <p:cNvPr id="169" name="Mürekkep 168">
                          <a:extLst>
                            <a:ext uri="{FF2B5EF4-FFF2-40B4-BE49-F238E27FC236}">
                              <a16:creationId xmlns:a16="http://schemas.microsoft.com/office/drawing/2014/main" id="{3AE5E9B9-D0A0-A1B9-FDFB-38291C8CF5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0"/>
                        <a:stretch>
                          <a:fillRect/>
                        </a:stretch>
                      </p:blipFill>
                      <p:spPr>
                        <a:xfrm>
                          <a:off x="4910155" y="4095963"/>
                          <a:ext cx="150075" cy="28697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</p:grpSp>
          <p:sp>
            <p:nvSpPr>
              <p:cNvPr id="173" name="Ok: Sağ 172">
                <a:extLst>
                  <a:ext uri="{FF2B5EF4-FFF2-40B4-BE49-F238E27FC236}">
                    <a16:creationId xmlns:a16="http://schemas.microsoft.com/office/drawing/2014/main" id="{D72380C1-1EB8-65BA-DD20-8189997FC11D}"/>
                  </a:ext>
                </a:extLst>
              </p:cNvPr>
              <p:cNvSpPr/>
              <p:nvPr/>
            </p:nvSpPr>
            <p:spPr>
              <a:xfrm>
                <a:off x="5584723" y="2578819"/>
                <a:ext cx="776364" cy="45719"/>
              </a:xfrm>
              <a:prstGeom prst="rightArrow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74" name="Ok: Sağ 173">
                <a:extLst>
                  <a:ext uri="{FF2B5EF4-FFF2-40B4-BE49-F238E27FC236}">
                    <a16:creationId xmlns:a16="http://schemas.microsoft.com/office/drawing/2014/main" id="{D526D465-BB60-4F7A-084B-A058AAF89587}"/>
                  </a:ext>
                </a:extLst>
              </p:cNvPr>
              <p:cNvSpPr/>
              <p:nvPr/>
            </p:nvSpPr>
            <p:spPr>
              <a:xfrm>
                <a:off x="5584723" y="3483934"/>
                <a:ext cx="776364" cy="45719"/>
              </a:xfrm>
              <a:prstGeom prst="rightArrow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75" name="Ok: Sağ 174">
                <a:extLst>
                  <a:ext uri="{FF2B5EF4-FFF2-40B4-BE49-F238E27FC236}">
                    <a16:creationId xmlns:a16="http://schemas.microsoft.com/office/drawing/2014/main" id="{82D14CEA-6F5F-9AD5-C9F5-933FB7BC62EE}"/>
                  </a:ext>
                </a:extLst>
              </p:cNvPr>
              <p:cNvSpPr/>
              <p:nvPr/>
            </p:nvSpPr>
            <p:spPr>
              <a:xfrm>
                <a:off x="5584723" y="4282362"/>
                <a:ext cx="776364" cy="45719"/>
              </a:xfrm>
              <a:prstGeom prst="rightArrow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76" name="Metin kutusu 175">
                <a:extLst>
                  <a:ext uri="{FF2B5EF4-FFF2-40B4-BE49-F238E27FC236}">
                    <a16:creationId xmlns:a16="http://schemas.microsoft.com/office/drawing/2014/main" id="{146E3BBF-6426-D78F-95B7-B1244341B991}"/>
                  </a:ext>
                </a:extLst>
              </p:cNvPr>
              <p:cNvSpPr txBox="1"/>
              <p:nvPr/>
            </p:nvSpPr>
            <p:spPr>
              <a:xfrm>
                <a:off x="6602655" y="2408621"/>
                <a:ext cx="25017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000" b="1" dirty="0"/>
                  <a:t>H01 KABUL EDİLİR</a:t>
                </a:r>
              </a:p>
            </p:txBody>
          </p:sp>
          <p:sp>
            <p:nvSpPr>
              <p:cNvPr id="177" name="Metin kutusu 176">
                <a:extLst>
                  <a:ext uri="{FF2B5EF4-FFF2-40B4-BE49-F238E27FC236}">
                    <a16:creationId xmlns:a16="http://schemas.microsoft.com/office/drawing/2014/main" id="{1A273B45-29CA-D632-0E24-8CB3D8A95577}"/>
                  </a:ext>
                </a:extLst>
              </p:cNvPr>
              <p:cNvSpPr txBox="1"/>
              <p:nvPr/>
            </p:nvSpPr>
            <p:spPr>
              <a:xfrm>
                <a:off x="6562629" y="3302354"/>
                <a:ext cx="23830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000" b="1" dirty="0"/>
                  <a:t>H02 KABUL EDİLİR</a:t>
                </a:r>
              </a:p>
            </p:txBody>
          </p:sp>
          <p:sp>
            <p:nvSpPr>
              <p:cNvPr id="178" name="Metin kutusu 177">
                <a:extLst>
                  <a:ext uri="{FF2B5EF4-FFF2-40B4-BE49-F238E27FC236}">
                    <a16:creationId xmlns:a16="http://schemas.microsoft.com/office/drawing/2014/main" id="{67C3E8AE-12F7-F293-4F40-6E628AD78826}"/>
                  </a:ext>
                </a:extLst>
              </p:cNvPr>
              <p:cNvSpPr txBox="1"/>
              <p:nvPr/>
            </p:nvSpPr>
            <p:spPr>
              <a:xfrm>
                <a:off x="6570333" y="4109309"/>
                <a:ext cx="23830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000" b="1" dirty="0"/>
                  <a:t>H03 KABUL EDİLİR</a:t>
                </a:r>
              </a:p>
            </p:txBody>
          </p:sp>
        </p:grpSp>
        <p:grpSp>
          <p:nvGrpSpPr>
            <p:cNvPr id="205" name="Grup 204">
              <a:extLst>
                <a:ext uri="{FF2B5EF4-FFF2-40B4-BE49-F238E27FC236}">
                  <a16:creationId xmlns:a16="http://schemas.microsoft.com/office/drawing/2014/main" id="{3257DB3A-92ED-F258-F6C8-08E3B1CC3B38}"/>
                </a:ext>
              </a:extLst>
            </p:cNvPr>
            <p:cNvGrpSpPr/>
            <p:nvPr/>
          </p:nvGrpSpPr>
          <p:grpSpPr>
            <a:xfrm>
              <a:off x="1086097" y="1549781"/>
              <a:ext cx="1364760" cy="1976400"/>
              <a:chOff x="1086097" y="1549781"/>
              <a:chExt cx="1364760" cy="1976400"/>
            </a:xfrm>
          </p:grpSpPr>
          <p:grpSp>
            <p:nvGrpSpPr>
              <p:cNvPr id="195" name="Grup 194">
                <a:extLst>
                  <a:ext uri="{FF2B5EF4-FFF2-40B4-BE49-F238E27FC236}">
                    <a16:creationId xmlns:a16="http://schemas.microsoft.com/office/drawing/2014/main" id="{C44BB5B2-372E-D614-51B0-32A3042DA314}"/>
                  </a:ext>
                </a:extLst>
              </p:cNvPr>
              <p:cNvGrpSpPr/>
              <p:nvPr/>
            </p:nvGrpSpPr>
            <p:grpSpPr>
              <a:xfrm>
                <a:off x="1086097" y="1549781"/>
                <a:ext cx="675360" cy="363600"/>
                <a:chOff x="1086097" y="1549781"/>
                <a:chExt cx="675360" cy="3636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91">
                  <p14:nvContentPartPr>
                    <p14:cNvPr id="183" name="Mürekkep 182">
                      <a:extLst>
                        <a:ext uri="{FF2B5EF4-FFF2-40B4-BE49-F238E27FC236}">
                          <a16:creationId xmlns:a16="http://schemas.microsoft.com/office/drawing/2014/main" id="{413B35BE-4A0C-2977-CE3B-0E61F9AA675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86097" y="1549781"/>
                    <a:ext cx="84600" cy="357120"/>
                  </p14:xfrm>
                </p:contentPart>
              </mc:Choice>
              <mc:Fallback xmlns="">
                <p:pic>
                  <p:nvPicPr>
                    <p:cNvPr id="183" name="Mürekkep 182">
                      <a:extLst>
                        <a:ext uri="{FF2B5EF4-FFF2-40B4-BE49-F238E27FC236}">
                          <a16:creationId xmlns:a16="http://schemas.microsoft.com/office/drawing/2014/main" id="{413B35BE-4A0C-2977-CE3B-0E61F9AA6753}"/>
                        </a:ext>
                      </a:extLst>
                    </p:cNvPr>
                    <p:cNvPicPr/>
                    <p:nvPr/>
                  </p:nvPicPr>
                  <p:blipFill>
                    <a:blip r:embed="rId192"/>
                    <a:stretch>
                      <a:fillRect/>
                    </a:stretch>
                  </p:blipFill>
                  <p:spPr>
                    <a:xfrm>
                      <a:off x="1050457" y="1513781"/>
                      <a:ext cx="156240" cy="4287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3">
                  <p14:nvContentPartPr>
                    <p14:cNvPr id="184" name="Mürekkep 183">
                      <a:extLst>
                        <a:ext uri="{FF2B5EF4-FFF2-40B4-BE49-F238E27FC236}">
                          <a16:creationId xmlns:a16="http://schemas.microsoft.com/office/drawing/2014/main" id="{44674F05-87DA-E117-911B-D45AFC1C321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252417" y="1794581"/>
                    <a:ext cx="31320" cy="118800"/>
                  </p14:xfrm>
                </p:contentPart>
              </mc:Choice>
              <mc:Fallback xmlns="">
                <p:pic>
                  <p:nvPicPr>
                    <p:cNvPr id="184" name="Mürekkep 183">
                      <a:extLst>
                        <a:ext uri="{FF2B5EF4-FFF2-40B4-BE49-F238E27FC236}">
                          <a16:creationId xmlns:a16="http://schemas.microsoft.com/office/drawing/2014/main" id="{44674F05-87DA-E117-911B-D45AFC1C3216}"/>
                        </a:ext>
                      </a:extLst>
                    </p:cNvPr>
                    <p:cNvPicPr/>
                    <p:nvPr/>
                  </p:nvPicPr>
                  <p:blipFill>
                    <a:blip r:embed="rId194"/>
                    <a:stretch>
                      <a:fillRect/>
                    </a:stretch>
                  </p:blipFill>
                  <p:spPr>
                    <a:xfrm>
                      <a:off x="1216417" y="1758941"/>
                      <a:ext cx="102960" cy="190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5">
                  <p14:nvContentPartPr>
                    <p14:cNvPr id="185" name="Mürekkep 184">
                      <a:extLst>
                        <a:ext uri="{FF2B5EF4-FFF2-40B4-BE49-F238E27FC236}">
                          <a16:creationId xmlns:a16="http://schemas.microsoft.com/office/drawing/2014/main" id="{37104B68-C174-2654-D635-FEBECD4C3A5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89937" y="1601261"/>
                    <a:ext cx="139320" cy="276480"/>
                  </p14:xfrm>
                </p:contentPart>
              </mc:Choice>
              <mc:Fallback xmlns="">
                <p:pic>
                  <p:nvPicPr>
                    <p:cNvPr id="185" name="Mürekkep 184">
                      <a:extLst>
                        <a:ext uri="{FF2B5EF4-FFF2-40B4-BE49-F238E27FC236}">
                          <a16:creationId xmlns:a16="http://schemas.microsoft.com/office/drawing/2014/main" id="{37104B68-C174-2654-D635-FEBECD4C3A5A}"/>
                        </a:ext>
                      </a:extLst>
                    </p:cNvPr>
                    <p:cNvPicPr/>
                    <p:nvPr/>
                  </p:nvPicPr>
                  <p:blipFill>
                    <a:blip r:embed="rId196"/>
                    <a:stretch>
                      <a:fillRect/>
                    </a:stretch>
                  </p:blipFill>
                  <p:spPr>
                    <a:xfrm>
                      <a:off x="1353937" y="1565621"/>
                      <a:ext cx="210960" cy="348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7">
                  <p14:nvContentPartPr>
                    <p14:cNvPr id="186" name="Mürekkep 185">
                      <a:extLst>
                        <a:ext uri="{FF2B5EF4-FFF2-40B4-BE49-F238E27FC236}">
                          <a16:creationId xmlns:a16="http://schemas.microsoft.com/office/drawing/2014/main" id="{7ACCDAD1-D0C8-D018-A0FE-B6E9D588515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630417" y="1613141"/>
                    <a:ext cx="84960" cy="212760"/>
                  </p14:xfrm>
                </p:contentPart>
              </mc:Choice>
              <mc:Fallback xmlns="">
                <p:pic>
                  <p:nvPicPr>
                    <p:cNvPr id="186" name="Mürekkep 185">
                      <a:extLst>
                        <a:ext uri="{FF2B5EF4-FFF2-40B4-BE49-F238E27FC236}">
                          <a16:creationId xmlns:a16="http://schemas.microsoft.com/office/drawing/2014/main" id="{7ACCDAD1-D0C8-D018-A0FE-B6E9D588515D}"/>
                        </a:ext>
                      </a:extLst>
                    </p:cNvPr>
                    <p:cNvPicPr/>
                    <p:nvPr/>
                  </p:nvPicPr>
                  <p:blipFill>
                    <a:blip r:embed="rId198"/>
                    <a:stretch>
                      <a:fillRect/>
                    </a:stretch>
                  </p:blipFill>
                  <p:spPr>
                    <a:xfrm>
                      <a:off x="1594777" y="1577141"/>
                      <a:ext cx="156600" cy="284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9">
                  <p14:nvContentPartPr>
                    <p14:cNvPr id="188" name="Mürekkep 187">
                      <a:extLst>
                        <a:ext uri="{FF2B5EF4-FFF2-40B4-BE49-F238E27FC236}">
                          <a16:creationId xmlns:a16="http://schemas.microsoft.com/office/drawing/2014/main" id="{DEF44F30-AFE0-F6B4-9D21-66643BC080A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641217" y="1717181"/>
                    <a:ext cx="120240" cy="15840"/>
                  </p14:xfrm>
                </p:contentPart>
              </mc:Choice>
              <mc:Fallback xmlns="">
                <p:pic>
                  <p:nvPicPr>
                    <p:cNvPr id="188" name="Mürekkep 187">
                      <a:extLst>
                        <a:ext uri="{FF2B5EF4-FFF2-40B4-BE49-F238E27FC236}">
                          <a16:creationId xmlns:a16="http://schemas.microsoft.com/office/drawing/2014/main" id="{DEF44F30-AFE0-F6B4-9D21-66643BC080A0}"/>
                        </a:ext>
                      </a:extLst>
                    </p:cNvPr>
                    <p:cNvPicPr/>
                    <p:nvPr/>
                  </p:nvPicPr>
                  <p:blipFill>
                    <a:blip r:embed="rId200"/>
                    <a:stretch>
                      <a:fillRect/>
                    </a:stretch>
                  </p:blipFill>
                  <p:spPr>
                    <a:xfrm>
                      <a:off x="1605577" y="1681181"/>
                      <a:ext cx="191880" cy="874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94" name="Grup 193">
                <a:extLst>
                  <a:ext uri="{FF2B5EF4-FFF2-40B4-BE49-F238E27FC236}">
                    <a16:creationId xmlns:a16="http://schemas.microsoft.com/office/drawing/2014/main" id="{24F79760-6DC6-CE15-5F17-003AF8A05AC4}"/>
                  </a:ext>
                </a:extLst>
              </p:cNvPr>
              <p:cNvGrpSpPr/>
              <p:nvPr/>
            </p:nvGrpSpPr>
            <p:grpSpPr>
              <a:xfrm>
                <a:off x="1143697" y="2457341"/>
                <a:ext cx="672480" cy="295200"/>
                <a:chOff x="1143697" y="2457341"/>
                <a:chExt cx="672480" cy="2952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01">
                  <p14:nvContentPartPr>
                    <p14:cNvPr id="190" name="Mürekkep 189">
                      <a:extLst>
                        <a:ext uri="{FF2B5EF4-FFF2-40B4-BE49-F238E27FC236}">
                          <a16:creationId xmlns:a16="http://schemas.microsoft.com/office/drawing/2014/main" id="{3CDD03EE-D297-1332-1C3D-2E5C42DAFD5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43697" y="2457341"/>
                    <a:ext cx="165600" cy="223920"/>
                  </p14:xfrm>
                </p:contentPart>
              </mc:Choice>
              <mc:Fallback xmlns="">
                <p:pic>
                  <p:nvPicPr>
                    <p:cNvPr id="190" name="Mürekkep 189">
                      <a:extLst>
                        <a:ext uri="{FF2B5EF4-FFF2-40B4-BE49-F238E27FC236}">
                          <a16:creationId xmlns:a16="http://schemas.microsoft.com/office/drawing/2014/main" id="{3CDD03EE-D297-1332-1C3D-2E5C42DAFD51}"/>
                        </a:ext>
                      </a:extLst>
                    </p:cNvPr>
                    <p:cNvPicPr/>
                    <p:nvPr/>
                  </p:nvPicPr>
                  <p:blipFill>
                    <a:blip r:embed="rId202"/>
                    <a:stretch>
                      <a:fillRect/>
                    </a:stretch>
                  </p:blipFill>
                  <p:spPr>
                    <a:xfrm>
                      <a:off x="1108057" y="2421701"/>
                      <a:ext cx="237240" cy="295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3">
                  <p14:nvContentPartPr>
                    <p14:cNvPr id="191" name="Mürekkep 190">
                      <a:extLst>
                        <a:ext uri="{FF2B5EF4-FFF2-40B4-BE49-F238E27FC236}">
                          <a16:creationId xmlns:a16="http://schemas.microsoft.com/office/drawing/2014/main" id="{87042608-ACAF-15B1-9449-E68141A8CAB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91017" y="2649941"/>
                    <a:ext cx="29520" cy="102600"/>
                  </p14:xfrm>
                </p:contentPart>
              </mc:Choice>
              <mc:Fallback xmlns="">
                <p:pic>
                  <p:nvPicPr>
                    <p:cNvPr id="191" name="Mürekkep 190">
                      <a:extLst>
                        <a:ext uri="{FF2B5EF4-FFF2-40B4-BE49-F238E27FC236}">
                          <a16:creationId xmlns:a16="http://schemas.microsoft.com/office/drawing/2014/main" id="{87042608-ACAF-15B1-9449-E68141A8CAB6}"/>
                        </a:ext>
                      </a:extLst>
                    </p:cNvPr>
                    <p:cNvPicPr/>
                    <p:nvPr/>
                  </p:nvPicPr>
                  <p:blipFill>
                    <a:blip r:embed="rId204"/>
                    <a:stretch>
                      <a:fillRect/>
                    </a:stretch>
                  </p:blipFill>
                  <p:spPr>
                    <a:xfrm>
                      <a:off x="1355017" y="2614301"/>
                      <a:ext cx="101160" cy="174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5">
                  <p14:nvContentPartPr>
                    <p14:cNvPr id="192" name="Mürekkep 191">
                      <a:extLst>
                        <a:ext uri="{FF2B5EF4-FFF2-40B4-BE49-F238E27FC236}">
                          <a16:creationId xmlns:a16="http://schemas.microsoft.com/office/drawing/2014/main" id="{25517522-CACF-4BDC-ACCD-A0DECB014EE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10537" y="2518541"/>
                    <a:ext cx="114120" cy="167040"/>
                  </p14:xfrm>
                </p:contentPart>
              </mc:Choice>
              <mc:Fallback xmlns="">
                <p:pic>
                  <p:nvPicPr>
                    <p:cNvPr id="192" name="Mürekkep 191">
                      <a:extLst>
                        <a:ext uri="{FF2B5EF4-FFF2-40B4-BE49-F238E27FC236}">
                          <a16:creationId xmlns:a16="http://schemas.microsoft.com/office/drawing/2014/main" id="{25517522-CACF-4BDC-ACCD-A0DECB014EEB}"/>
                        </a:ext>
                      </a:extLst>
                    </p:cNvPr>
                    <p:cNvPicPr/>
                    <p:nvPr/>
                  </p:nvPicPr>
                  <p:blipFill>
                    <a:blip r:embed="rId206"/>
                    <a:stretch>
                      <a:fillRect/>
                    </a:stretch>
                  </p:blipFill>
                  <p:spPr>
                    <a:xfrm>
                      <a:off x="1474537" y="2482541"/>
                      <a:ext cx="185760" cy="238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7">
                  <p14:nvContentPartPr>
                    <p14:cNvPr id="193" name="Mürekkep 192">
                      <a:extLst>
                        <a:ext uri="{FF2B5EF4-FFF2-40B4-BE49-F238E27FC236}">
                          <a16:creationId xmlns:a16="http://schemas.microsoft.com/office/drawing/2014/main" id="{BE5857C4-8741-18E5-94FC-65B035F28D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666057" y="2472101"/>
                    <a:ext cx="150120" cy="213120"/>
                  </p14:xfrm>
                </p:contentPart>
              </mc:Choice>
              <mc:Fallback xmlns="">
                <p:pic>
                  <p:nvPicPr>
                    <p:cNvPr id="193" name="Mürekkep 192">
                      <a:extLst>
                        <a:ext uri="{FF2B5EF4-FFF2-40B4-BE49-F238E27FC236}">
                          <a16:creationId xmlns:a16="http://schemas.microsoft.com/office/drawing/2014/main" id="{BE5857C4-8741-18E5-94FC-65B035F28D80}"/>
                        </a:ext>
                      </a:extLst>
                    </p:cNvPr>
                    <p:cNvPicPr/>
                    <p:nvPr/>
                  </p:nvPicPr>
                  <p:blipFill>
                    <a:blip r:embed="rId208"/>
                    <a:stretch>
                      <a:fillRect/>
                    </a:stretch>
                  </p:blipFill>
                  <p:spPr>
                    <a:xfrm>
                      <a:off x="1630417" y="2436101"/>
                      <a:ext cx="221760" cy="2847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01" name="Grup 200">
                <a:extLst>
                  <a:ext uri="{FF2B5EF4-FFF2-40B4-BE49-F238E27FC236}">
                    <a16:creationId xmlns:a16="http://schemas.microsoft.com/office/drawing/2014/main" id="{3A78F688-26BF-E5C8-FBE4-3B062A7B0F18}"/>
                  </a:ext>
                </a:extLst>
              </p:cNvPr>
              <p:cNvGrpSpPr/>
              <p:nvPr/>
            </p:nvGrpSpPr>
            <p:grpSpPr>
              <a:xfrm>
                <a:off x="1168897" y="3073661"/>
                <a:ext cx="673560" cy="415800"/>
                <a:chOff x="1168897" y="3073661"/>
                <a:chExt cx="673560" cy="415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09">
                  <p14:nvContentPartPr>
                    <p14:cNvPr id="196" name="Mürekkep 195">
                      <a:extLst>
                        <a:ext uri="{FF2B5EF4-FFF2-40B4-BE49-F238E27FC236}">
                          <a16:creationId xmlns:a16="http://schemas.microsoft.com/office/drawing/2014/main" id="{0C77EE16-59E0-F33F-BFC6-1347B33C8AA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68897" y="3073661"/>
                    <a:ext cx="131760" cy="271800"/>
                  </p14:xfrm>
                </p:contentPart>
              </mc:Choice>
              <mc:Fallback xmlns="">
                <p:pic>
                  <p:nvPicPr>
                    <p:cNvPr id="196" name="Mürekkep 195">
                      <a:extLst>
                        <a:ext uri="{FF2B5EF4-FFF2-40B4-BE49-F238E27FC236}">
                          <a16:creationId xmlns:a16="http://schemas.microsoft.com/office/drawing/2014/main" id="{0C77EE16-59E0-F33F-BFC6-1347B33C8AAA}"/>
                        </a:ext>
                      </a:extLst>
                    </p:cNvPr>
                    <p:cNvPicPr/>
                    <p:nvPr/>
                  </p:nvPicPr>
                  <p:blipFill>
                    <a:blip r:embed="rId210"/>
                    <a:stretch>
                      <a:fillRect/>
                    </a:stretch>
                  </p:blipFill>
                  <p:spPr>
                    <a:xfrm>
                      <a:off x="1132897" y="3037661"/>
                      <a:ext cx="203400" cy="343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1">
                  <p14:nvContentPartPr>
                    <p14:cNvPr id="197" name="Mürekkep 196">
                      <a:extLst>
                        <a:ext uri="{FF2B5EF4-FFF2-40B4-BE49-F238E27FC236}">
                          <a16:creationId xmlns:a16="http://schemas.microsoft.com/office/drawing/2014/main" id="{BE80D5AD-8EE2-8AC0-E203-562243208D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91017" y="3327821"/>
                    <a:ext cx="29520" cy="161640"/>
                  </p14:xfrm>
                </p:contentPart>
              </mc:Choice>
              <mc:Fallback xmlns="">
                <p:pic>
                  <p:nvPicPr>
                    <p:cNvPr id="197" name="Mürekkep 196">
                      <a:extLst>
                        <a:ext uri="{FF2B5EF4-FFF2-40B4-BE49-F238E27FC236}">
                          <a16:creationId xmlns:a16="http://schemas.microsoft.com/office/drawing/2014/main" id="{BE80D5AD-8EE2-8AC0-E203-562243208DAB}"/>
                        </a:ext>
                      </a:extLst>
                    </p:cNvPr>
                    <p:cNvPicPr/>
                    <p:nvPr/>
                  </p:nvPicPr>
                  <p:blipFill>
                    <a:blip r:embed="rId212"/>
                    <a:stretch>
                      <a:fillRect/>
                    </a:stretch>
                  </p:blipFill>
                  <p:spPr>
                    <a:xfrm>
                      <a:off x="1355017" y="3291821"/>
                      <a:ext cx="101160" cy="233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3">
                  <p14:nvContentPartPr>
                    <p14:cNvPr id="198" name="Mürekkep 197">
                      <a:extLst>
                        <a:ext uri="{FF2B5EF4-FFF2-40B4-BE49-F238E27FC236}">
                          <a16:creationId xmlns:a16="http://schemas.microsoft.com/office/drawing/2014/main" id="{14AE1083-ECD6-7B7F-0936-DD3606F0C43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03337" y="3151781"/>
                    <a:ext cx="138240" cy="68040"/>
                  </p14:xfrm>
                </p:contentPart>
              </mc:Choice>
              <mc:Fallback xmlns="">
                <p:pic>
                  <p:nvPicPr>
                    <p:cNvPr id="198" name="Mürekkep 197">
                      <a:extLst>
                        <a:ext uri="{FF2B5EF4-FFF2-40B4-BE49-F238E27FC236}">
                          <a16:creationId xmlns:a16="http://schemas.microsoft.com/office/drawing/2014/main" id="{14AE1083-ECD6-7B7F-0936-DD3606F0C43C}"/>
                        </a:ext>
                      </a:extLst>
                    </p:cNvPr>
                    <p:cNvPicPr/>
                    <p:nvPr/>
                  </p:nvPicPr>
                  <p:blipFill>
                    <a:blip r:embed="rId214"/>
                    <a:stretch>
                      <a:fillRect/>
                    </a:stretch>
                  </p:blipFill>
                  <p:spPr>
                    <a:xfrm>
                      <a:off x="1467697" y="3116141"/>
                      <a:ext cx="209880" cy="139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5">
                  <p14:nvContentPartPr>
                    <p14:cNvPr id="199" name="Mürekkep 198">
                      <a:extLst>
                        <a:ext uri="{FF2B5EF4-FFF2-40B4-BE49-F238E27FC236}">
                          <a16:creationId xmlns:a16="http://schemas.microsoft.com/office/drawing/2014/main" id="{9D6E6813-2322-7704-2F28-30A60145539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10537" y="3225581"/>
                    <a:ext cx="120240" cy="227160"/>
                  </p14:xfrm>
                </p:contentPart>
              </mc:Choice>
              <mc:Fallback xmlns="">
                <p:pic>
                  <p:nvPicPr>
                    <p:cNvPr id="199" name="Mürekkep 198">
                      <a:extLst>
                        <a:ext uri="{FF2B5EF4-FFF2-40B4-BE49-F238E27FC236}">
                          <a16:creationId xmlns:a16="http://schemas.microsoft.com/office/drawing/2014/main" id="{9D6E6813-2322-7704-2F28-30A60145539E}"/>
                        </a:ext>
                      </a:extLst>
                    </p:cNvPr>
                    <p:cNvPicPr/>
                    <p:nvPr/>
                  </p:nvPicPr>
                  <p:blipFill>
                    <a:blip r:embed="rId216"/>
                    <a:stretch>
                      <a:fillRect/>
                    </a:stretch>
                  </p:blipFill>
                  <p:spPr>
                    <a:xfrm>
                      <a:off x="1474897" y="3189941"/>
                      <a:ext cx="191880" cy="298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7">
                  <p14:nvContentPartPr>
                    <p14:cNvPr id="200" name="Mürekkep 199">
                      <a:extLst>
                        <a:ext uri="{FF2B5EF4-FFF2-40B4-BE49-F238E27FC236}">
                          <a16:creationId xmlns:a16="http://schemas.microsoft.com/office/drawing/2014/main" id="{25D53318-046F-5641-EF3E-47A5EDAEAA7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31217" y="3084101"/>
                    <a:ext cx="111240" cy="317520"/>
                  </p14:xfrm>
                </p:contentPart>
              </mc:Choice>
              <mc:Fallback xmlns="">
                <p:pic>
                  <p:nvPicPr>
                    <p:cNvPr id="200" name="Mürekkep 199">
                      <a:extLst>
                        <a:ext uri="{FF2B5EF4-FFF2-40B4-BE49-F238E27FC236}">
                          <a16:creationId xmlns:a16="http://schemas.microsoft.com/office/drawing/2014/main" id="{25D53318-046F-5641-EF3E-47A5EDAEAA7D}"/>
                        </a:ext>
                      </a:extLst>
                    </p:cNvPr>
                    <p:cNvPicPr/>
                    <p:nvPr/>
                  </p:nvPicPr>
                  <p:blipFill>
                    <a:blip r:embed="rId218"/>
                    <a:stretch>
                      <a:fillRect/>
                    </a:stretch>
                  </p:blipFill>
                  <p:spPr>
                    <a:xfrm>
                      <a:off x="1695577" y="3048461"/>
                      <a:ext cx="182880" cy="3891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19">
                <p14:nvContentPartPr>
                  <p14:cNvPr id="202" name="Mürekkep 201">
                    <a:extLst>
                      <a:ext uri="{FF2B5EF4-FFF2-40B4-BE49-F238E27FC236}">
                        <a16:creationId xmlns:a16="http://schemas.microsoft.com/office/drawing/2014/main" id="{9C2F13CB-C241-A573-9818-566941AEF847}"/>
                      </a:ext>
                    </a:extLst>
                  </p14:cNvPr>
                  <p14:cNvContentPartPr/>
                  <p14:nvPr/>
                </p14:nvContentPartPr>
                <p14:xfrm>
                  <a:off x="2025697" y="1576421"/>
                  <a:ext cx="306000" cy="400320"/>
                </p14:xfrm>
              </p:contentPart>
            </mc:Choice>
            <mc:Fallback xmlns="">
              <p:pic>
                <p:nvPicPr>
                  <p:cNvPr id="202" name="Mürekkep 201">
                    <a:extLst>
                      <a:ext uri="{FF2B5EF4-FFF2-40B4-BE49-F238E27FC236}">
                        <a16:creationId xmlns:a16="http://schemas.microsoft.com/office/drawing/2014/main" id="{9C2F13CB-C241-A573-9818-566941AEF847}"/>
                      </a:ext>
                    </a:extLst>
                  </p:cNvPr>
                  <p:cNvPicPr/>
                  <p:nvPr/>
                </p:nvPicPr>
                <p:blipFill>
                  <a:blip r:embed="rId220"/>
                  <a:stretch>
                    <a:fillRect/>
                  </a:stretch>
                </p:blipFill>
                <p:spPr>
                  <a:xfrm>
                    <a:off x="1989697" y="1540421"/>
                    <a:ext cx="377640" cy="47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1">
                <p14:nvContentPartPr>
                  <p14:cNvPr id="203" name="Mürekkep 202">
                    <a:extLst>
                      <a:ext uri="{FF2B5EF4-FFF2-40B4-BE49-F238E27FC236}">
                        <a16:creationId xmlns:a16="http://schemas.microsoft.com/office/drawing/2014/main" id="{A25D3181-FF9A-2A01-420B-75EF161EC077}"/>
                      </a:ext>
                    </a:extLst>
                  </p14:cNvPr>
                  <p14:cNvContentPartPr/>
                  <p14:nvPr/>
                </p14:nvContentPartPr>
                <p14:xfrm>
                  <a:off x="2127577" y="2441861"/>
                  <a:ext cx="323280" cy="333000"/>
                </p14:xfrm>
              </p:contentPart>
            </mc:Choice>
            <mc:Fallback xmlns="">
              <p:pic>
                <p:nvPicPr>
                  <p:cNvPr id="203" name="Mürekkep 202">
                    <a:extLst>
                      <a:ext uri="{FF2B5EF4-FFF2-40B4-BE49-F238E27FC236}">
                        <a16:creationId xmlns:a16="http://schemas.microsoft.com/office/drawing/2014/main" id="{A25D3181-FF9A-2A01-420B-75EF161EC077}"/>
                      </a:ext>
                    </a:extLst>
                  </p:cNvPr>
                  <p:cNvPicPr/>
                  <p:nvPr/>
                </p:nvPicPr>
                <p:blipFill>
                  <a:blip r:embed="rId222"/>
                  <a:stretch>
                    <a:fillRect/>
                  </a:stretch>
                </p:blipFill>
                <p:spPr>
                  <a:xfrm>
                    <a:off x="2091937" y="2405861"/>
                    <a:ext cx="394920" cy="40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3">
                <p14:nvContentPartPr>
                  <p14:cNvPr id="204" name="Mürekkep 203">
                    <a:extLst>
                      <a:ext uri="{FF2B5EF4-FFF2-40B4-BE49-F238E27FC236}">
                        <a16:creationId xmlns:a16="http://schemas.microsoft.com/office/drawing/2014/main" id="{7A9503CD-9496-931E-F8C9-00789D52D6A0}"/>
                      </a:ext>
                    </a:extLst>
                  </p14:cNvPr>
                  <p14:cNvContentPartPr/>
                  <p14:nvPr/>
                </p14:nvContentPartPr>
                <p14:xfrm>
                  <a:off x="2120017" y="3162221"/>
                  <a:ext cx="294480" cy="363960"/>
                </p14:xfrm>
              </p:contentPart>
            </mc:Choice>
            <mc:Fallback xmlns="">
              <p:pic>
                <p:nvPicPr>
                  <p:cNvPr id="204" name="Mürekkep 203">
                    <a:extLst>
                      <a:ext uri="{FF2B5EF4-FFF2-40B4-BE49-F238E27FC236}">
                        <a16:creationId xmlns:a16="http://schemas.microsoft.com/office/drawing/2014/main" id="{7A9503CD-9496-931E-F8C9-00789D52D6A0}"/>
                      </a:ext>
                    </a:extLst>
                  </p:cNvPr>
                  <p:cNvPicPr/>
                  <p:nvPr/>
                </p:nvPicPr>
                <p:blipFill>
                  <a:blip r:embed="rId224"/>
                  <a:stretch>
                    <a:fillRect/>
                  </a:stretch>
                </p:blipFill>
                <p:spPr>
                  <a:xfrm>
                    <a:off x="2084377" y="3126581"/>
                    <a:ext cx="366120" cy="4356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48936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doküman, belg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D658EDB-D8F6-7BAA-7AC7-64ACD7EAE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9144"/>
          <a:stretch>
            <a:fillRect/>
          </a:stretch>
        </p:blipFill>
        <p:spPr>
          <a:xfrm>
            <a:off x="106827" y="174495"/>
            <a:ext cx="6415869" cy="4117643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06C222BC-1AF1-563E-B4E0-63185D1FC981}"/>
              </a:ext>
            </a:extLst>
          </p:cNvPr>
          <p:cNvSpPr txBox="1"/>
          <p:nvPr/>
        </p:nvSpPr>
        <p:spPr>
          <a:xfrm>
            <a:off x="5240594" y="253151"/>
            <a:ext cx="6951406" cy="1123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P &lt; 0,05  </a:t>
            </a:r>
            <a:r>
              <a:rPr lang="tr-TR" sz="1400" dirty="0">
                <a:sym typeface="Wingdings" panose="05000000000000000000" pitchFamily="2" charset="2"/>
              </a:rPr>
              <a:t> </a:t>
            </a:r>
            <a:r>
              <a:rPr lang="tr-TR" sz="1400" dirty="0"/>
              <a:t>matematiksel olarak  "</a:t>
            </a:r>
            <a:r>
              <a:rPr lang="tr-TR" sz="1400" dirty="0" err="1"/>
              <a:t>Fhesap</a:t>
            </a:r>
            <a:r>
              <a:rPr lang="tr-TR" sz="1400" dirty="0"/>
              <a:t> &gt; </a:t>
            </a:r>
            <a:r>
              <a:rPr lang="tr-TR" sz="1400" dirty="0" err="1"/>
              <a:t>Ftablo</a:t>
            </a:r>
            <a:r>
              <a:rPr lang="tr-TR" sz="1400" dirty="0"/>
              <a:t>" demektir. Yani H0 hipotezi reddedilir.</a:t>
            </a:r>
          </a:p>
          <a:p>
            <a:r>
              <a:rPr lang="tr-TR" sz="1400" dirty="0"/>
              <a:t>P &gt; 0,05  </a:t>
            </a:r>
            <a:r>
              <a:rPr lang="tr-TR" sz="1400" dirty="0">
                <a:sym typeface="Wingdings" panose="05000000000000000000" pitchFamily="2" charset="2"/>
              </a:rPr>
              <a:t> </a:t>
            </a:r>
            <a:r>
              <a:rPr lang="tr-TR" sz="1400" dirty="0"/>
              <a:t>matematiksel olarak "</a:t>
            </a:r>
            <a:r>
              <a:rPr lang="tr-TR" sz="1400" dirty="0" err="1"/>
              <a:t>Fhesap</a:t>
            </a:r>
            <a:r>
              <a:rPr lang="tr-TR" sz="1400" dirty="0"/>
              <a:t> &lt; </a:t>
            </a:r>
            <a:r>
              <a:rPr lang="tr-TR" sz="1400" dirty="0" err="1"/>
              <a:t>Ftablo</a:t>
            </a:r>
            <a:r>
              <a:rPr lang="tr-TR" sz="1400" dirty="0"/>
              <a:t>" demektir. Yani H0 hipotezi kabul edilir. </a:t>
            </a:r>
          </a:p>
          <a:p>
            <a:r>
              <a:rPr lang="tr-TR" sz="1400" dirty="0"/>
              <a:t>Benim analizimde Anlamlılık Düzeyi 0,05'tir. Yani %5 hata payını kabul ediyorum. Eğer P-değeri 0.05'ten küçükse, bu sonucun şans eseri olma ihtimali kabul edilebilir sınırdan (0.05) daha düşüktür. Bu yüzden H0’ı reddederiz. P-</a:t>
            </a:r>
            <a:r>
              <a:rPr lang="tr-TR" sz="1400" dirty="0" err="1"/>
              <a:t>value</a:t>
            </a:r>
            <a:r>
              <a:rPr lang="tr-TR" sz="1400" dirty="0"/>
              <a:t> kısaca bulduğumuz sonucun şans eseri olma olasılığıdır.</a:t>
            </a:r>
          </a:p>
          <a:p>
            <a:endParaRPr lang="tr-TR" sz="1400" dirty="0"/>
          </a:p>
          <a:p>
            <a:r>
              <a:rPr lang="tr-TR" sz="1400" b="1" dirty="0"/>
              <a:t>S Değeri (Standart Hata):</a:t>
            </a:r>
            <a:r>
              <a:rPr lang="tr-TR" sz="1400" dirty="0"/>
              <a:t>Modelin tahminlerinde yaptığı ortalama hata payıdır. S değeri yaklaşık </a:t>
            </a:r>
            <a:r>
              <a:rPr lang="tr-TR" sz="1400" b="1" dirty="0"/>
              <a:t>15</a:t>
            </a:r>
            <a:r>
              <a:rPr lang="tr-TR" sz="1400" dirty="0"/>
              <a:t> puan çıktı.</a:t>
            </a:r>
            <a:r>
              <a:rPr lang="tr-TR" sz="1400" i="1" dirty="0"/>
              <a:t> </a:t>
            </a:r>
            <a:r>
              <a:rPr lang="tr-TR" sz="1400" dirty="0"/>
              <a:t> Model bir şarkının popülerliğini tahmin ederken, gerçek değerden ortalama</a:t>
            </a:r>
            <a:r>
              <a:rPr lang="tr-TR" sz="1400" b="1" dirty="0"/>
              <a:t> </a:t>
            </a:r>
            <a:r>
              <a:rPr lang="tr-TR" sz="1400" dirty="0"/>
              <a:t>15 puan yukarıda veya aşağıda sapabiliyor. Popülerlik 0-100 arasında bir puan olduğu için 15 puanlık sapma makul kabul edilebilir. Müzik zevki gibi sübjektif bir konuda nokta atışı tahmin yapmak zordur.</a:t>
            </a:r>
          </a:p>
          <a:p>
            <a:r>
              <a:rPr lang="tr-TR" sz="1400" b="1" dirty="0"/>
              <a:t>R-</a:t>
            </a:r>
            <a:r>
              <a:rPr lang="tr-TR" sz="1400" b="1" dirty="0" err="1"/>
              <a:t>sq</a:t>
            </a:r>
            <a:r>
              <a:rPr lang="tr-TR" sz="1400" b="1" dirty="0"/>
              <a:t> (R-Kare / Belirtme Katsayısı):</a:t>
            </a:r>
            <a:r>
              <a:rPr lang="tr-TR" sz="1400" dirty="0"/>
              <a:t>Modelin, verideki değişkenliği (varyansı) açıklama gücüdür. Model, bir şarkının popülerliğindeki değişimin </a:t>
            </a:r>
            <a:r>
              <a:rPr lang="tr-TR" sz="1400" b="1" dirty="0"/>
              <a:t>%6,02'sini</a:t>
            </a:r>
            <a:r>
              <a:rPr lang="tr-TR" sz="1400" dirty="0"/>
              <a:t> açıklayabiliyor. %6 düşük görünebilir. Ancak ben burada fiziksel bir deney yapmıyorum, insan davranışını ve beğenisini modelliyorum. Bir şarkının tutması %94 oranında; sanatçının kim olduğu, şarkı sözleri  gibi modele katmadığımız dış etkenlere bağlıdır.</a:t>
            </a:r>
          </a:p>
          <a:p>
            <a:r>
              <a:rPr lang="tr-TR" sz="1400" dirty="0"/>
              <a:t>Ancak F değerlerinin çok yüksek olması, bu %6'lık etkinin (Tempo ve </a:t>
            </a:r>
            <a:r>
              <a:rPr lang="tr-TR" sz="1400" dirty="0" err="1"/>
              <a:t>Mod'un</a:t>
            </a:r>
            <a:r>
              <a:rPr lang="tr-TR" sz="1400" dirty="0"/>
              <a:t>) tesadüf olmadığını, gerçek ve istatistiksel olarak anlamlı bir etki olduğunu kanıtlar. Yani etki azdır ama kesindir.</a:t>
            </a:r>
          </a:p>
          <a:p>
            <a:r>
              <a:rPr lang="tr-TR" sz="1400" b="1" dirty="0"/>
              <a:t>R-</a:t>
            </a:r>
            <a:r>
              <a:rPr lang="tr-TR" sz="1400" b="1" dirty="0" err="1"/>
              <a:t>sq</a:t>
            </a:r>
            <a:r>
              <a:rPr lang="tr-TR" sz="1400" b="1" dirty="0"/>
              <a:t>(</a:t>
            </a:r>
            <a:r>
              <a:rPr lang="tr-TR" sz="1400" b="1" dirty="0" err="1"/>
              <a:t>adj</a:t>
            </a:r>
            <a:r>
              <a:rPr lang="tr-TR" sz="1400" b="1" dirty="0"/>
              <a:t>) (Düzeltilmiş R-Kare): </a:t>
            </a:r>
            <a:r>
              <a:rPr lang="tr-TR" sz="1400" dirty="0"/>
              <a:t>Modele eklenen gereksiz değişkenlere karşı R-</a:t>
            </a:r>
            <a:r>
              <a:rPr lang="tr-TR" sz="1400" dirty="0" err="1"/>
              <a:t>kare'yi</a:t>
            </a:r>
            <a:r>
              <a:rPr lang="tr-TR" sz="1400" dirty="0"/>
              <a:t> cezalandıran bir değerdir. Düzeltilmiş R-kare değerim </a:t>
            </a:r>
            <a:r>
              <a:rPr lang="tr-TR" sz="1400" b="1" dirty="0"/>
              <a:t>%5,84</a:t>
            </a:r>
            <a:r>
              <a:rPr lang="tr-TR" sz="1400" dirty="0"/>
              <a:t>, normal R-kareye (%6,02) çok yakındır. Bu da modelin gereksiz bir değişken eklemediğimi, modelin sade ve sağlam olduğunu gösterir.</a:t>
            </a:r>
          </a:p>
          <a:p>
            <a:r>
              <a:rPr lang="tr-TR" sz="1400" b="1" dirty="0"/>
              <a:t>R-</a:t>
            </a:r>
            <a:r>
              <a:rPr lang="tr-TR" sz="1400" b="1" dirty="0" err="1"/>
              <a:t>sq</a:t>
            </a:r>
            <a:r>
              <a:rPr lang="tr-TR" sz="1400" b="1" dirty="0"/>
              <a:t>(</a:t>
            </a:r>
            <a:r>
              <a:rPr lang="tr-TR" sz="1400" b="1" dirty="0" err="1"/>
              <a:t>pred</a:t>
            </a:r>
            <a:r>
              <a:rPr lang="tr-TR" sz="1400" b="1" dirty="0"/>
              <a:t>) (Tahmin R-Karesi): </a:t>
            </a:r>
            <a:r>
              <a:rPr lang="tr-TR" sz="1400" dirty="0"/>
              <a:t>Modelin, hiç görmediği yeni bir veriyi tahmin etme başarısıdır. Tahmin R-karesi de diğer değerlere oldukça yakın çıkmıştır. Bu, modelin veriyi ezberlemediğini  ve genel trendi doğru yakaladığını gösterir. Yani bu modeli yeni şarkılar için de kullanabiliriz.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sz="1400" dirty="0"/>
              <a:t>Sonuç olarak; R-kare değerinin düşük olması (%6), popülerliği etkileyen başka dış faktörlerin de olduğunu göstermektedir. Ancak P-değerlerinin 0.05'ten küçük olması, Tempo ve Modun etkisinin istatistiksel olarak kesinlikle anlamlı olduğunu kanıtlar. Yani bu model, tüm popülerliği açıklamasa da, 'Yüksek Hız' ve '</a:t>
            </a:r>
            <a:r>
              <a:rPr lang="tr-TR" sz="1400" dirty="0" err="1"/>
              <a:t>Major</a:t>
            </a:r>
            <a:r>
              <a:rPr lang="tr-TR" sz="1400" dirty="0"/>
              <a:t> </a:t>
            </a:r>
            <a:r>
              <a:rPr lang="tr-TR" sz="1400" dirty="0" err="1"/>
              <a:t>Ton'un</a:t>
            </a:r>
            <a:r>
              <a:rPr lang="tr-TR" sz="1400" dirty="0"/>
              <a:t> başarıyı artırdığını net bir şekilde doğrulamaktadır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grpSp>
        <p:nvGrpSpPr>
          <p:cNvPr id="24" name="Grup 23">
            <a:extLst>
              <a:ext uri="{FF2B5EF4-FFF2-40B4-BE49-F238E27FC236}">
                <a16:creationId xmlns:a16="http://schemas.microsoft.com/office/drawing/2014/main" id="{16A31DEB-5480-B90A-6C88-A2B49696D2CA}"/>
              </a:ext>
            </a:extLst>
          </p:cNvPr>
          <p:cNvGrpSpPr/>
          <p:nvPr/>
        </p:nvGrpSpPr>
        <p:grpSpPr>
          <a:xfrm>
            <a:off x="245143" y="4631212"/>
            <a:ext cx="4690651" cy="1356634"/>
            <a:chOff x="-68826" y="4257368"/>
            <a:chExt cx="5407742" cy="1504335"/>
          </a:xfrm>
        </p:grpSpPr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D104F83A-8EBC-B5BE-5EC6-9E70822E70CD}"/>
                </a:ext>
              </a:extLst>
            </p:cNvPr>
            <p:cNvSpPr txBox="1"/>
            <p:nvPr/>
          </p:nvSpPr>
          <p:spPr>
            <a:xfrm>
              <a:off x="0" y="4395788"/>
              <a:ext cx="5338916" cy="1126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200" dirty="0"/>
                <a:t>Mod için</a:t>
              </a:r>
              <a:r>
                <a:rPr lang="tr-TR" sz="1200" dirty="0">
                  <a:sym typeface="Wingdings" panose="05000000000000000000" pitchFamily="2" charset="2"/>
                </a:rPr>
                <a:t> P-değeri=0,000 &lt; 0,05        H01 hipotezi </a:t>
              </a:r>
              <a:r>
                <a:rPr lang="tr-TR" sz="1200" dirty="0">
                  <a:highlight>
                    <a:srgbClr val="FFFF00"/>
                  </a:highlight>
                  <a:sym typeface="Wingdings" panose="05000000000000000000" pitchFamily="2" charset="2"/>
                </a:rPr>
                <a:t>REDDEDİLİR</a:t>
              </a:r>
            </a:p>
            <a:p>
              <a:endParaRPr lang="tr-TR" sz="1200" dirty="0">
                <a:sym typeface="Wingdings" panose="05000000000000000000" pitchFamily="2" charset="2"/>
              </a:endParaRPr>
            </a:p>
            <a:p>
              <a:r>
                <a:rPr lang="tr-TR" sz="1200" dirty="0">
                  <a:sym typeface="Wingdings" panose="05000000000000000000" pitchFamily="2" charset="2"/>
                </a:rPr>
                <a:t>Tempo için  P-değeri=0,001 &lt; 0,05   H02 hipotezi </a:t>
              </a:r>
              <a:r>
                <a:rPr lang="tr-TR" sz="1200" dirty="0">
                  <a:highlight>
                    <a:srgbClr val="FFFF00"/>
                  </a:highlight>
                  <a:sym typeface="Wingdings" panose="05000000000000000000" pitchFamily="2" charset="2"/>
                </a:rPr>
                <a:t>REDDEDİLİR</a:t>
              </a:r>
              <a:endParaRPr lang="tr-TR" sz="1200" dirty="0">
                <a:highlight>
                  <a:srgbClr val="FFFF00"/>
                </a:highlight>
              </a:endParaRPr>
            </a:p>
            <a:p>
              <a:endParaRPr lang="tr-TR" sz="1200" dirty="0"/>
            </a:p>
            <a:p>
              <a:r>
                <a:rPr lang="tr-TR" sz="1200" dirty="0"/>
                <a:t>Etkileşim için </a:t>
              </a:r>
              <a:r>
                <a:rPr lang="tr-TR" sz="1200" dirty="0">
                  <a:sym typeface="Wingdings" panose="05000000000000000000" pitchFamily="2" charset="2"/>
                </a:rPr>
                <a:t> P-değeri=0,737  &gt; 0,05   H03 hipotezi </a:t>
              </a:r>
              <a:r>
                <a:rPr lang="tr-TR" sz="1200" dirty="0">
                  <a:highlight>
                    <a:srgbClr val="FFFF00"/>
                  </a:highlight>
                  <a:sym typeface="Wingdings" panose="05000000000000000000" pitchFamily="2" charset="2"/>
                </a:rPr>
                <a:t>KABUL EDİLİR</a:t>
              </a:r>
              <a:endParaRPr lang="tr-TR" sz="1200" dirty="0">
                <a:highlight>
                  <a:srgbClr val="FFFF00"/>
                </a:highlight>
              </a:endParaRPr>
            </a:p>
          </p:txBody>
        </p:sp>
        <p:sp>
          <p:nvSpPr>
            <p:cNvPr id="23" name="Dikdörtgen: Köşeleri Yuvarlatılmış 22">
              <a:extLst>
                <a:ext uri="{FF2B5EF4-FFF2-40B4-BE49-F238E27FC236}">
                  <a16:creationId xmlns:a16="http://schemas.microsoft.com/office/drawing/2014/main" id="{4797ED30-3889-8413-5CFE-360102DA572F}"/>
                </a:ext>
              </a:extLst>
            </p:cNvPr>
            <p:cNvSpPr/>
            <p:nvPr/>
          </p:nvSpPr>
          <p:spPr>
            <a:xfrm>
              <a:off x="-68826" y="4257368"/>
              <a:ext cx="5407742" cy="1504335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1600"/>
            </a:p>
          </p:txBody>
        </p:sp>
      </p:grpSp>
    </p:spTree>
    <p:extLst>
      <p:ext uri="{BB962C8B-B14F-4D97-AF65-F5344CB8AC3E}">
        <p14:creationId xmlns:p14="http://schemas.microsoft.com/office/powerpoint/2010/main" val="170909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856D2B-2506-07A1-1BD0-15E2F68CD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4" y="789685"/>
            <a:ext cx="6314035" cy="29533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Mürekkep 7">
                <a:extLst>
                  <a:ext uri="{FF2B5EF4-FFF2-40B4-BE49-F238E27FC236}">
                    <a16:creationId xmlns:a16="http://schemas.microsoft.com/office/drawing/2014/main" id="{E0487271-1A29-BF66-A186-0AB753C8C807}"/>
                  </a:ext>
                </a:extLst>
              </p14:cNvPr>
              <p14:cNvContentPartPr/>
              <p14:nvPr/>
            </p14:nvContentPartPr>
            <p14:xfrm>
              <a:off x="2426153" y="2328059"/>
              <a:ext cx="509040" cy="8460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E0487271-1A29-BF66-A186-0AB753C8C8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2153" y="2220059"/>
                <a:ext cx="61668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Mürekkep 8">
                <a:extLst>
                  <a:ext uri="{FF2B5EF4-FFF2-40B4-BE49-F238E27FC236}">
                    <a16:creationId xmlns:a16="http://schemas.microsoft.com/office/drawing/2014/main" id="{2AD03CC4-129B-3B16-BF12-C3C625C4707C}"/>
                  </a:ext>
                </a:extLst>
              </p14:cNvPr>
              <p14:cNvContentPartPr/>
              <p14:nvPr/>
            </p14:nvContentPartPr>
            <p14:xfrm>
              <a:off x="2445097" y="2862107"/>
              <a:ext cx="544680" cy="13536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2AD03CC4-129B-3B16-BF12-C3C625C470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91457" y="2754107"/>
                <a:ext cx="6523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Mürekkep 9">
                <a:extLst>
                  <a:ext uri="{FF2B5EF4-FFF2-40B4-BE49-F238E27FC236}">
                    <a16:creationId xmlns:a16="http://schemas.microsoft.com/office/drawing/2014/main" id="{F9C093B0-AE60-DCA2-60E4-B349720D1916}"/>
                  </a:ext>
                </a:extLst>
              </p14:cNvPr>
              <p14:cNvContentPartPr/>
              <p14:nvPr/>
            </p14:nvContentPartPr>
            <p14:xfrm>
              <a:off x="2372328" y="3415324"/>
              <a:ext cx="625152" cy="116884"/>
            </p14:xfrm>
          </p:contentPart>
        </mc:Choice>
        <mc:Fallback xmlns="">
          <p:pic>
            <p:nvPicPr>
              <p:cNvPr id="10" name="Mürekkep 9">
                <a:extLst>
                  <a:ext uri="{FF2B5EF4-FFF2-40B4-BE49-F238E27FC236}">
                    <a16:creationId xmlns:a16="http://schemas.microsoft.com/office/drawing/2014/main" id="{F9C093B0-AE60-DCA2-60E4-B349720D19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18702" y="3307791"/>
                <a:ext cx="732763" cy="332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Mürekkep 10">
                <a:extLst>
                  <a:ext uri="{FF2B5EF4-FFF2-40B4-BE49-F238E27FC236}">
                    <a16:creationId xmlns:a16="http://schemas.microsoft.com/office/drawing/2014/main" id="{4D26B706-9611-CFCC-0CDA-783480AC799D}"/>
                  </a:ext>
                </a:extLst>
              </p14:cNvPr>
              <p14:cNvContentPartPr/>
              <p14:nvPr/>
            </p14:nvContentPartPr>
            <p14:xfrm>
              <a:off x="4982375" y="1744554"/>
              <a:ext cx="497520" cy="72000"/>
            </p14:xfrm>
          </p:contentPart>
        </mc:Choice>
        <mc:Fallback xmlns="">
          <p:pic>
            <p:nvPicPr>
              <p:cNvPr id="11" name="Mürekkep 10">
                <a:extLst>
                  <a:ext uri="{FF2B5EF4-FFF2-40B4-BE49-F238E27FC236}">
                    <a16:creationId xmlns:a16="http://schemas.microsoft.com/office/drawing/2014/main" id="{4D26B706-9611-CFCC-0CDA-783480AC79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28375" y="1636914"/>
                <a:ext cx="6051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Mürekkep 11">
                <a:extLst>
                  <a:ext uri="{FF2B5EF4-FFF2-40B4-BE49-F238E27FC236}">
                    <a16:creationId xmlns:a16="http://schemas.microsoft.com/office/drawing/2014/main" id="{A0E86282-80E5-8844-5850-2C80C4DBB4F1}"/>
                  </a:ext>
                </a:extLst>
              </p14:cNvPr>
              <p14:cNvContentPartPr/>
              <p14:nvPr/>
            </p14:nvContentPartPr>
            <p14:xfrm>
              <a:off x="4967350" y="2309879"/>
              <a:ext cx="497520" cy="120960"/>
            </p14:xfrm>
          </p:contentPart>
        </mc:Choice>
        <mc:Fallback xmlns="">
          <p:pic>
            <p:nvPicPr>
              <p:cNvPr id="12" name="Mürekkep 11">
                <a:extLst>
                  <a:ext uri="{FF2B5EF4-FFF2-40B4-BE49-F238E27FC236}">
                    <a16:creationId xmlns:a16="http://schemas.microsoft.com/office/drawing/2014/main" id="{A0E86282-80E5-8844-5850-2C80C4DBB4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13710" y="2201879"/>
                <a:ext cx="6051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Mürekkep 12">
                <a:extLst>
                  <a:ext uri="{FF2B5EF4-FFF2-40B4-BE49-F238E27FC236}">
                    <a16:creationId xmlns:a16="http://schemas.microsoft.com/office/drawing/2014/main" id="{DB5B291B-069D-D3D5-18A1-74CBAD0A0AB8}"/>
                  </a:ext>
                </a:extLst>
              </p14:cNvPr>
              <p14:cNvContentPartPr/>
              <p14:nvPr/>
            </p14:nvContentPartPr>
            <p14:xfrm>
              <a:off x="5048977" y="2843422"/>
              <a:ext cx="479520" cy="145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DB5B291B-069D-D3D5-18A1-74CBAD0A0AB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94977" y="2735422"/>
                <a:ext cx="5871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Mürekkep 14">
                <a:extLst>
                  <a:ext uri="{FF2B5EF4-FFF2-40B4-BE49-F238E27FC236}">
                    <a16:creationId xmlns:a16="http://schemas.microsoft.com/office/drawing/2014/main" id="{CD46DF33-A5AB-A4FA-B543-91739C3BD1D9}"/>
                  </a:ext>
                </a:extLst>
              </p14:cNvPr>
              <p14:cNvContentPartPr/>
              <p14:nvPr/>
            </p14:nvContentPartPr>
            <p14:xfrm>
              <a:off x="2349653" y="1764230"/>
              <a:ext cx="530280" cy="57960"/>
            </p14:xfrm>
          </p:contentPart>
        </mc:Choice>
        <mc:Fallback xmlns="">
          <p:pic>
            <p:nvPicPr>
              <p:cNvPr id="15" name="Mürekkep 14">
                <a:extLst>
                  <a:ext uri="{FF2B5EF4-FFF2-40B4-BE49-F238E27FC236}">
                    <a16:creationId xmlns:a16="http://schemas.microsoft.com/office/drawing/2014/main" id="{CD46DF33-A5AB-A4FA-B543-91739C3BD1D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96013" y="1656230"/>
                <a:ext cx="6379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Mürekkep 15">
                <a:extLst>
                  <a:ext uri="{FF2B5EF4-FFF2-40B4-BE49-F238E27FC236}">
                    <a16:creationId xmlns:a16="http://schemas.microsoft.com/office/drawing/2014/main" id="{64897680-F4C1-2010-5D39-2F042DDBE7F3}"/>
                  </a:ext>
                </a:extLst>
              </p14:cNvPr>
              <p14:cNvContentPartPr/>
              <p14:nvPr/>
            </p14:nvContentPartPr>
            <p14:xfrm>
              <a:off x="4967350" y="3439566"/>
              <a:ext cx="497880" cy="68400"/>
            </p14:xfrm>
          </p:contentPart>
        </mc:Choice>
        <mc:Fallback xmlns="">
          <p:pic>
            <p:nvPicPr>
              <p:cNvPr id="16" name="Mürekkep 15">
                <a:extLst>
                  <a:ext uri="{FF2B5EF4-FFF2-40B4-BE49-F238E27FC236}">
                    <a16:creationId xmlns:a16="http://schemas.microsoft.com/office/drawing/2014/main" id="{64897680-F4C1-2010-5D39-2F042DDBE7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13350" y="3331926"/>
                <a:ext cx="605520" cy="2840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Metin kutusu 16">
            <a:extLst>
              <a:ext uri="{FF2B5EF4-FFF2-40B4-BE49-F238E27FC236}">
                <a16:creationId xmlns:a16="http://schemas.microsoft.com/office/drawing/2014/main" id="{CE7B57FF-CD89-3061-4D5A-846D1E5CE577}"/>
              </a:ext>
            </a:extLst>
          </p:cNvPr>
          <p:cNvSpPr txBox="1"/>
          <p:nvPr/>
        </p:nvSpPr>
        <p:spPr>
          <a:xfrm>
            <a:off x="6439701" y="393290"/>
            <a:ext cx="554582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 err="1"/>
              <a:t>Constant</a:t>
            </a:r>
            <a:r>
              <a:rPr lang="tr-TR" sz="1600" b="1" dirty="0"/>
              <a:t> : </a:t>
            </a:r>
            <a:r>
              <a:rPr lang="tr-TR" sz="1600" dirty="0"/>
              <a:t>Tüm şarkıların başlangıç (ortalama) puanıdır.</a:t>
            </a:r>
          </a:p>
          <a:p>
            <a:r>
              <a:rPr lang="tr-TR" sz="1600" dirty="0"/>
              <a:t>Hiçbir faktörü hesaba katmazsak, bir şarkının ortalama popülerliği 34,5 puandır.</a:t>
            </a:r>
          </a:p>
          <a:p>
            <a:r>
              <a:rPr lang="tr-TR" sz="1600" b="1" dirty="0" err="1"/>
              <a:t>mod_ad</a:t>
            </a:r>
            <a:r>
              <a:rPr lang="tr-TR" sz="1600" b="1" dirty="0"/>
              <a:t> (</a:t>
            </a:r>
            <a:r>
              <a:rPr lang="tr-TR" sz="1600" b="1" dirty="0" err="1"/>
              <a:t>Major</a:t>
            </a:r>
            <a:r>
              <a:rPr lang="tr-TR" sz="1600" b="1" dirty="0"/>
              <a:t>) :</a:t>
            </a:r>
            <a:r>
              <a:rPr lang="tr-TR" sz="1600" dirty="0"/>
              <a:t>Katsayının pozitif olması, </a:t>
            </a:r>
            <a:r>
              <a:rPr lang="tr-TR" sz="1600" b="1" dirty="0" err="1"/>
              <a:t>Major</a:t>
            </a:r>
            <a:r>
              <a:rPr lang="tr-TR" sz="1600" dirty="0"/>
              <a:t> tonun popülerliği artırdığını gösterir. Şarkı </a:t>
            </a:r>
            <a:r>
              <a:rPr lang="tr-TR" sz="1600" dirty="0" err="1"/>
              <a:t>Major</a:t>
            </a:r>
            <a:r>
              <a:rPr lang="tr-TR" sz="1600" dirty="0"/>
              <a:t> olursa, ortalamanın üzerine yaklaşık </a:t>
            </a:r>
            <a:r>
              <a:rPr lang="tr-TR" sz="1600" b="1" dirty="0"/>
              <a:t>4 puan</a:t>
            </a:r>
            <a:r>
              <a:rPr lang="tr-TR" sz="1600" dirty="0"/>
              <a:t> ekler. Yani neşeli tonlar başarı getiriyor.</a:t>
            </a:r>
          </a:p>
          <a:p>
            <a:r>
              <a:rPr lang="tr-TR" sz="1600" b="1" dirty="0" err="1"/>
              <a:t>tempo_grup</a:t>
            </a:r>
            <a:r>
              <a:rPr lang="tr-TR" sz="1600" b="1" dirty="0"/>
              <a:t> (DÜŞÜK) : </a:t>
            </a:r>
            <a:r>
              <a:rPr lang="tr-TR" sz="1600" dirty="0"/>
              <a:t>Katsayının negatif olması, </a:t>
            </a:r>
            <a:r>
              <a:rPr lang="tr-TR" sz="1600" b="1" dirty="0"/>
              <a:t>Düşük Tempo</a:t>
            </a:r>
            <a:r>
              <a:rPr lang="tr-TR" sz="1600" dirty="0"/>
              <a:t>'nun popülerliği aşağı çektiğini gösterir. Yavaş şarkı yapmak puanı </a:t>
            </a:r>
            <a:r>
              <a:rPr lang="tr-TR" sz="1600" b="1" dirty="0"/>
              <a:t>1,5 puan </a:t>
            </a:r>
            <a:r>
              <a:rPr lang="tr-TR" sz="1600" dirty="0"/>
              <a:t>azaltıyor. Düşük tempo kaybettiriyorsa, </a:t>
            </a:r>
            <a:r>
              <a:rPr lang="tr-TR" sz="1600" b="1" dirty="0"/>
              <a:t>Yüksek Tempo</a:t>
            </a:r>
            <a:r>
              <a:rPr lang="tr-TR" sz="1600" dirty="0"/>
              <a:t> kazandırıyor demektir.</a:t>
            </a:r>
          </a:p>
          <a:p>
            <a:r>
              <a:rPr lang="tr-TR" sz="1600" b="1" dirty="0" err="1"/>
              <a:t>mod_ad</a:t>
            </a:r>
            <a:r>
              <a:rPr lang="tr-TR" sz="1600" b="1" dirty="0"/>
              <a:t> * </a:t>
            </a:r>
            <a:r>
              <a:rPr lang="tr-TR" sz="1600" b="1" dirty="0" err="1"/>
              <a:t>tempo_grup</a:t>
            </a:r>
            <a:r>
              <a:rPr lang="tr-TR" sz="1600" b="1" dirty="0"/>
              <a:t>: </a:t>
            </a:r>
            <a:r>
              <a:rPr lang="tr-TR" sz="1600" dirty="0"/>
              <a:t>Bu hem katsayı çok küçük hem de P-değeri 0,05’den yüksek  istatistiksel olarak anlamsız. Etkileşimi ihmal ediliyor.</a:t>
            </a:r>
          </a:p>
          <a:p>
            <a:r>
              <a:rPr lang="tr-TR" sz="1600" b="1" dirty="0"/>
              <a:t>VIF</a:t>
            </a:r>
            <a:r>
              <a:rPr lang="tr-TR" sz="1600" dirty="0"/>
              <a:t> (</a:t>
            </a:r>
            <a:r>
              <a:rPr lang="tr-TR" sz="1600" b="1" dirty="0" err="1"/>
              <a:t>Variance</a:t>
            </a:r>
            <a:r>
              <a:rPr lang="tr-TR" sz="1600" b="1" dirty="0"/>
              <a:t> </a:t>
            </a:r>
            <a:r>
              <a:rPr lang="tr-TR" sz="1600" b="1" dirty="0" err="1"/>
              <a:t>Inflation</a:t>
            </a:r>
            <a:r>
              <a:rPr lang="tr-TR" sz="1600" b="1" dirty="0"/>
              <a:t> </a:t>
            </a:r>
            <a:r>
              <a:rPr lang="tr-TR" sz="1600" b="1" dirty="0" err="1"/>
              <a:t>Factor</a:t>
            </a:r>
            <a:r>
              <a:rPr lang="tr-TR" sz="1600" b="1" dirty="0"/>
              <a:t> - Varyans Şişirme Faktörü</a:t>
            </a:r>
            <a:r>
              <a:rPr lang="tr-TR" sz="1600" dirty="0"/>
              <a:t>): değişkenlerin birbirinin kopyası olup olmadığını ölçer. Analizde iki faktör (Tempo ve Mod) birbirine çok benziyorsa, model hangisinin etkili olduğunu ayırt edemez ve matematiksel olarak şaşırır.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VIF = 1:</a:t>
            </a:r>
            <a:r>
              <a:rPr lang="tr-TR" sz="1600" dirty="0"/>
              <a:t> Mükemmel durum. Faktörler tamamen bağımsız (Hiçbir bağlantı yok).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dirty="0"/>
              <a:t>VIF &gt; 5 veya 10:</a:t>
            </a:r>
            <a:r>
              <a:rPr lang="tr-TR" sz="1600" dirty="0"/>
              <a:t> Faktörler birbirinin içine girmiş, analiz güvenilmez.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46F75444-E49B-C7C6-9E44-C6F408CFC619}"/>
              </a:ext>
            </a:extLst>
          </p:cNvPr>
          <p:cNvSpPr txBox="1"/>
          <p:nvPr/>
        </p:nvSpPr>
        <p:spPr>
          <a:xfrm>
            <a:off x="589934" y="4360136"/>
            <a:ext cx="563388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ANOVA tablosunda bir etkinin olduğunu bulduk. Bu tabloda ise yönünü bulduk: </a:t>
            </a:r>
            <a:r>
              <a:rPr lang="tr-TR" sz="1600" dirty="0" err="1"/>
              <a:t>Major</a:t>
            </a:r>
            <a:r>
              <a:rPr lang="tr-TR" sz="1600" dirty="0"/>
              <a:t> ton puanı yükseltiyor (+3.9), Düşük tempo puanı düşürüyor (-1.5). VIF değerleri de düşük olduğu için modelde çoklu bağlantı sorunu yoktur ve güvenilirdir.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290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7572BD-AD18-EDBC-752F-98D73646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74" y="217641"/>
            <a:ext cx="10515600" cy="795081"/>
          </a:xfrm>
        </p:spPr>
        <p:txBody>
          <a:bodyPr/>
          <a:lstStyle/>
          <a:p>
            <a:r>
              <a:rPr lang="tr-TR" dirty="0"/>
              <a:t>GRAFİKLER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ED21CF20-D2C2-12CF-1B07-A5E892768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11" y="1223833"/>
            <a:ext cx="7052634" cy="4705017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5A8D8A27-3D12-0017-7D11-E0222C342FFA}"/>
              </a:ext>
            </a:extLst>
          </p:cNvPr>
          <p:cNvSpPr txBox="1"/>
          <p:nvPr/>
        </p:nvSpPr>
        <p:spPr>
          <a:xfrm>
            <a:off x="7207045" y="491613"/>
            <a:ext cx="4830544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/>
              <a:t>Normal </a:t>
            </a:r>
            <a:r>
              <a:rPr lang="tr-TR" sz="1600" b="1" dirty="0" err="1"/>
              <a:t>Probability</a:t>
            </a:r>
            <a:r>
              <a:rPr lang="tr-TR" sz="1600" b="1" dirty="0"/>
              <a:t> </a:t>
            </a:r>
            <a:r>
              <a:rPr lang="tr-TR" sz="1600" b="1" dirty="0" err="1"/>
              <a:t>Plot</a:t>
            </a:r>
            <a:r>
              <a:rPr lang="tr-TR" sz="1600" b="1" dirty="0"/>
              <a:t> (Olasılık Grafiği)</a:t>
            </a:r>
          </a:p>
          <a:p>
            <a:r>
              <a:rPr lang="tr-TR" sz="1600" dirty="0"/>
              <a:t>Hataların normal dağılıma uyup uymadığını kontrol eder. Noktalar genel olarak kırmızı çizgiyi takip ediyor. Uç kısımlarda hafif sapmalar olsa da, büyük veri seti için kabul edilebilir bir durum.</a:t>
            </a:r>
          </a:p>
          <a:p>
            <a:r>
              <a:rPr lang="tr-TR" sz="1600" b="1" dirty="0" err="1"/>
              <a:t>Versus</a:t>
            </a:r>
            <a:r>
              <a:rPr lang="tr-TR" sz="1600" b="1" dirty="0"/>
              <a:t> </a:t>
            </a:r>
            <a:r>
              <a:rPr lang="tr-TR" sz="1600" b="1" dirty="0" err="1"/>
              <a:t>Fits</a:t>
            </a:r>
            <a:r>
              <a:rPr lang="tr-TR" sz="1600" b="1" dirty="0"/>
              <a:t> (Tahminlere Karşı Hata)</a:t>
            </a:r>
          </a:p>
          <a:p>
            <a:r>
              <a:rPr lang="tr-TR" sz="1600" dirty="0"/>
              <a:t> Varyansın sabit olup olmadığını kontrol eder.</a:t>
            </a:r>
          </a:p>
          <a:p>
            <a:r>
              <a:rPr lang="tr-TR" sz="1600" dirty="0"/>
              <a:t>Noktaların "0" çizgisi etrafında rastgele, bir huni şekli oluşturmadan yayılmalıdır. Burada noktalar sütunlar halinde duruyor. Bunun sebebi girdilerin (Tempo ve Mod) kategorik olmasıdır. </a:t>
            </a:r>
            <a:endParaRPr lang="tr-TR" sz="1600" b="1" dirty="0"/>
          </a:p>
          <a:p>
            <a:r>
              <a:rPr lang="tr-TR" sz="1600" b="1" dirty="0"/>
              <a:t>Histogram : </a:t>
            </a:r>
            <a:r>
              <a:rPr lang="tr-TR" sz="1600" dirty="0"/>
              <a:t>Hataların dağılım şeklini gösterir.</a:t>
            </a:r>
          </a:p>
          <a:p>
            <a:r>
              <a:rPr lang="tr-TR" sz="1600" dirty="0"/>
              <a:t>histogram grafiği mükemmel bir çan eğrisi değil, biraz sola doğru yığılmış duruyor. Bunun sebebi, </a:t>
            </a:r>
            <a:r>
              <a:rPr lang="tr-TR" sz="1600" dirty="0" err="1"/>
              <a:t>Spotify'daki</a:t>
            </a:r>
            <a:r>
              <a:rPr lang="tr-TR" sz="1600" dirty="0"/>
              <a:t> şarkıların doğal dağılımıdır. Model bir şarkıya 'Teknik olarak iyi, 40 puan almalı' derken, o şarkı dinleyici tarafından beğenilmeyip 10-15 puanda kalabiliyor. Modelin tahmininden çok daha düşük puan alan bu 'başarısız şarkılar', histogramın sol tarafında yığılma yapıyor.</a:t>
            </a:r>
          </a:p>
          <a:p>
            <a:r>
              <a:rPr lang="tr-TR" sz="1600" b="1" dirty="0" err="1"/>
              <a:t>Versus</a:t>
            </a:r>
            <a:r>
              <a:rPr lang="tr-TR" sz="1600" b="1" dirty="0"/>
              <a:t> </a:t>
            </a:r>
            <a:r>
              <a:rPr lang="tr-TR" sz="1600" b="1" dirty="0" err="1"/>
              <a:t>Order</a:t>
            </a:r>
            <a:r>
              <a:rPr lang="tr-TR" sz="1600" b="1" dirty="0"/>
              <a:t> (Sıraya Karşı Hata)</a:t>
            </a:r>
          </a:p>
          <a:p>
            <a:r>
              <a:rPr lang="tr-TR" sz="1600" dirty="0"/>
              <a:t>Verilerin birbirinden bağımsız olup olmadığını kontrol eder.</a:t>
            </a:r>
            <a:r>
              <a:rPr lang="tr-TR" sz="1600" b="1" dirty="0"/>
              <a:t> </a:t>
            </a:r>
            <a:r>
              <a:rPr lang="tr-TR" sz="1600" dirty="0"/>
              <a:t>Verilerin birbirinden bağımsız olduğunu göstermektedir. Yani model güvenilirdir.</a:t>
            </a:r>
          </a:p>
          <a:p>
            <a:endParaRPr lang="tr-TR" sz="16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222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456E25F-999B-BA2A-81A6-AC211DBF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1" y="4101022"/>
            <a:ext cx="4566060" cy="2535752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99E9E44-AAA5-CD77-211B-F3DC6D7AF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4" y="136118"/>
            <a:ext cx="4566057" cy="304614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4CF6C72-7B24-3736-A44B-ADC002523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116" y="41787"/>
            <a:ext cx="4566058" cy="3234813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9EF2DD00-8E9B-7048-61E8-B7209B98922B}"/>
              </a:ext>
            </a:extLst>
          </p:cNvPr>
          <p:cNvSpPr txBox="1"/>
          <p:nvPr/>
        </p:nvSpPr>
        <p:spPr>
          <a:xfrm>
            <a:off x="501441" y="3182267"/>
            <a:ext cx="4640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Grafikteki çizgi ne kadar dik</a:t>
            </a:r>
            <a:r>
              <a:rPr lang="tr-TR" sz="1600" b="1" dirty="0"/>
              <a:t> </a:t>
            </a:r>
            <a:r>
              <a:rPr lang="tr-TR" sz="1600" dirty="0"/>
              <a:t>eğimli ise, o faktörün etkisi o kadar büyüktür. Çizgi yataysa etki yok demektir.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D2BC432-6E18-2AF2-2855-2C8CE517BB7E}"/>
              </a:ext>
            </a:extLst>
          </p:cNvPr>
          <p:cNvSpPr txBox="1"/>
          <p:nvPr/>
        </p:nvSpPr>
        <p:spPr>
          <a:xfrm>
            <a:off x="6558115" y="3237705"/>
            <a:ext cx="45660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Aralık Grafiği analizi; %95 güven düzeyinde </a:t>
            </a:r>
            <a:r>
              <a:rPr lang="tr-TR" sz="1600" dirty="0" err="1"/>
              <a:t>Major</a:t>
            </a:r>
            <a:r>
              <a:rPr lang="tr-TR" sz="1600" dirty="0"/>
              <a:t> ve </a:t>
            </a:r>
            <a:r>
              <a:rPr lang="tr-TR" sz="1600" dirty="0" err="1"/>
              <a:t>Minor</a:t>
            </a:r>
            <a:r>
              <a:rPr lang="tr-TR" sz="1600" dirty="0"/>
              <a:t> ana grupları arasındaki belirgin seviye farkı, Tonun baskın etkisini göstermektedir. Grupların kendi içindeki dağılımda ise Yüksek Tempo çubuklarının daha yukarıda olması, Hızın pozitif katkısını doğrulamaktadır.</a:t>
            </a:r>
          </a:p>
        </p:txBody>
      </p:sp>
    </p:spTree>
    <p:extLst>
      <p:ext uri="{BB962C8B-B14F-4D97-AF65-F5344CB8AC3E}">
        <p14:creationId xmlns:p14="http://schemas.microsoft.com/office/powerpoint/2010/main" val="2693301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CDA3CD4-D4F5-CAC7-865A-905CD180B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sz="5400"/>
              <a:t>SONUÇ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0D43E0-3274-04C9-C198-784FDDE78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tr-TR" sz="1400" b="1"/>
              <a:t>İstatistiksel Karar:</a:t>
            </a:r>
            <a:r>
              <a:rPr lang="tr-TR" sz="1400"/>
              <a:t> Yapılan ANOVA analizi sonucunda; Tempo (Hız) ve Mod (Ton) faktörlerinin Spotify popülerliği üzerinde istatistiksel olarak anlamlı bir etkisi olduğu (P &lt; 0.05) kanıtlanmıştır.</a:t>
            </a:r>
          </a:p>
          <a:p>
            <a:pPr marL="0" indent="0">
              <a:buNone/>
            </a:pPr>
            <a:r>
              <a:rPr lang="tr-TR" sz="1400"/>
              <a:t>Analiz verilerine göre başarı şansını maksimize eden formül şudur:</a:t>
            </a:r>
          </a:p>
          <a:p>
            <a:r>
              <a:rPr lang="tr-TR" sz="1400"/>
              <a:t>Ton: Major (Neşeli) </a:t>
            </a:r>
            <a:r>
              <a:rPr lang="tr-TR" sz="1400">
                <a:sym typeface="Wingdings" panose="05000000000000000000" pitchFamily="2" charset="2"/>
              </a:rPr>
              <a:t> </a:t>
            </a:r>
            <a:r>
              <a:rPr lang="tr-TR" sz="1400"/>
              <a:t>Yaklaşık </a:t>
            </a:r>
            <a:r>
              <a:rPr lang="tr-TR" sz="1400" b="1"/>
              <a:t>+4 Puan</a:t>
            </a:r>
            <a:r>
              <a:rPr lang="tr-TR" sz="1400"/>
              <a:t> Artış.</a:t>
            </a:r>
          </a:p>
          <a:p>
            <a:r>
              <a:rPr lang="tr-TR" sz="1400"/>
              <a:t>Hız: Yüksek Tempo (&gt;135 BPM) </a:t>
            </a:r>
            <a:r>
              <a:rPr lang="tr-TR" sz="1400">
                <a:sym typeface="Wingdings" panose="05000000000000000000" pitchFamily="2" charset="2"/>
              </a:rPr>
              <a:t> </a:t>
            </a:r>
            <a:r>
              <a:rPr lang="tr-TR" sz="1400"/>
              <a:t>Yaklaşık </a:t>
            </a:r>
            <a:r>
              <a:rPr lang="tr-TR" sz="1400" b="1"/>
              <a:t>+1.5 Puan</a:t>
            </a:r>
            <a:r>
              <a:rPr lang="tr-TR" sz="1400"/>
              <a:t> Artış.</a:t>
            </a:r>
          </a:p>
          <a:p>
            <a:r>
              <a:rPr lang="tr-TR" sz="1400"/>
              <a:t>En yüksek ortalama popülerlik: </a:t>
            </a:r>
            <a:r>
              <a:rPr lang="tr-TR" sz="1400" b="1"/>
              <a:t>Yüksek Tempo &amp; Major Ton </a:t>
            </a:r>
            <a:r>
              <a:rPr lang="tr-TR" sz="1400"/>
              <a:t> kombinasyonunda elde edilmiştir.</a:t>
            </a:r>
          </a:p>
          <a:p>
            <a:r>
              <a:rPr lang="tr-TR" sz="1400" b="1"/>
              <a:t>Etkileşim Durumu:</a:t>
            </a:r>
            <a:r>
              <a:rPr lang="tr-TR" sz="1400"/>
              <a:t> İki faktör arasında anlamlı bir etkileşim bulunmamıştır (P &gt; 0.05). Bu da Hız ve Tonun birbirinden bağımsız çalıştığını gösterir. Yani prodüktörler, hızlı şarkı yaparken tonun ne olacağı konusunda kısıtlanmak zorunda değildir; Major ton her hızda avantajlıdır.</a:t>
            </a:r>
          </a:p>
          <a:p>
            <a:r>
              <a:rPr lang="tr-TR" sz="1400" b="1"/>
              <a:t>Model Performansı ve Kısıtlar:</a:t>
            </a:r>
            <a:r>
              <a:rPr lang="tr-TR" sz="1400"/>
              <a:t> Modelin açıklayıcılık katsayısının (R^2 =%6) düşük olması, müzik beğenisinin sübjektif ve çok değişkenli (sanatçı, sözler, reklam vb.) yapısından kaynaklanmaktadır. Ancak P-değerlerinin yüksek güvenilirliği, tespit edilen etkinin istatistiksel olarak anlamlı olduğunu ve belirlediğimiz faktör seviyelerinin başarıyla ilişkili olduğunu kanıtlamaktadır</a:t>
            </a:r>
          </a:p>
        </p:txBody>
      </p:sp>
      <p:pic>
        <p:nvPicPr>
          <p:cNvPr id="4" name="Resim 3" descr="Picture background">
            <a:extLst>
              <a:ext uri="{FF2B5EF4-FFF2-40B4-BE49-F238E27FC236}">
                <a16:creationId xmlns:a16="http://schemas.microsoft.com/office/drawing/2014/main" id="{19AA8AF3-1786-1664-9F50-8BD11E35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" r="1976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9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C6B19A8-D61C-A4CE-E9E5-075BB04E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5400" dirty="0"/>
              <a:t>KAYNAKÇA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8CBC60-A559-B6CC-458A-13ADE9227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tr-TR" sz="2200" dirty="0" err="1"/>
              <a:t>Kaggle</a:t>
            </a:r>
            <a:r>
              <a:rPr lang="tr-TR" sz="2200" dirty="0"/>
              <a:t> - "Spotify Top </a:t>
            </a:r>
            <a:r>
              <a:rPr lang="tr-TR" sz="2200" dirty="0" err="1"/>
              <a:t>Tracks</a:t>
            </a:r>
            <a:r>
              <a:rPr lang="tr-TR" sz="2200" dirty="0"/>
              <a:t> </a:t>
            </a:r>
            <a:r>
              <a:rPr lang="tr-TR" sz="2200" dirty="0" err="1"/>
              <a:t>Dataset</a:t>
            </a:r>
            <a:r>
              <a:rPr lang="tr-TR" sz="2200" dirty="0"/>
              <a:t>" . </a:t>
            </a:r>
            <a:r>
              <a:rPr lang="tr-TR" sz="2200" dirty="0">
                <a:hlinkClick r:id="rId2"/>
              </a:rPr>
              <a:t>Spotify </a:t>
            </a:r>
            <a:r>
              <a:rPr lang="tr-TR" sz="2200" dirty="0" err="1">
                <a:hlinkClick r:id="rId2"/>
              </a:rPr>
              <a:t>Tracks</a:t>
            </a:r>
            <a:r>
              <a:rPr lang="tr-TR" sz="2200" dirty="0">
                <a:hlinkClick r:id="rId2"/>
              </a:rPr>
              <a:t> </a:t>
            </a:r>
            <a:r>
              <a:rPr lang="tr-TR" sz="2200" dirty="0" err="1">
                <a:hlinkClick r:id="rId2"/>
              </a:rPr>
              <a:t>Dataset</a:t>
            </a:r>
            <a:r>
              <a:rPr lang="tr-TR" sz="2200" dirty="0">
                <a:hlinkClick r:id="rId2"/>
              </a:rPr>
              <a:t> | </a:t>
            </a:r>
            <a:r>
              <a:rPr lang="tr-TR" sz="2200" dirty="0" err="1">
                <a:hlinkClick r:id="rId2"/>
              </a:rPr>
              <a:t>Kaggle</a:t>
            </a:r>
            <a:endParaRPr lang="tr-TR" sz="2200" dirty="0"/>
          </a:p>
          <a:p>
            <a:r>
              <a:rPr lang="tr-TR" sz="2200" dirty="0" err="1"/>
              <a:t>Erilli</a:t>
            </a:r>
            <a:r>
              <a:rPr lang="tr-TR" sz="2200" dirty="0"/>
              <a:t>, N. A. </a:t>
            </a:r>
            <a:r>
              <a:rPr lang="tr-TR" sz="2200" i="1" dirty="0"/>
              <a:t>İstatistik II</a:t>
            </a:r>
            <a:r>
              <a:rPr lang="tr-TR" sz="2200" dirty="0"/>
              <a:t>. Seçkin Yayıncılık. </a:t>
            </a:r>
          </a:p>
          <a:p>
            <a:r>
              <a:rPr lang="tr-TR" sz="2200" dirty="0"/>
              <a:t>Spotify </a:t>
            </a:r>
            <a:r>
              <a:rPr lang="tr-TR" sz="2200" dirty="0" err="1"/>
              <a:t>for</a:t>
            </a:r>
            <a:r>
              <a:rPr lang="tr-TR" sz="2200" dirty="0"/>
              <a:t> Developers. "Web API Reference - </a:t>
            </a:r>
            <a:r>
              <a:rPr lang="tr-TR" sz="2200" dirty="0" err="1"/>
              <a:t>Audio</a:t>
            </a:r>
            <a:r>
              <a:rPr lang="tr-TR" sz="2200" dirty="0"/>
              <a:t> </a:t>
            </a:r>
            <a:r>
              <a:rPr lang="tr-TR" sz="2200" dirty="0" err="1"/>
              <a:t>Features</a:t>
            </a:r>
            <a:r>
              <a:rPr lang="tr-TR" sz="2200" dirty="0"/>
              <a:t>". </a:t>
            </a:r>
            <a:r>
              <a:rPr lang="tr-TR" sz="2200" dirty="0">
                <a:hlinkClick r:id="rId3"/>
              </a:rPr>
              <a:t>https://developer.spotify.com/documentation/web-api/reference/get-audio-features</a:t>
            </a:r>
            <a:endParaRPr lang="tr-TR" sz="2200" dirty="0"/>
          </a:p>
          <a:p>
            <a:r>
              <a:rPr lang="en-US" sz="2200" dirty="0"/>
              <a:t>Montgomery, D. C. (2019). </a:t>
            </a:r>
            <a:r>
              <a:rPr lang="en-US" sz="2200" i="1" dirty="0"/>
              <a:t>Design and Analysis of Experiments</a:t>
            </a:r>
            <a:r>
              <a:rPr lang="en-US" sz="2200" dirty="0"/>
              <a:t>. John Wiley &amp; Sons.</a:t>
            </a:r>
            <a:endParaRPr lang="tr-TR" sz="2200" dirty="0"/>
          </a:p>
          <a:p>
            <a:pPr marL="0" indent="0">
              <a:buNone/>
            </a:pPr>
            <a:r>
              <a:rPr lang="tr-TR" sz="2200" b="1" dirty="0"/>
              <a:t>Kullanılan Yazılımlar:</a:t>
            </a:r>
          </a:p>
          <a:p>
            <a:r>
              <a:rPr lang="tr-TR" sz="2200" dirty="0" err="1"/>
              <a:t>Minitab</a:t>
            </a:r>
            <a:r>
              <a:rPr lang="tr-TR" sz="2200" dirty="0"/>
              <a:t> 18</a:t>
            </a:r>
          </a:p>
          <a:p>
            <a:r>
              <a:rPr lang="tr-TR" sz="2200" dirty="0"/>
              <a:t>Microsoft Excel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676946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3FF23C0-CAFF-A58A-E817-46658171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TEŞEKKÜRLER.</a:t>
            </a:r>
          </a:p>
        </p:txBody>
      </p:sp>
    </p:spTree>
    <p:extLst>
      <p:ext uri="{BB962C8B-B14F-4D97-AF65-F5344CB8AC3E}">
        <p14:creationId xmlns:p14="http://schemas.microsoft.com/office/powerpoint/2010/main" val="223583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1662</Words>
  <Application>Microsoft Office PowerPoint</Application>
  <PresentationFormat>Geniş ekran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Calibri</vt:lpstr>
      <vt:lpstr>Cambria Math</vt:lpstr>
      <vt:lpstr>Wingdings</vt:lpstr>
      <vt:lpstr>Office Teması</vt:lpstr>
      <vt:lpstr>Spotify Verilerinde Tempo ve Mod Etkileşiminin Popülerliğe Etkisi: Çok Yönlü Tek Değişkenli Varyans Analizi</vt:lpstr>
      <vt:lpstr>PROBLEM TANIMI VE AMAÇ</vt:lpstr>
      <vt:lpstr>Popülerlik, Tempo ve Mod Nedir?</vt:lpstr>
      <vt:lpstr>Veri Seti ve Ön İşleme</vt:lpstr>
      <vt:lpstr>HİPOTEZLER</vt:lpstr>
      <vt:lpstr>Örneklem Verisi ile Manuel Hesaplama</vt:lpstr>
      <vt:lpstr>PowerPoint Sunusu</vt:lpstr>
      <vt:lpstr>Manuel ANOVA Tablosu</vt:lpstr>
      <vt:lpstr>Deneme, Blok ve Etkileşim için Kritik Değer : </vt:lpstr>
      <vt:lpstr>PowerPoint Sunusu</vt:lpstr>
      <vt:lpstr>PowerPoint Sunusu</vt:lpstr>
      <vt:lpstr>GRAFİKLER</vt:lpstr>
      <vt:lpstr>PowerPoint Sunusu</vt:lpstr>
      <vt:lpstr>SONUÇ</vt:lpstr>
      <vt:lpstr>KAYNAKÇA</vt:lpstr>
      <vt:lpstr>TEŞEKKÜRLER.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melisa khordoostan</dc:creator>
  <cp:lastModifiedBy>melisa khordoostan</cp:lastModifiedBy>
  <cp:revision>19</cp:revision>
  <dcterms:created xsi:type="dcterms:W3CDTF">2025-11-21T08:16:50Z</dcterms:created>
  <dcterms:modified xsi:type="dcterms:W3CDTF">2025-11-24T11:55:02Z</dcterms:modified>
</cp:coreProperties>
</file>